
<file path=[Content_Types].xml><?xml version="1.0" encoding="utf-8"?>
<Types xmlns="http://schemas.openxmlformats.org/package/2006/content-types">
  <Default Extension="xlsx" ContentType="application/vnd.openxmlformats-officedocument.spreadsheetml.sheet"/>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s>
</file>

<file path=ppt/charts/_rels/chart5.xml.rels><?xml version="1.0" encoding="UTF-8" standalone="yes"?>
<Relationships xmlns="http://schemas.openxmlformats.org/package/2006/relationships"><Relationship Id="rId1" Type="http://schemas.openxmlformats.org/officeDocument/2006/relationships/package" Target="../embeddings/Workbook5.xlsx"/></Relationships>
</file>

<file path=ppt/charts/_rels/chart6.xml.rels><?xml version="1.0" encoding="UTF-8" standalone="yes"?>
<Relationships xmlns="http://schemas.openxmlformats.org/package/2006/relationships"><Relationship Id="rId1" Type="http://schemas.openxmlformats.org/officeDocument/2006/relationships/package" Target="../embeddings/Workbook6.xlsx"/></Relationships>
</file>

<file path=ppt/charts/chart1.xml><?xml version="1.0" encoding="utf-8"?>
<c:chartSpace xmlns:a="http://schemas.openxmlformats.org/drawingml/2006/main" xmlns:c="http://schemas.openxmlformats.org/drawingml/2006/chart" xmlns:ns1="http://schemas.openxmlformats.org/markup-compatibility/2006" xmlns:ns2="http://schemas.microsoft.com/office/drawing/2007/8/2/chart" xmlns:ns4="http://schemas.microsoft.com/office/drawing/2012/chart" xmlns:ns5="https://web.wps.cn/et/2018/main" xmlns:ns6="http://schemas.openxmlformats.org/officeDocument/2006/relationships">
  <c:date1904 val="0"/>
  <c:lang val="zh-CN"/>
  <c:roundedCorners val="0"/>
  <ns1:AlternateContent>
    <ns1:Choice Requires="c14">
      <ns2:style val="102"/>
    </ns1:Choice>
    <ns1:Fallback>
      <c:style val="2"/>
    </ns1:Fallback>
  </ns1:AlternateContent>
  <c:chart>
    <c:autoTitleDeleted val="1"/>
    <c:plotArea>
      <c:layout/>
      <c:barChart>
        <c:barDir val="col"/>
        <c:grouping val="clustered"/>
        <c:varyColors val="0"/>
        <c:ser>
          <c:idx val="0"/>
          <c:order val="0"/>
          <c:tx>
            <c:strRef>
              <c:f>'Chart Data'!$B$1</c:f>
              <c:strCache>
                <c:ptCount val="1"/>
                <c:pt idx="0">
                  <c:v>Context-free</c:v>
                </c:pt>
              </c:strCache>
            </c:strRef>
          </c:tx>
          <c:spPr>
            <a:solidFill>
              <a:srgbClr val="2F6BFF"/>
            </a:solidFill>
          </c:spPr>
          <c:invertIfNegative val="0"/>
          <c:dLbls>
            <c:numFmt formatCode="0.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uri="{CE6537A1-D6FC-4f65-9D91-7224C49458BB}">
                <ns4:layout/>
                <ns4:showLeaderLines val="0"/>
                <ns4:leaderLines/>
              </c:ext>
            </c:extLst>
          </c:dLbls>
          <c:cat>
            <c:strRef>
              <c:f>'Chart Data'!$A$2:$A$3</c:f>
              <c:strCache>
                <c:ptCount val="2"/>
                <c:pt idx="0">
                  <c:v>Macro-F1</c:v>
                </c:pt>
                <c:pt idx="1">
                  <c:v>AUROC</c:v>
                </c:pt>
              </c:strCache>
            </c:strRef>
          </c:cat>
          <c:val>
            <c:numRef>
              <c:f>'Chart Data'!$B$2:$B$3</c:f>
              <c:numCache>
                <c:formatCode>0.0</c:formatCode>
                <c:ptCount val="2"/>
                <c:pt idx="0">
                  <c:v>0.485714</c:v>
                </c:pt>
                <c:pt idx="1">
                  <c:v>0.666667</c:v>
                </c:pt>
              </c:numCache>
            </c:numRef>
          </c:val>
        </c:ser>
        <c:ser>
          <c:idx val="1"/>
          <c:order val="1"/>
          <c:tx>
            <c:strRef>
              <c:f>'Chart Data'!$D$1</c:f>
              <c:strCache>
                <c:ptCount val="1"/>
                <c:pt idx="0">
                  <c:v>Weak context</c:v>
                </c:pt>
              </c:strCache>
            </c:strRef>
          </c:tx>
          <c:spPr>
            <a:solidFill>
              <a:srgbClr val="D64545"/>
            </a:solidFill>
          </c:spPr>
          <c:invertIfNegative val="0"/>
          <c:dLbls>
            <c:numFmt formatCode="0.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uri="{CE6537A1-D6FC-4f65-9D91-7224C49458BB}">
                <ns4:layout/>
                <ns4:showLeaderLines val="0"/>
                <ns4:leaderLines/>
              </c:ext>
            </c:extLst>
          </c:dLbls>
          <c:cat>
            <c:strRef>
              <c:f>'Chart Data'!$C$2:$C$3</c:f>
              <c:strCache>
                <c:ptCount val="2"/>
                <c:pt idx="0">
                  <c:v>Macro-F1</c:v>
                </c:pt>
                <c:pt idx="1">
                  <c:v>AUROC</c:v>
                </c:pt>
              </c:strCache>
            </c:strRef>
          </c:cat>
          <c:val>
            <c:numRef>
              <c:f>'Chart Data'!$D$2:$D$3</c:f>
              <c:numCache>
                <c:formatCode>0.0</c:formatCode>
                <c:ptCount val="2"/>
                <c:pt idx="0">
                  <c:v>0.485714</c:v>
                </c:pt>
                <c:pt idx="1">
                  <c:v>0.555556</c:v>
                </c:pt>
              </c:numCache>
            </c:numRef>
          </c:val>
        </c:ser>
        <c:dLbls>
          <c:showLegendKey val="0"/>
          <c:showVal val="1"/>
          <c:showCatName val="0"/>
          <c:showSerName val="0"/>
          <c:showPercent val="0"/>
          <c:showBubbleSize val="0"/>
        </c:dLbls>
        <c:gapWidth val="6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Helvetica Neue"/>
                <a:ea typeface="Helvetica Neue"/>
                <a:cs typeface="Helvetica Neue"/>
              </a:defRPr>
            </a:pPr>
          </a:p>
        </c:txPr>
        <c:crossAx val="48672768"/>
        <c:crosses val="autoZero"/>
        <c:auto val="1"/>
        <c:lblAlgn val="ctr"/>
        <c:lblOffset val="100"/>
        <c:noMultiLvlLbl val="0"/>
      </c:catAx>
      <c:valAx>
        <c:axId val="48672768"/>
        <c:scaling>
          <c:orientation val="minMax"/>
          <c:max val="1"/>
          <c:min val="0"/>
        </c:scaling>
        <c:delete val="0"/>
        <c:axPos val="l"/>
        <c:majorGridlines>
          <c:spPr>
            <a:ln w="9525">
              <a:solidFill>
                <a:srgbClr val="D9E2EC"/>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Helvetica Neue"/>
                <a:ea typeface="Helvetica Neue"/>
                <a:cs typeface="Helvetica Neue"/>
              </a:defRPr>
            </a:pPr>
          </a:p>
        </c:txPr>
        <c:crossAx val="48650112"/>
        <c:crosses val="autoZero"/>
        <c:crossBetween val="between"/>
        <c:majorUnit val="0.2"/>
      </c:valAx>
      <c:spPr>
        <a:solidFill>
          <a:srgbClr val="FFFFFF"/>
        </a:solidFill>
      </c:spPr>
    </c:plotArea>
    <c:legend>
      <c:legendPos val="b"/>
      <c:layout/>
      <c:overlay val="0"/>
      <c:txPr>
        <a:bodyPr rot="0" spcFirstLastPara="0" vertOverflow="ellipsis" vert="horz" wrap="square" anchor="ctr" anchorCtr="1"/>
        <a:lstStyle/>
        <a:p>
          <a:pPr>
            <a:defRPr lang="zh-CN" sz="1000" b="0" i="0" u="none" strike="noStrike" kern="1200" baseline="0">
              <a:solidFill>
                <a:schemeClr val="tx1"/>
              </a:solidFill>
              <a:latin typeface="Helvetica Neue"/>
              <a:ea typeface="Helvetica Neue"/>
              <a:cs typeface="Helvetica Neue"/>
            </a:defRPr>
          </a:pPr>
        </a:p>
      </c:txPr>
    </c:legend>
    <c:plotVisOnly val="1"/>
    <c:dispBlanksAs val="gap"/>
    <c:showDLblsOverMax val="0"/>
    <c:extLst>
      <c:ext uri="{0b15fc19-7d7d-44ad-8c2d-2c3a37ce22c3}">
        <ns5:chartProps chartId="{98b2ff7b-38f0-40da-98f7-c85dac4fc58c}"/>
      </c:ext>
    </c:extLst>
  </c:chart>
  <c:spPr>
    <a:solidFill>
      <a:srgbClr val="FFFFFF"/>
    </a:solidFill>
  </c:spPr>
  <c:txPr>
    <a:bodyPr/>
    <a:lstStyle/>
    <a:p>
      <a:pPr>
        <a:defRPr lang="zh-CN"/>
      </a:pPr>
    </a:p>
  </c:txPr>
  <c:externalData ns6:id="rId1">
    <c:autoUpdate val="0"/>
  </c:externalData>
</c:chartSpace>
</file>

<file path=ppt/charts/chart2.xml><?xml version="1.0" encoding="utf-8"?>
<c:chartSpace xmlns:a="http://schemas.openxmlformats.org/drawingml/2006/main" xmlns:c="http://schemas.openxmlformats.org/drawingml/2006/chart" xmlns:ns1="http://schemas.openxmlformats.org/markup-compatibility/2006" xmlns:ns2="http://schemas.microsoft.com/office/drawing/2007/8/2/chart" xmlns:ns4="http://schemas.microsoft.com/office/drawing/2012/chart" xmlns:ns5="https://web.wps.cn/et/2018/main" xmlns:ns6="http://schemas.openxmlformats.org/officeDocument/2006/relationships">
  <c:date1904 val="0"/>
  <c:lang val="zh-CN"/>
  <c:roundedCorners val="0"/>
  <ns1:AlternateContent>
    <ns1:Choice Requires="c14">
      <ns2:style val="102"/>
    </ns1:Choice>
    <ns1:Fallback>
      <c:style val="2"/>
    </ns1:Fallback>
  </ns1:AlternateContent>
  <c:chart>
    <c:autoTitleDeleted val="1"/>
    <c:plotArea>
      <c:layout/>
      <c:barChart>
        <c:barDir val="col"/>
        <c:grouping val="clustered"/>
        <c:varyColors val="0"/>
        <c:ser>
          <c:idx val="0"/>
          <c:order val="0"/>
          <c:tx>
            <c:strRef>
              <c:f>'Chart Data'!$B$1</c:f>
              <c:strCache>
                <c:ptCount val="1"/>
                <c:pt idx="0">
                  <c:v>Global</c:v>
                </c:pt>
              </c:strCache>
            </c:strRef>
          </c:tx>
          <c:spPr>
            <a:solidFill>
              <a:srgbClr val="2F6BFF"/>
            </a:solidFill>
          </c:spPr>
          <c:invertIfNegative val="0"/>
          <c:dLbls>
            <c:numFmt formatCode="0.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uri="{CE6537A1-D6FC-4f65-9D91-7224C49458BB}">
                <ns4:layout/>
                <ns4:showLeaderLines val="0"/>
                <ns4:leaderLines/>
              </c:ext>
            </c:extLst>
          </c:dLbls>
          <c:cat>
            <c:strRef>
              <c:f>'Chart Data'!$A$2:$A$3</c:f>
              <c:strCache>
                <c:ptCount val="2"/>
                <c:pt idx="0">
                  <c:v>Macro-F1</c:v>
                </c:pt>
                <c:pt idx="1">
                  <c:v>AUROC</c:v>
                </c:pt>
              </c:strCache>
            </c:strRef>
          </c:cat>
          <c:val>
            <c:numRef>
              <c:f>'Chart Data'!$B$2:$B$3</c:f>
              <c:numCache>
                <c:formatCode>0.0</c:formatCode>
                <c:ptCount val="2"/>
                <c:pt idx="0">
                  <c:v>0.762476</c:v>
                </c:pt>
                <c:pt idx="1">
                  <c:v>0.842622</c:v>
                </c:pt>
              </c:numCache>
            </c:numRef>
          </c:val>
        </c:ser>
        <c:ser>
          <c:idx val="1"/>
          <c:order val="1"/>
          <c:tx>
            <c:strRef>
              <c:f>'Chart Data'!$D$1</c:f>
              <c:strCache>
                <c:ptCount val="1"/>
                <c:pt idx="0">
                  <c:v>Compact window</c:v>
                </c:pt>
              </c:strCache>
            </c:strRef>
          </c:tx>
          <c:spPr>
            <a:solidFill>
              <a:srgbClr val="159E9C"/>
            </a:solidFill>
          </c:spPr>
          <c:invertIfNegative val="0"/>
          <c:dLbls>
            <c:numFmt formatCode="0.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uri="{CE6537A1-D6FC-4f65-9D91-7224C49458BB}">
                <ns4:layout/>
                <ns4:showLeaderLines val="0"/>
                <ns4:leaderLines/>
              </c:ext>
            </c:extLst>
          </c:dLbls>
          <c:cat>
            <c:strRef>
              <c:f>'Chart Data'!$C$2:$C$3</c:f>
              <c:strCache>
                <c:ptCount val="2"/>
                <c:pt idx="0">
                  <c:v>Macro-F1</c:v>
                </c:pt>
                <c:pt idx="1">
                  <c:v>AUROC</c:v>
                </c:pt>
              </c:strCache>
            </c:strRef>
          </c:cat>
          <c:val>
            <c:numRef>
              <c:f>'Chart Data'!$D$2:$D$3</c:f>
              <c:numCache>
                <c:formatCode>0.0</c:formatCode>
                <c:ptCount val="2"/>
                <c:pt idx="0">
                  <c:v>0.676665</c:v>
                </c:pt>
                <c:pt idx="1">
                  <c:v>0.738542</c:v>
                </c:pt>
              </c:numCache>
            </c:numRef>
          </c:val>
        </c:ser>
        <c:dLbls>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Helvetica Neue"/>
                <a:ea typeface="Helvetica Neue"/>
                <a:cs typeface="Helvetica Neue"/>
              </a:defRPr>
            </a:pPr>
          </a:p>
        </c:txPr>
        <c:crossAx val="48672768"/>
        <c:crosses val="autoZero"/>
        <c:auto val="1"/>
        <c:lblAlgn val="ctr"/>
        <c:lblOffset val="100"/>
        <c:noMultiLvlLbl val="0"/>
      </c:catAx>
      <c:valAx>
        <c:axId val="48672768"/>
        <c:scaling>
          <c:orientation val="minMax"/>
          <c:max val="1"/>
          <c:min val="0"/>
        </c:scaling>
        <c:delete val="0"/>
        <c:axPos val="l"/>
        <c:majorGridlines>
          <c:spPr>
            <a:ln w="9525">
              <a:solidFill>
                <a:srgbClr val="D9E2EC"/>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Helvetica Neue"/>
                <a:ea typeface="Helvetica Neue"/>
                <a:cs typeface="Helvetica Neue"/>
              </a:defRPr>
            </a:pPr>
          </a:p>
        </c:txPr>
        <c:crossAx val="48650112"/>
        <c:crosses val="autoZero"/>
        <c:crossBetween val="between"/>
        <c:majorUnit val="0.2"/>
      </c:valAx>
      <c:spPr>
        <a:solidFill>
          <a:srgbClr val="FFFFFF"/>
        </a:solidFill>
      </c:spPr>
    </c:plotArea>
    <c:legend>
      <c:legendPos val="b"/>
      <c:layout/>
      <c:overlay val="0"/>
      <c:txPr>
        <a:bodyPr rot="0" spcFirstLastPara="0" vertOverflow="ellipsis" vert="horz" wrap="square" anchor="ctr" anchorCtr="1"/>
        <a:lstStyle/>
        <a:p>
          <a:pPr>
            <a:defRPr lang="zh-CN" sz="1000" b="0" i="0" u="none" strike="noStrike" kern="1200" baseline="0">
              <a:solidFill>
                <a:schemeClr val="tx1"/>
              </a:solidFill>
              <a:latin typeface="Helvetica Neue"/>
              <a:ea typeface="Helvetica Neue"/>
              <a:cs typeface="Helvetica Neue"/>
            </a:defRPr>
          </a:pPr>
        </a:p>
      </c:txPr>
    </c:legend>
    <c:plotVisOnly val="1"/>
    <c:dispBlanksAs val="gap"/>
    <c:showDLblsOverMax val="0"/>
    <c:extLst>
      <c:ext uri="{0b15fc19-7d7d-44ad-8c2d-2c3a37ce22c3}">
        <ns5:chartProps chartId="{6da8f83d-0025-4191-a4bf-5f1624395092}"/>
      </c:ext>
    </c:extLst>
  </c:chart>
  <c:spPr>
    <a:solidFill>
      <a:srgbClr val="FFFFFF"/>
    </a:solidFill>
  </c:spPr>
  <c:txPr>
    <a:bodyPr/>
    <a:lstStyle/>
    <a:p>
      <a:pPr>
        <a:defRPr lang="zh-CN"/>
      </a:pPr>
    </a:p>
  </c:txPr>
  <c:externalData ns6:id="rId1">
    <c:autoUpdate val="0"/>
  </c:externalData>
</c:chartSpace>
</file>

<file path=ppt/charts/chart3.xml><?xml version="1.0" encoding="utf-8"?>
<c:chartSpace xmlns:a="http://schemas.openxmlformats.org/drawingml/2006/main" xmlns:c="http://schemas.openxmlformats.org/drawingml/2006/chart" xmlns:ns1="http://schemas.openxmlformats.org/markup-compatibility/2006" xmlns:ns2="http://schemas.microsoft.com/office/drawing/2007/8/2/chart" xmlns:ns4="http://schemas.microsoft.com/office/drawing/2012/chart" xmlns:ns5="https://web.wps.cn/et/2018/main" xmlns:ns6="http://schemas.openxmlformats.org/officeDocument/2006/relationships">
  <c:date1904 val="0"/>
  <c:lang val="zh-CN"/>
  <c:roundedCorners val="0"/>
  <ns1:AlternateContent>
    <ns1:Choice Requires="c14">
      <ns2:style val="102"/>
    </ns1:Choice>
    <ns1:Fallback>
      <c:style val="2"/>
    </ns1:Fallback>
  </ns1:AlternateContent>
  <c:chart>
    <c:autoTitleDeleted val="1"/>
    <c:plotArea>
      <c:layout/>
      <c:barChart>
        <c:barDir val="col"/>
        <c:grouping val="clustered"/>
        <c:varyColors val="0"/>
        <c:ser>
          <c:idx val="0"/>
          <c:order val="0"/>
          <c:tx>
            <c:strRef>
              <c:f>'Chart Data'!$B$1</c:f>
              <c:strCache>
                <c:ptCount val="1"/>
                <c:pt idx="0">
                  <c:v>Shuffled viseme</c:v>
                </c:pt>
              </c:strCache>
            </c:strRef>
          </c:tx>
          <c:spPr>
            <a:solidFill>
              <a:srgbClr val="2F6BFF"/>
            </a:solidFill>
          </c:spPr>
          <c:invertIfNegative val="0"/>
          <c:dLbls>
            <c:numFmt formatCode="0.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uri="{CE6537A1-D6FC-4f65-9D91-7224C49458BB}">
                <ns4:layout/>
                <ns4:showLeaderLines val="0"/>
                <ns4:leaderLines/>
              </c:ext>
            </c:extLst>
          </c:dLbls>
          <c:cat>
            <c:strRef>
              <c:f>'Chart Data'!$A$2:$A$3</c:f>
              <c:strCache>
                <c:ptCount val="2"/>
                <c:pt idx="0">
                  <c:v>Macro-F1</c:v>
                </c:pt>
                <c:pt idx="1">
                  <c:v>AUROC</c:v>
                </c:pt>
              </c:strCache>
            </c:strRef>
          </c:cat>
          <c:val>
            <c:numRef>
              <c:f>'Chart Data'!$B$2:$B$3</c:f>
              <c:numCache>
                <c:formatCode>0.0</c:formatCode>
                <c:ptCount val="2"/>
                <c:pt idx="0">
                  <c:v>0.592382</c:v>
                </c:pt>
                <c:pt idx="1">
                  <c:v>0.646701</c:v>
                </c:pt>
              </c:numCache>
            </c:numRef>
          </c:val>
        </c:ser>
        <c:ser>
          <c:idx val="1"/>
          <c:order val="1"/>
          <c:tx>
            <c:strRef>
              <c:f>'Chart Data'!$D$1</c:f>
              <c:strCache>
                <c:ptCount val="1"/>
                <c:pt idx="0">
                  <c:v>Viseme context</c:v>
                </c:pt>
              </c:strCache>
            </c:strRef>
          </c:tx>
          <c:spPr>
            <a:solidFill>
              <a:srgbClr val="159E9C"/>
            </a:solidFill>
          </c:spPr>
          <c:invertIfNegative val="0"/>
          <c:dLbls>
            <c:numFmt formatCode="0.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uri="{CE6537A1-D6FC-4f65-9D91-7224C49458BB}">
                <ns4:layout/>
                <ns4:showLeaderLines val="0"/>
                <ns4:leaderLines/>
              </c:ext>
            </c:extLst>
          </c:dLbls>
          <c:cat>
            <c:strRef>
              <c:f>'Chart Data'!$C$2:$C$3</c:f>
              <c:strCache>
                <c:ptCount val="2"/>
                <c:pt idx="0">
                  <c:v>Macro-F1</c:v>
                </c:pt>
                <c:pt idx="1">
                  <c:v>AUROC</c:v>
                </c:pt>
              </c:strCache>
            </c:strRef>
          </c:cat>
          <c:val>
            <c:numRef>
              <c:f>'Chart Data'!$D$2:$D$3</c:f>
              <c:numCache>
                <c:formatCode>0.0</c:formatCode>
                <c:ptCount val="2"/>
                <c:pt idx="0">
                  <c:v>0.600279</c:v>
                </c:pt>
                <c:pt idx="1">
                  <c:v>0.671181</c:v>
                </c:pt>
              </c:numCache>
            </c:numRef>
          </c:val>
        </c:ser>
        <c:dLbls>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Helvetica Neue"/>
                <a:ea typeface="Helvetica Neue"/>
                <a:cs typeface="Helvetica Neue"/>
              </a:defRPr>
            </a:pPr>
          </a:p>
        </c:txPr>
        <c:crossAx val="48672768"/>
        <c:crosses val="autoZero"/>
        <c:auto val="1"/>
        <c:lblAlgn val="ctr"/>
        <c:lblOffset val="100"/>
        <c:noMultiLvlLbl val="0"/>
      </c:catAx>
      <c:valAx>
        <c:axId val="48672768"/>
        <c:scaling>
          <c:orientation val="minMax"/>
          <c:max val="1"/>
          <c:min val="0"/>
        </c:scaling>
        <c:delete val="0"/>
        <c:axPos val="l"/>
        <c:majorGridlines>
          <c:spPr>
            <a:ln w="9525">
              <a:solidFill>
                <a:srgbClr val="D9E2EC"/>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Helvetica Neue"/>
                <a:ea typeface="Helvetica Neue"/>
                <a:cs typeface="Helvetica Neue"/>
              </a:defRPr>
            </a:pPr>
          </a:p>
        </c:txPr>
        <c:crossAx val="48650112"/>
        <c:crosses val="autoZero"/>
        <c:crossBetween val="between"/>
        <c:majorUnit val="0.2"/>
      </c:valAx>
      <c:spPr>
        <a:solidFill>
          <a:srgbClr val="FFFFFF"/>
        </a:solidFill>
      </c:spPr>
    </c:plotArea>
    <c:legend>
      <c:legendPos val="b"/>
      <c:layout/>
      <c:overlay val="0"/>
      <c:txPr>
        <a:bodyPr rot="0" spcFirstLastPara="0" vertOverflow="ellipsis" vert="horz" wrap="square" anchor="ctr" anchorCtr="1"/>
        <a:lstStyle/>
        <a:p>
          <a:pPr>
            <a:defRPr lang="zh-CN" sz="1000" b="0" i="0" u="none" strike="noStrike" kern="1200" baseline="0">
              <a:solidFill>
                <a:schemeClr val="tx1"/>
              </a:solidFill>
              <a:latin typeface="Helvetica Neue"/>
              <a:ea typeface="Helvetica Neue"/>
              <a:cs typeface="Helvetica Neue"/>
            </a:defRPr>
          </a:pPr>
        </a:p>
      </c:txPr>
    </c:legend>
    <c:plotVisOnly val="1"/>
    <c:dispBlanksAs val="gap"/>
    <c:showDLblsOverMax val="0"/>
    <c:extLst>
      <c:ext uri="{0b15fc19-7d7d-44ad-8c2d-2c3a37ce22c3}">
        <ns5:chartProps chartId="{63b9f3aa-2836-4f64-b74e-6c6e536854cf}"/>
      </c:ext>
    </c:extLst>
  </c:chart>
  <c:spPr>
    <a:solidFill>
      <a:srgbClr val="FFFFFF"/>
    </a:solidFill>
  </c:spPr>
  <c:txPr>
    <a:bodyPr/>
    <a:lstStyle/>
    <a:p>
      <a:pPr>
        <a:defRPr lang="zh-CN"/>
      </a:pPr>
    </a:p>
  </c:txPr>
  <c:externalData ns6:id="rId1">
    <c:autoUpdate val="0"/>
  </c:externalData>
</c:chartSpace>
</file>

<file path=ppt/charts/chart4.xml><?xml version="1.0" encoding="utf-8"?>
<c:chartSpace xmlns:a="http://schemas.openxmlformats.org/drawingml/2006/main" xmlns:c="http://schemas.openxmlformats.org/drawingml/2006/chart" xmlns:ns1="http://schemas.openxmlformats.org/markup-compatibility/2006" xmlns:ns2="http://schemas.microsoft.com/office/drawing/2007/8/2/chart" xmlns:ns4="https://web.wps.cn/et/2018/main" xmlns:ns5="http://schemas.openxmlformats.org/officeDocument/2006/relationships">
  <c:date1904 val="0"/>
  <c:lang val="zh-CN"/>
  <c:roundedCorners val="0"/>
  <ns1:AlternateContent>
    <ns1:Choice Requires="c14">
      <ns2:style val="102"/>
    </ns1:Choice>
    <ns1:Fallback>
      <c:style val="2"/>
    </ns1:Fallback>
  </ns1:AlternateContent>
  <c:chart>
    <c:autoTitleDeleted val="1"/>
    <c:plotArea>
      <c:layout/>
      <c:lineChart>
        <c:grouping val="standard"/>
        <c:varyColors val="0"/>
        <c:ser>
          <c:idx val="0"/>
          <c:order val="0"/>
          <c:tx>
            <c:strRef>
              <c:f>'Chart Data'!$B$1</c:f>
              <c:strCache>
                <c:ptCount val="1"/>
                <c:pt idx="0">
                  <c:v>Red delta</c:v>
                </c:pt>
              </c:strCache>
            </c:strRef>
          </c:tx>
          <c:spPr>
            <a:ln w="19050" cap="rnd">
              <a:solidFill>
                <a:srgbClr val="D64545"/>
              </a:solidFill>
              <a:prstDash val="solid"/>
              <a:round/>
            </a:ln>
          </c:spPr>
          <c:marker>
            <c:symbol val="none"/>
          </c:marker>
          <c:dLbls>
            <c:delete val="1"/>
          </c:dLbls>
          <c:cat>
            <c:numRef>
              <c:f>'Chart Data'!$A$2:$A$62</c:f>
              <c:numCache>
                <c:formatCode>General</c:formatCode>
                <c:ptCount val="61"/>
                <c:pt idx="0">
                  <c:v>0</c:v>
                </c:pt>
                <c:pt idx="1">
                  <c:v>0.2</c:v>
                </c:pt>
                <c:pt idx="2">
                  <c:v>0.4</c:v>
                </c:pt>
                <c:pt idx="3">
                  <c:v>0.6</c:v>
                </c:pt>
                <c:pt idx="4">
                  <c:v>0.8</c:v>
                </c:pt>
                <c:pt idx="5">
                  <c:v>1</c:v>
                </c:pt>
                <c:pt idx="6">
                  <c:v>1.2</c:v>
                </c:pt>
                <c:pt idx="7">
                  <c:v>1.4</c:v>
                </c:pt>
                <c:pt idx="8">
                  <c:v>1.6</c:v>
                </c:pt>
                <c:pt idx="9">
                  <c:v>1.8</c:v>
                </c:pt>
                <c:pt idx="10">
                  <c:v>2</c:v>
                </c:pt>
                <c:pt idx="11">
                  <c:v>2.2</c:v>
                </c:pt>
                <c:pt idx="12">
                  <c:v>2.4</c:v>
                </c:pt>
                <c:pt idx="13">
                  <c:v>2.6</c:v>
                </c:pt>
                <c:pt idx="14">
                  <c:v>2.8</c:v>
                </c:pt>
                <c:pt idx="15">
                  <c:v>3</c:v>
                </c:pt>
                <c:pt idx="16">
                  <c:v>3.2</c:v>
                </c:pt>
                <c:pt idx="17">
                  <c:v>3.4</c:v>
                </c:pt>
                <c:pt idx="18">
                  <c:v>3.6</c:v>
                </c:pt>
                <c:pt idx="19">
                  <c:v>3.8</c:v>
                </c:pt>
                <c:pt idx="20">
                  <c:v>4</c:v>
                </c:pt>
                <c:pt idx="21">
                  <c:v>4.2</c:v>
                </c:pt>
                <c:pt idx="22">
                  <c:v>4.4</c:v>
                </c:pt>
                <c:pt idx="23">
                  <c:v>4.6</c:v>
                </c:pt>
                <c:pt idx="24">
                  <c:v>4.8</c:v>
                </c:pt>
                <c:pt idx="25">
                  <c:v>5</c:v>
                </c:pt>
                <c:pt idx="26">
                  <c:v>5.2</c:v>
                </c:pt>
                <c:pt idx="27">
                  <c:v>5.4</c:v>
                </c:pt>
                <c:pt idx="28">
                  <c:v>5.6</c:v>
                </c:pt>
                <c:pt idx="29">
                  <c:v>5.8</c:v>
                </c:pt>
                <c:pt idx="30">
                  <c:v>6</c:v>
                </c:pt>
                <c:pt idx="31">
                  <c:v>6.2</c:v>
                </c:pt>
                <c:pt idx="32">
                  <c:v>6.4</c:v>
                </c:pt>
                <c:pt idx="33">
                  <c:v>6.6</c:v>
                </c:pt>
                <c:pt idx="34">
                  <c:v>6.8</c:v>
                </c:pt>
                <c:pt idx="35">
                  <c:v>7</c:v>
                </c:pt>
                <c:pt idx="36">
                  <c:v>7.2</c:v>
                </c:pt>
                <c:pt idx="37">
                  <c:v>7.4</c:v>
                </c:pt>
                <c:pt idx="38">
                  <c:v>7.6</c:v>
                </c:pt>
                <c:pt idx="39">
                  <c:v>7.8</c:v>
                </c:pt>
                <c:pt idx="40">
                  <c:v>8</c:v>
                </c:pt>
                <c:pt idx="41">
                  <c:v>8.2</c:v>
                </c:pt>
                <c:pt idx="42">
                  <c:v>8.4</c:v>
                </c:pt>
                <c:pt idx="43">
                  <c:v>8.6</c:v>
                </c:pt>
                <c:pt idx="44">
                  <c:v>8.8</c:v>
                </c:pt>
                <c:pt idx="45">
                  <c:v>9</c:v>
                </c:pt>
                <c:pt idx="46">
                  <c:v>9.2</c:v>
                </c:pt>
                <c:pt idx="47">
                  <c:v>9.4</c:v>
                </c:pt>
                <c:pt idx="48">
                  <c:v>9.6</c:v>
                </c:pt>
                <c:pt idx="49">
                  <c:v>9.8</c:v>
                </c:pt>
                <c:pt idx="50">
                  <c:v>10</c:v>
                </c:pt>
                <c:pt idx="51">
                  <c:v>10.2</c:v>
                </c:pt>
                <c:pt idx="52">
                  <c:v>10.4</c:v>
                </c:pt>
                <c:pt idx="53">
                  <c:v>10.6</c:v>
                </c:pt>
                <c:pt idx="54">
                  <c:v>10.8</c:v>
                </c:pt>
                <c:pt idx="55">
                  <c:v>11</c:v>
                </c:pt>
                <c:pt idx="56">
                  <c:v>11.2</c:v>
                </c:pt>
                <c:pt idx="57">
                  <c:v>11.4</c:v>
                </c:pt>
                <c:pt idx="58">
                  <c:v>11.6</c:v>
                </c:pt>
                <c:pt idx="59">
                  <c:v>11.8</c:v>
                </c:pt>
                <c:pt idx="60">
                  <c:v>12</c:v>
                </c:pt>
              </c:numCache>
            </c:numRef>
          </c:cat>
          <c:val>
            <c:numRef>
              <c:f>'Chart Data'!$B$2:$B$62</c:f>
              <c:numCache>
                <c:formatCode>General</c:formatCode>
                <c:ptCount val="61"/>
                <c:pt idx="0">
                  <c:v>0</c:v>
                </c:pt>
                <c:pt idx="1">
                  <c:v>0</c:v>
                </c:pt>
                <c:pt idx="2">
                  <c:v>0</c:v>
                </c:pt>
                <c:pt idx="3">
                  <c:v>-0.414363316127208</c:v>
                </c:pt>
                <c:pt idx="4">
                  <c:v>-0.412567138671875</c:v>
                </c:pt>
                <c:pt idx="5">
                  <c:v>0</c:v>
                </c:pt>
                <c:pt idx="6">
                  <c:v>0</c:v>
                </c:pt>
                <c:pt idx="7">
                  <c:v>-0.40968104771207</c:v>
                </c:pt>
                <c:pt idx="8">
                  <c:v>-0.429630824497764</c:v>
                </c:pt>
                <c:pt idx="9">
                  <c:v>0.0316074916294724</c:v>
                </c:pt>
                <c:pt idx="10">
                  <c:v>0</c:v>
                </c:pt>
                <c:pt idx="11">
                  <c:v>-0.399627685546875</c:v>
                </c:pt>
                <c:pt idx="12">
                  <c:v>-0.413861955915195</c:v>
                </c:pt>
                <c:pt idx="13">
                  <c:v>-0.013916015625</c:v>
                </c:pt>
                <c:pt idx="14">
                  <c:v>-0.0265764508928612</c:v>
                </c:pt>
                <c:pt idx="15">
                  <c:v>-0.4036865234375</c:v>
                </c:pt>
                <c:pt idx="16">
                  <c:v>-0.424451555524541</c:v>
                </c:pt>
                <c:pt idx="17">
                  <c:v>0</c:v>
                </c:pt>
                <c:pt idx="18">
                  <c:v>0</c:v>
                </c:pt>
                <c:pt idx="19">
                  <c:v>-0.376844133649541</c:v>
                </c:pt>
                <c:pt idx="20">
                  <c:v>-0.40184238978793</c:v>
                </c:pt>
                <c:pt idx="21">
                  <c:v>-0.0397513253348336</c:v>
                </c:pt>
                <c:pt idx="22">
                  <c:v>0</c:v>
                </c:pt>
                <c:pt idx="23">
                  <c:v>-0.357683454241055</c:v>
                </c:pt>
                <c:pt idx="24">
                  <c:v>-0.416377476283486</c:v>
                </c:pt>
                <c:pt idx="25">
                  <c:v>-0.014556884765625</c:v>
                </c:pt>
                <c:pt idx="26">
                  <c:v>0.012451171875</c:v>
                </c:pt>
                <c:pt idx="27">
                  <c:v>0</c:v>
                </c:pt>
                <c:pt idx="28">
                  <c:v>-0.447501046316972</c:v>
                </c:pt>
                <c:pt idx="29">
                  <c:v>-0.442470005580361</c:v>
                </c:pt>
                <c:pt idx="30">
                  <c:v>0.0442025320870414</c:v>
                </c:pt>
                <c:pt idx="31">
                  <c:v>0.0648978097098336</c:v>
                </c:pt>
                <c:pt idx="32">
                  <c:v>-0.421473911830361</c:v>
                </c:pt>
                <c:pt idx="33">
                  <c:v>-0.41204833984375</c:v>
                </c:pt>
                <c:pt idx="34">
                  <c:v>0</c:v>
                </c:pt>
                <c:pt idx="35">
                  <c:v>0</c:v>
                </c:pt>
                <c:pt idx="36">
                  <c:v>-0.415889195033486</c:v>
                </c:pt>
                <c:pt idx="37">
                  <c:v>-0.436776297433028</c:v>
                </c:pt>
                <c:pt idx="38">
                  <c:v>0.032479422433056</c:v>
                </c:pt>
                <c:pt idx="39">
                  <c:v>0</c:v>
                </c:pt>
                <c:pt idx="40">
                  <c:v>-0.408582414899541</c:v>
                </c:pt>
                <c:pt idx="41">
                  <c:v>-0.41741943359375</c:v>
                </c:pt>
                <c:pt idx="42">
                  <c:v>0.00837489536829139</c:v>
                </c:pt>
                <c:pt idx="43">
                  <c:v>0.0435878208705276</c:v>
                </c:pt>
                <c:pt idx="44">
                  <c:v>-0.438541957310264</c:v>
                </c:pt>
                <c:pt idx="45">
                  <c:v>-0.466949462890625</c:v>
                </c:pt>
                <c:pt idx="46">
                  <c:v>0.0265677315848336</c:v>
                </c:pt>
                <c:pt idx="47">
                  <c:v>0.0220598493303612</c:v>
                </c:pt>
                <c:pt idx="48">
                  <c:v>-0.383767264229931</c:v>
                </c:pt>
                <c:pt idx="49">
                  <c:v>-0.386008126395097</c:v>
                </c:pt>
                <c:pt idx="50">
                  <c:v>0.016998291015625</c:v>
                </c:pt>
                <c:pt idx="51">
                  <c:v>0</c:v>
                </c:pt>
                <c:pt idx="52">
                  <c:v>0</c:v>
                </c:pt>
                <c:pt idx="53">
                  <c:v>-0.430254255022334</c:v>
                </c:pt>
                <c:pt idx="54">
                  <c:v>-0.467760358537959</c:v>
                </c:pt>
                <c:pt idx="55">
                  <c:v>0.0031694684709862</c:v>
                </c:pt>
                <c:pt idx="56">
                  <c:v>0</c:v>
                </c:pt>
                <c:pt idx="57">
                  <c:v>-0.39128330775668</c:v>
                </c:pt>
                <c:pt idx="58">
                  <c:v>-0.39068603515625</c:v>
                </c:pt>
                <c:pt idx="59">
                  <c:v>0.0247017996651664</c:v>
                </c:pt>
                <c:pt idx="60">
                  <c:v>0</c:v>
                </c:pt>
              </c:numCache>
            </c:numRef>
          </c:val>
          <c:smooth val="1"/>
        </c:ser>
        <c:ser>
          <c:idx val="1"/>
          <c:order val="1"/>
          <c:tx>
            <c:strRef>
              <c:f>'Chart Data'!$D$1</c:f>
              <c:strCache>
                <c:ptCount val="1"/>
                <c:pt idx="0">
                  <c:v>Green delta</c:v>
                </c:pt>
              </c:strCache>
            </c:strRef>
          </c:tx>
          <c:spPr>
            <a:ln w="19050" cap="rnd">
              <a:solidFill>
                <a:srgbClr val="2B8A3E"/>
              </a:solidFill>
              <a:prstDash val="solid"/>
              <a:round/>
            </a:ln>
          </c:spPr>
          <c:marker>
            <c:symbol val="none"/>
          </c:marker>
          <c:dLbls>
            <c:delete val="1"/>
          </c:dLbls>
          <c:cat>
            <c:numRef>
              <c:f>'Chart Data'!$C$2:$C$62</c:f>
              <c:numCache>
                <c:formatCode>General</c:formatCode>
                <c:ptCount val="61"/>
                <c:pt idx="0">
                  <c:v>0</c:v>
                </c:pt>
                <c:pt idx="1">
                  <c:v>0.2</c:v>
                </c:pt>
                <c:pt idx="2">
                  <c:v>0.4</c:v>
                </c:pt>
                <c:pt idx="3">
                  <c:v>0.6</c:v>
                </c:pt>
                <c:pt idx="4">
                  <c:v>0.8</c:v>
                </c:pt>
                <c:pt idx="5">
                  <c:v>1</c:v>
                </c:pt>
                <c:pt idx="6">
                  <c:v>1.2</c:v>
                </c:pt>
                <c:pt idx="7">
                  <c:v>1.4</c:v>
                </c:pt>
                <c:pt idx="8">
                  <c:v>1.6</c:v>
                </c:pt>
                <c:pt idx="9">
                  <c:v>1.8</c:v>
                </c:pt>
                <c:pt idx="10">
                  <c:v>2</c:v>
                </c:pt>
                <c:pt idx="11">
                  <c:v>2.2</c:v>
                </c:pt>
                <c:pt idx="12">
                  <c:v>2.4</c:v>
                </c:pt>
                <c:pt idx="13">
                  <c:v>2.6</c:v>
                </c:pt>
                <c:pt idx="14">
                  <c:v>2.8</c:v>
                </c:pt>
                <c:pt idx="15">
                  <c:v>3</c:v>
                </c:pt>
                <c:pt idx="16">
                  <c:v>3.2</c:v>
                </c:pt>
                <c:pt idx="17">
                  <c:v>3.4</c:v>
                </c:pt>
                <c:pt idx="18">
                  <c:v>3.6</c:v>
                </c:pt>
                <c:pt idx="19">
                  <c:v>3.8</c:v>
                </c:pt>
                <c:pt idx="20">
                  <c:v>4</c:v>
                </c:pt>
                <c:pt idx="21">
                  <c:v>4.2</c:v>
                </c:pt>
                <c:pt idx="22">
                  <c:v>4.4</c:v>
                </c:pt>
                <c:pt idx="23">
                  <c:v>4.6</c:v>
                </c:pt>
                <c:pt idx="24">
                  <c:v>4.8</c:v>
                </c:pt>
                <c:pt idx="25">
                  <c:v>5</c:v>
                </c:pt>
                <c:pt idx="26">
                  <c:v>5.2</c:v>
                </c:pt>
                <c:pt idx="27">
                  <c:v>5.4</c:v>
                </c:pt>
                <c:pt idx="28">
                  <c:v>5.6</c:v>
                </c:pt>
                <c:pt idx="29">
                  <c:v>5.8</c:v>
                </c:pt>
                <c:pt idx="30">
                  <c:v>6</c:v>
                </c:pt>
                <c:pt idx="31">
                  <c:v>6.2</c:v>
                </c:pt>
                <c:pt idx="32">
                  <c:v>6.4</c:v>
                </c:pt>
                <c:pt idx="33">
                  <c:v>6.6</c:v>
                </c:pt>
                <c:pt idx="34">
                  <c:v>6.8</c:v>
                </c:pt>
                <c:pt idx="35">
                  <c:v>7</c:v>
                </c:pt>
                <c:pt idx="36">
                  <c:v>7.2</c:v>
                </c:pt>
                <c:pt idx="37">
                  <c:v>7.4</c:v>
                </c:pt>
                <c:pt idx="38">
                  <c:v>7.6</c:v>
                </c:pt>
                <c:pt idx="39">
                  <c:v>7.8</c:v>
                </c:pt>
                <c:pt idx="40">
                  <c:v>8</c:v>
                </c:pt>
                <c:pt idx="41">
                  <c:v>8.2</c:v>
                </c:pt>
                <c:pt idx="42">
                  <c:v>8.4</c:v>
                </c:pt>
                <c:pt idx="43">
                  <c:v>8.6</c:v>
                </c:pt>
                <c:pt idx="44">
                  <c:v>8.8</c:v>
                </c:pt>
                <c:pt idx="45">
                  <c:v>9</c:v>
                </c:pt>
                <c:pt idx="46">
                  <c:v>9.2</c:v>
                </c:pt>
                <c:pt idx="47">
                  <c:v>9.4</c:v>
                </c:pt>
                <c:pt idx="48">
                  <c:v>9.6</c:v>
                </c:pt>
                <c:pt idx="49">
                  <c:v>9.8</c:v>
                </c:pt>
                <c:pt idx="50">
                  <c:v>10</c:v>
                </c:pt>
                <c:pt idx="51">
                  <c:v>10.2</c:v>
                </c:pt>
                <c:pt idx="52">
                  <c:v>10.4</c:v>
                </c:pt>
                <c:pt idx="53">
                  <c:v>10.6</c:v>
                </c:pt>
                <c:pt idx="54">
                  <c:v>10.8</c:v>
                </c:pt>
                <c:pt idx="55">
                  <c:v>11</c:v>
                </c:pt>
                <c:pt idx="56">
                  <c:v>11.2</c:v>
                </c:pt>
                <c:pt idx="57">
                  <c:v>11.4</c:v>
                </c:pt>
                <c:pt idx="58">
                  <c:v>11.6</c:v>
                </c:pt>
                <c:pt idx="59">
                  <c:v>11.8</c:v>
                </c:pt>
                <c:pt idx="60">
                  <c:v>12</c:v>
                </c:pt>
              </c:numCache>
            </c:numRef>
          </c:cat>
          <c:val>
            <c:numRef>
              <c:f>'Chart Data'!$D$2:$D$62</c:f>
              <c:numCache>
                <c:formatCode>General</c:formatCode>
                <c:ptCount val="61"/>
                <c:pt idx="0">
                  <c:v>0</c:v>
                </c:pt>
                <c:pt idx="1">
                  <c:v>0</c:v>
                </c:pt>
                <c:pt idx="2">
                  <c:v>0</c:v>
                </c:pt>
                <c:pt idx="3">
                  <c:v>-0.783438546316958</c:v>
                </c:pt>
                <c:pt idx="4">
                  <c:v>-0.765145438058042</c:v>
                </c:pt>
                <c:pt idx="5">
                  <c:v>0</c:v>
                </c:pt>
                <c:pt idx="6">
                  <c:v>0</c:v>
                </c:pt>
                <c:pt idx="7">
                  <c:v>-0.722276960100444</c:v>
                </c:pt>
                <c:pt idx="8">
                  <c:v>-0.758845738002236</c:v>
                </c:pt>
                <c:pt idx="9">
                  <c:v>-0.135214669363833</c:v>
                </c:pt>
                <c:pt idx="10">
                  <c:v>0</c:v>
                </c:pt>
                <c:pt idx="11">
                  <c:v>-0.631081717354917</c:v>
                </c:pt>
                <c:pt idx="12">
                  <c:v>-0.761518205915181</c:v>
                </c:pt>
                <c:pt idx="13">
                  <c:v>-0.137534005301333</c:v>
                </c:pt>
                <c:pt idx="14">
                  <c:v>-0.0564357212611668</c:v>
                </c:pt>
                <c:pt idx="15">
                  <c:v>-0.629403250558042</c:v>
                </c:pt>
                <c:pt idx="16">
                  <c:v>-0.713535853794639</c:v>
                </c:pt>
                <c:pt idx="17">
                  <c:v>0</c:v>
                </c:pt>
                <c:pt idx="18">
                  <c:v>0</c:v>
                </c:pt>
                <c:pt idx="19">
                  <c:v>-0.615583147321416</c:v>
                </c:pt>
                <c:pt idx="20">
                  <c:v>-0.737697056361611</c:v>
                </c:pt>
                <c:pt idx="21">
                  <c:v>-0.238002232142861</c:v>
                </c:pt>
                <c:pt idx="22">
                  <c:v>0</c:v>
                </c:pt>
                <c:pt idx="23">
                  <c:v>-0.484989711216514</c:v>
                </c:pt>
                <c:pt idx="24">
                  <c:v>-0.756975446428569</c:v>
                </c:pt>
                <c:pt idx="25">
                  <c:v>-0.265481131417417</c:v>
                </c:pt>
                <c:pt idx="26">
                  <c:v>-0.070316859654028</c:v>
                </c:pt>
                <c:pt idx="27">
                  <c:v>0</c:v>
                </c:pt>
                <c:pt idx="28">
                  <c:v>-0.688398088727681</c:v>
                </c:pt>
                <c:pt idx="29">
                  <c:v>-0.724448067801333</c:v>
                </c:pt>
                <c:pt idx="30">
                  <c:v>-0.048060825892847</c:v>
                </c:pt>
                <c:pt idx="31">
                  <c:v>-0.0322701590401806</c:v>
                </c:pt>
                <c:pt idx="32">
                  <c:v>-0.709647042410708</c:v>
                </c:pt>
                <c:pt idx="33">
                  <c:v>-0.714298793247764</c:v>
                </c:pt>
                <c:pt idx="34">
                  <c:v>0</c:v>
                </c:pt>
                <c:pt idx="35">
                  <c:v>0</c:v>
                </c:pt>
                <c:pt idx="36">
                  <c:v>-0.764077322823667</c:v>
                </c:pt>
                <c:pt idx="37">
                  <c:v>-0.766248430524541</c:v>
                </c:pt>
                <c:pt idx="38">
                  <c:v>-0.187774658203125</c:v>
                </c:pt>
                <c:pt idx="39">
                  <c:v>0</c:v>
                </c:pt>
                <c:pt idx="40">
                  <c:v>-0.627349853515625</c:v>
                </c:pt>
                <c:pt idx="41">
                  <c:v>-0.747105189732139</c:v>
                </c:pt>
                <c:pt idx="42">
                  <c:v>-0.183794294084819</c:v>
                </c:pt>
                <c:pt idx="43">
                  <c:v>-0.063877650669653</c:v>
                </c:pt>
                <c:pt idx="44">
                  <c:v>-0.538508823939722</c:v>
                </c:pt>
                <c:pt idx="45">
                  <c:v>-0.67822265625</c:v>
                </c:pt>
                <c:pt idx="46">
                  <c:v>-0.232121058872778</c:v>
                </c:pt>
                <c:pt idx="47">
                  <c:v>-0.124053955078125</c:v>
                </c:pt>
                <c:pt idx="48">
                  <c:v>-0.778294154575889</c:v>
                </c:pt>
                <c:pt idx="49">
                  <c:v>-0.796155657087056</c:v>
                </c:pt>
                <c:pt idx="50">
                  <c:v>-0.153228759765625</c:v>
                </c:pt>
                <c:pt idx="51">
                  <c:v>0</c:v>
                </c:pt>
                <c:pt idx="52">
                  <c:v>0</c:v>
                </c:pt>
                <c:pt idx="53">
                  <c:v>-0.784689767020097</c:v>
                </c:pt>
                <c:pt idx="54">
                  <c:v>-0.784580775669653</c:v>
                </c:pt>
                <c:pt idx="55">
                  <c:v>-0.087921142578125</c:v>
                </c:pt>
                <c:pt idx="56">
                  <c:v>0</c:v>
                </c:pt>
                <c:pt idx="57">
                  <c:v>-0.619437081473208</c:v>
                </c:pt>
                <c:pt idx="58">
                  <c:v>-0.760236467633931</c:v>
                </c:pt>
                <c:pt idx="59">
                  <c:v>-0.0968584333147362</c:v>
                </c:pt>
                <c:pt idx="60">
                  <c:v>0</c:v>
                </c:pt>
              </c:numCache>
            </c:numRef>
          </c:val>
          <c:smooth val="1"/>
        </c:ser>
        <c:ser>
          <c:idx val="2"/>
          <c:order val="2"/>
          <c:tx>
            <c:strRef>
              <c:f>'Chart Data'!$F$1</c:f>
              <c:strCache>
                <c:ptCount val="1"/>
                <c:pt idx="0">
                  <c:v>Blue delta</c:v>
                </c:pt>
              </c:strCache>
            </c:strRef>
          </c:tx>
          <c:spPr>
            <a:ln w="19050" cap="rnd">
              <a:solidFill>
                <a:srgbClr val="2F6BFF"/>
              </a:solidFill>
              <a:prstDash val="solid"/>
              <a:round/>
            </a:ln>
          </c:spPr>
          <c:marker>
            <c:symbol val="none"/>
          </c:marker>
          <c:dLbls>
            <c:delete val="1"/>
          </c:dLbls>
          <c:cat>
            <c:numRef>
              <c:f>'Chart Data'!$E$2:$E$62</c:f>
              <c:numCache>
                <c:formatCode>General</c:formatCode>
                <c:ptCount val="61"/>
                <c:pt idx="0">
                  <c:v>0</c:v>
                </c:pt>
                <c:pt idx="1">
                  <c:v>0.2</c:v>
                </c:pt>
                <c:pt idx="2">
                  <c:v>0.4</c:v>
                </c:pt>
                <c:pt idx="3">
                  <c:v>0.6</c:v>
                </c:pt>
                <c:pt idx="4">
                  <c:v>0.8</c:v>
                </c:pt>
                <c:pt idx="5">
                  <c:v>1</c:v>
                </c:pt>
                <c:pt idx="6">
                  <c:v>1.2</c:v>
                </c:pt>
                <c:pt idx="7">
                  <c:v>1.4</c:v>
                </c:pt>
                <c:pt idx="8">
                  <c:v>1.6</c:v>
                </c:pt>
                <c:pt idx="9">
                  <c:v>1.8</c:v>
                </c:pt>
                <c:pt idx="10">
                  <c:v>2</c:v>
                </c:pt>
                <c:pt idx="11">
                  <c:v>2.2</c:v>
                </c:pt>
                <c:pt idx="12">
                  <c:v>2.4</c:v>
                </c:pt>
                <c:pt idx="13">
                  <c:v>2.6</c:v>
                </c:pt>
                <c:pt idx="14">
                  <c:v>2.8</c:v>
                </c:pt>
                <c:pt idx="15">
                  <c:v>3</c:v>
                </c:pt>
                <c:pt idx="16">
                  <c:v>3.2</c:v>
                </c:pt>
                <c:pt idx="17">
                  <c:v>3.4</c:v>
                </c:pt>
                <c:pt idx="18">
                  <c:v>3.6</c:v>
                </c:pt>
                <c:pt idx="19">
                  <c:v>3.8</c:v>
                </c:pt>
                <c:pt idx="20">
                  <c:v>4</c:v>
                </c:pt>
                <c:pt idx="21">
                  <c:v>4.2</c:v>
                </c:pt>
                <c:pt idx="22">
                  <c:v>4.4</c:v>
                </c:pt>
                <c:pt idx="23">
                  <c:v>4.6</c:v>
                </c:pt>
                <c:pt idx="24">
                  <c:v>4.8</c:v>
                </c:pt>
                <c:pt idx="25">
                  <c:v>5</c:v>
                </c:pt>
                <c:pt idx="26">
                  <c:v>5.2</c:v>
                </c:pt>
                <c:pt idx="27">
                  <c:v>5.4</c:v>
                </c:pt>
                <c:pt idx="28">
                  <c:v>5.6</c:v>
                </c:pt>
                <c:pt idx="29">
                  <c:v>5.8</c:v>
                </c:pt>
                <c:pt idx="30">
                  <c:v>6</c:v>
                </c:pt>
                <c:pt idx="31">
                  <c:v>6.2</c:v>
                </c:pt>
                <c:pt idx="32">
                  <c:v>6.4</c:v>
                </c:pt>
                <c:pt idx="33">
                  <c:v>6.6</c:v>
                </c:pt>
                <c:pt idx="34">
                  <c:v>6.8</c:v>
                </c:pt>
                <c:pt idx="35">
                  <c:v>7</c:v>
                </c:pt>
                <c:pt idx="36">
                  <c:v>7.2</c:v>
                </c:pt>
                <c:pt idx="37">
                  <c:v>7.4</c:v>
                </c:pt>
                <c:pt idx="38">
                  <c:v>7.6</c:v>
                </c:pt>
                <c:pt idx="39">
                  <c:v>7.8</c:v>
                </c:pt>
                <c:pt idx="40">
                  <c:v>8</c:v>
                </c:pt>
                <c:pt idx="41">
                  <c:v>8.2</c:v>
                </c:pt>
                <c:pt idx="42">
                  <c:v>8.4</c:v>
                </c:pt>
                <c:pt idx="43">
                  <c:v>8.6</c:v>
                </c:pt>
                <c:pt idx="44">
                  <c:v>8.8</c:v>
                </c:pt>
                <c:pt idx="45">
                  <c:v>9</c:v>
                </c:pt>
                <c:pt idx="46">
                  <c:v>9.2</c:v>
                </c:pt>
                <c:pt idx="47">
                  <c:v>9.4</c:v>
                </c:pt>
                <c:pt idx="48">
                  <c:v>9.6</c:v>
                </c:pt>
                <c:pt idx="49">
                  <c:v>9.8</c:v>
                </c:pt>
                <c:pt idx="50">
                  <c:v>10</c:v>
                </c:pt>
                <c:pt idx="51">
                  <c:v>10.2</c:v>
                </c:pt>
                <c:pt idx="52">
                  <c:v>10.4</c:v>
                </c:pt>
                <c:pt idx="53">
                  <c:v>10.6</c:v>
                </c:pt>
                <c:pt idx="54">
                  <c:v>10.8</c:v>
                </c:pt>
                <c:pt idx="55">
                  <c:v>11</c:v>
                </c:pt>
                <c:pt idx="56">
                  <c:v>11.2</c:v>
                </c:pt>
                <c:pt idx="57">
                  <c:v>11.4</c:v>
                </c:pt>
                <c:pt idx="58">
                  <c:v>11.6</c:v>
                </c:pt>
                <c:pt idx="59">
                  <c:v>11.8</c:v>
                </c:pt>
                <c:pt idx="60">
                  <c:v>12</c:v>
                </c:pt>
              </c:numCache>
            </c:numRef>
          </c:cat>
          <c:val>
            <c:numRef>
              <c:f>'Chart Data'!$F$2:$F$62</c:f>
              <c:numCache>
                <c:formatCode>General</c:formatCode>
                <c:ptCount val="61"/>
                <c:pt idx="0">
                  <c:v>0</c:v>
                </c:pt>
                <c:pt idx="1">
                  <c:v>0</c:v>
                </c:pt>
                <c:pt idx="2">
                  <c:v>0</c:v>
                </c:pt>
                <c:pt idx="3">
                  <c:v>0.424525669642861</c:v>
                </c:pt>
                <c:pt idx="4">
                  <c:v>0.374424525669653</c:v>
                </c:pt>
                <c:pt idx="5">
                  <c:v>0</c:v>
                </c:pt>
                <c:pt idx="6">
                  <c:v>0</c:v>
                </c:pt>
                <c:pt idx="7">
                  <c:v>0.176374162946431</c:v>
                </c:pt>
                <c:pt idx="8">
                  <c:v>0.419546944754458</c:v>
                </c:pt>
                <c:pt idx="9">
                  <c:v>0.338705880301333</c:v>
                </c:pt>
                <c:pt idx="10">
                  <c:v>0</c:v>
                </c:pt>
                <c:pt idx="11">
                  <c:v>0.203220912388389</c:v>
                </c:pt>
                <c:pt idx="12">
                  <c:v>0.449676513671875</c:v>
                </c:pt>
                <c:pt idx="13">
                  <c:v>0.360081263950889</c:v>
                </c:pt>
                <c:pt idx="14">
                  <c:v>0.274370465959819</c:v>
                </c:pt>
                <c:pt idx="15">
                  <c:v>0.202584402901792</c:v>
                </c:pt>
                <c:pt idx="16">
                  <c:v>0.338134765625</c:v>
                </c:pt>
                <c:pt idx="17">
                  <c:v>0</c:v>
                </c:pt>
                <c:pt idx="18">
                  <c:v>0</c:v>
                </c:pt>
                <c:pt idx="19">
                  <c:v>0.0983668736049026</c:v>
                </c:pt>
                <c:pt idx="20">
                  <c:v>0.448560442243306</c:v>
                </c:pt>
                <c:pt idx="21">
                  <c:v>0.430825369698667</c:v>
                </c:pt>
                <c:pt idx="22">
                  <c:v>0</c:v>
                </c:pt>
                <c:pt idx="23">
                  <c:v>0.135210309709819</c:v>
                </c:pt>
                <c:pt idx="24">
                  <c:v>0.400347028459819</c:v>
                </c:pt>
                <c:pt idx="25">
                  <c:v>0.474727085658486</c:v>
                </c:pt>
                <c:pt idx="26">
                  <c:v>0.329616001674097</c:v>
                </c:pt>
                <c:pt idx="27">
                  <c:v>0</c:v>
                </c:pt>
                <c:pt idx="28">
                  <c:v>0.215336390904014</c:v>
                </c:pt>
                <c:pt idx="29">
                  <c:v>0.496847970145097</c:v>
                </c:pt>
                <c:pt idx="30">
                  <c:v>0.244149344308042</c:v>
                </c:pt>
                <c:pt idx="31">
                  <c:v>0.148825509207597</c:v>
                </c:pt>
                <c:pt idx="32">
                  <c:v>0.210784912109375</c:v>
                </c:pt>
                <c:pt idx="33">
                  <c:v>0.324650355747778</c:v>
                </c:pt>
                <c:pt idx="34">
                  <c:v>0</c:v>
                </c:pt>
                <c:pt idx="35">
                  <c:v>0</c:v>
                </c:pt>
                <c:pt idx="36">
                  <c:v>0.425742013113847</c:v>
                </c:pt>
                <c:pt idx="37">
                  <c:v>0.445016043526778</c:v>
                </c:pt>
                <c:pt idx="38">
                  <c:v>0.425249372209819</c:v>
                </c:pt>
                <c:pt idx="39">
                  <c:v>0</c:v>
                </c:pt>
                <c:pt idx="40">
                  <c:v>0.11968994140625</c:v>
                </c:pt>
                <c:pt idx="41">
                  <c:v>0.378426688058042</c:v>
                </c:pt>
                <c:pt idx="42">
                  <c:v>0.423649379185264</c:v>
                </c:pt>
                <c:pt idx="43">
                  <c:v>0.236982073102681</c:v>
                </c:pt>
                <c:pt idx="44">
                  <c:v>0.0337088448660694</c:v>
                </c:pt>
                <c:pt idx="45">
                  <c:v>0.174774169921875</c:v>
                </c:pt>
                <c:pt idx="46">
                  <c:v>0.449519566127236</c:v>
                </c:pt>
                <c:pt idx="47">
                  <c:v>0.192430768694194</c:v>
                </c:pt>
                <c:pt idx="48">
                  <c:v>0.389304024832597</c:v>
                </c:pt>
                <c:pt idx="49">
                  <c:v>0.451001848493306</c:v>
                </c:pt>
                <c:pt idx="50">
                  <c:v>0.252554757254472</c:v>
                </c:pt>
                <c:pt idx="51">
                  <c:v>0</c:v>
                </c:pt>
                <c:pt idx="52">
                  <c:v>0</c:v>
                </c:pt>
                <c:pt idx="53">
                  <c:v>0.449375697544639</c:v>
                </c:pt>
                <c:pt idx="54">
                  <c:v>0.385502406529014</c:v>
                </c:pt>
                <c:pt idx="55">
                  <c:v>0.245806012834819</c:v>
                </c:pt>
                <c:pt idx="56">
                  <c:v>0</c:v>
                </c:pt>
                <c:pt idx="57">
                  <c:v>0.230181012834819</c:v>
                </c:pt>
                <c:pt idx="58">
                  <c:v>0.369668143136167</c:v>
                </c:pt>
                <c:pt idx="59">
                  <c:v>0.259159633091528</c:v>
                </c:pt>
                <c:pt idx="60">
                  <c:v>0</c:v>
                </c:pt>
              </c:numCache>
            </c:numRef>
          </c:val>
          <c:smooth val="1"/>
        </c:ser>
        <c:dLbls>
          <c:showLegendKey val="0"/>
          <c:showVal val="0"/>
          <c:showCatName val="0"/>
          <c:showSerName val="0"/>
          <c:showPercent val="0"/>
          <c:showBubbleSize val="0"/>
        </c:dLbls>
        <c:marker val="0"/>
        <c:smooth val="1"/>
        <c:axId val="48650112"/>
        <c:axId val="48672768"/>
      </c:lineChart>
      <c:catAx>
        <c:axId val="48650112"/>
        <c:scaling>
          <c:orientation val="minMax"/>
        </c:scaling>
        <c:delete val="0"/>
        <c:axPos val="b"/>
        <c:numFmt formatCode="General" sourceLinked="1"/>
        <c:majorTickMark val="none"/>
        <c:minorTickMark val="none"/>
        <c:tickLblPos val="none"/>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Helvetica Neue"/>
                <a:ea typeface="Helvetica Neue"/>
                <a:cs typeface="Helvetica Neue"/>
              </a:defRPr>
            </a:pPr>
          </a:p>
        </c:txPr>
        <c:crossAx val="48672768"/>
        <c:crosses val="autoZero"/>
        <c:auto val="1"/>
        <c:lblAlgn val="ctr"/>
        <c:lblOffset val="100"/>
        <c:noMultiLvlLbl val="0"/>
      </c:catAx>
      <c:valAx>
        <c:axId val="48672768"/>
        <c:scaling>
          <c:orientation val="minMax"/>
        </c:scaling>
        <c:delete val="0"/>
        <c:axPos val="l"/>
        <c:majorGridlines>
          <c:spPr>
            <a:ln w="9525">
              <a:solidFill>
                <a:srgbClr val="D9E2EC"/>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a:latin typeface="Helvetica Neue"/>
                    <a:ea typeface="Helvetica Neue"/>
                    <a:cs typeface="Helvetica Neue"/>
                  </a:rPr>
                  <a:t>Modified minus control</a:t>
                </a:r>
                <a:endParaRPr>
                  <a:latin typeface="Helvetica Neue"/>
                  <a:ea typeface="Helvetica Neue"/>
                  <a:cs typeface="Helvetica Neue"/>
                </a:endParaRPr>
              </a:p>
            </c:rich>
          </c:tx>
          <c:layout/>
          <c:overlay val="0"/>
        </c:title>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Helvetica Neue"/>
                <a:ea typeface="Helvetica Neue"/>
                <a:cs typeface="Helvetica Neue"/>
              </a:defRPr>
            </a:pPr>
          </a:p>
        </c:txPr>
        <c:crossAx val="48650112"/>
        <c:crosses val="autoZero"/>
        <c:crossBetween val="between"/>
      </c:valAx>
      <c:spPr>
        <a:solidFill>
          <a:srgbClr val="FFFFFF"/>
        </a:solidFill>
      </c:spPr>
    </c:plotArea>
    <c:legend>
      <c:legendPos val="b"/>
      <c:layout/>
      <c:overlay val="0"/>
      <c:txPr>
        <a:bodyPr rot="0" spcFirstLastPara="0" vertOverflow="ellipsis" vert="horz" wrap="square" anchor="ctr" anchorCtr="1"/>
        <a:lstStyle/>
        <a:p>
          <a:pPr>
            <a:defRPr lang="zh-CN" sz="1000" b="0" i="0" u="none" strike="noStrike" kern="1200" baseline="0">
              <a:solidFill>
                <a:schemeClr val="tx1"/>
              </a:solidFill>
              <a:latin typeface="Helvetica Neue"/>
              <a:ea typeface="Helvetica Neue"/>
              <a:cs typeface="Helvetica Neue"/>
            </a:defRPr>
          </a:pPr>
        </a:p>
      </c:txPr>
    </c:legend>
    <c:plotVisOnly val="1"/>
    <c:dispBlanksAs val="gap"/>
    <c:showDLblsOverMax val="0"/>
    <c:extLst>
      <c:ext uri="{0b15fc19-7d7d-44ad-8c2d-2c3a37ce22c3}">
        <ns4:chartProps chartId="{881f9688-2b2f-4e0a-aa67-588cfbac66c3}"/>
      </c:ext>
    </c:extLst>
  </c:chart>
  <c:spPr>
    <a:solidFill>
      <a:srgbClr val="FFFFFF"/>
    </a:solidFill>
  </c:spPr>
  <c:txPr>
    <a:bodyPr/>
    <a:lstStyle/>
    <a:p>
      <a:pPr>
        <a:defRPr lang="zh-CN"/>
      </a:pPr>
    </a:p>
  </c:txPr>
  <c:externalData ns5:id="rId1">
    <c:autoUpdate val="0"/>
  </c:externalData>
</c:chartSpace>
</file>

<file path=ppt/charts/chart5.xml><?xml version="1.0" encoding="utf-8"?>
<c:chartSpace xmlns:a="http://schemas.openxmlformats.org/drawingml/2006/main" xmlns:c="http://schemas.openxmlformats.org/drawingml/2006/chart" xmlns:ns1="http://schemas.openxmlformats.org/markup-compatibility/2006" xmlns:ns2="http://schemas.microsoft.com/office/drawing/2007/8/2/chart" xmlns:ns4="http://schemas.microsoft.com/office/drawing/2012/chart" xmlns:ns5="https://web.wps.cn/et/2018/main" xmlns:ns6="http://schemas.openxmlformats.org/officeDocument/2006/relationships">
  <c:date1904 val="0"/>
  <c:lang val="zh-CN"/>
  <c:roundedCorners val="0"/>
  <ns1:AlternateContent>
    <ns1:Choice Requires="c14">
      <ns2:style val="102"/>
    </ns1:Choice>
    <ns1:Fallback>
      <c:style val="2"/>
    </ns1:Fallback>
  </ns1:AlternateContent>
  <c:chart>
    <c:autoTitleDeleted val="1"/>
    <c:plotArea>
      <c:layout/>
      <c:barChart>
        <c:barDir val="col"/>
        <c:grouping val="clustered"/>
        <c:varyColors val="0"/>
        <c:ser>
          <c:idx val="0"/>
          <c:order val="0"/>
          <c:tx>
            <c:strRef>
              <c:f>'Chart Data'!$B$1</c:f>
              <c:strCache>
                <c:ptCount val="1"/>
                <c:pt idx="0">
                  <c:v>A=1 attack</c:v>
                </c:pt>
              </c:strCache>
            </c:strRef>
          </c:tx>
          <c:spPr>
            <a:solidFill>
              <a:srgbClr val="E67E22"/>
            </a:solidFill>
          </c:spPr>
          <c:invertIfNegative val="0"/>
          <c:dLbls>
            <c:numFmt formatCode="0.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uri="{CE6537A1-D6FC-4f65-9D91-7224C49458BB}">
                <ns4:layout/>
                <ns4:showLeaderLines val="0"/>
                <ns4:leaderLines/>
              </c:ext>
            </c:extLst>
          </c:dLbls>
          <c:cat>
            <c:strRef>
              <c:f>'Chart Data'!$A$2:$A$4</c:f>
              <c:strCache>
                <c:ptCount val="3"/>
                <c:pt idx="0">
                  <c:v>Red</c:v>
                </c:pt>
                <c:pt idx="1">
                  <c:v>Green</c:v>
                </c:pt>
                <c:pt idx="2">
                  <c:v>Blue</c:v>
                </c:pt>
              </c:strCache>
            </c:strRef>
          </c:cat>
          <c:val>
            <c:numRef>
              <c:f>'Chart Data'!$B$2:$B$4</c:f>
              <c:numCache>
                <c:formatCode>0.0</c:formatCode>
                <c:ptCount val="3"/>
                <c:pt idx="0">
                  <c:v>0.945691810476078</c:v>
                </c:pt>
                <c:pt idx="1">
                  <c:v>0.938800842185634</c:v>
                </c:pt>
                <c:pt idx="2">
                  <c:v>0.660276312828459</c:v>
                </c:pt>
              </c:numCache>
            </c:numRef>
          </c:val>
        </c:ser>
        <c:ser>
          <c:idx val="1"/>
          <c:order val="1"/>
          <c:tx>
            <c:strRef>
              <c:f>'Chart Data'!$D$1</c:f>
              <c:strCache>
                <c:ptCount val="1"/>
                <c:pt idx="0">
                  <c:v>Neutral re-encode</c:v>
                </c:pt>
              </c:strCache>
            </c:strRef>
          </c:tx>
          <c:spPr>
            <a:solidFill>
              <a:srgbClr val="627D98"/>
            </a:solidFill>
          </c:spPr>
          <c:invertIfNegative val="0"/>
          <c:dLbls>
            <c:numFmt formatCode="0.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uri="{CE6537A1-D6FC-4f65-9D91-7224C49458BB}">
                <ns4:layout/>
                <ns4:showLeaderLines val="0"/>
                <ns4:leaderLines/>
              </c:ext>
            </c:extLst>
          </c:dLbls>
          <c:cat>
            <c:strRef>
              <c:f>'Chart Data'!$C$2:$C$4</c:f>
              <c:strCache>
                <c:ptCount val="3"/>
                <c:pt idx="0">
                  <c:v>Red</c:v>
                </c:pt>
                <c:pt idx="1">
                  <c:v>Green</c:v>
                </c:pt>
                <c:pt idx="2">
                  <c:v>Blue</c:v>
                </c:pt>
              </c:strCache>
            </c:strRef>
          </c:cat>
          <c:val>
            <c:numRef>
              <c:f>'Chart Data'!$D$2:$D$4</c:f>
              <c:numCache>
                <c:formatCode>0.0</c:formatCode>
                <c:ptCount val="3"/>
                <c:pt idx="0">
                  <c:v>0.204361708326686</c:v>
                </c:pt>
                <c:pt idx="1">
                  <c:v>0.110758754070268</c:v>
                </c:pt>
                <c:pt idx="2">
                  <c:v>0.0039781535791344</c:v>
                </c:pt>
              </c:numCache>
            </c:numRef>
          </c:val>
        </c:ser>
        <c:dLbls>
          <c:showLegendKey val="0"/>
          <c:showVal val="1"/>
          <c:showCatName val="0"/>
          <c:showSerName val="0"/>
          <c:showPercent val="0"/>
          <c:showBubbleSize val="0"/>
        </c:dLbls>
        <c:gapWidth val="6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Helvetica Neue"/>
                <a:ea typeface="Helvetica Neue"/>
                <a:cs typeface="Helvetica Neue"/>
              </a:defRPr>
            </a:pPr>
          </a:p>
        </c:txPr>
        <c:crossAx val="48672768"/>
        <c:crosses val="autoZero"/>
        <c:auto val="1"/>
        <c:lblAlgn val="ctr"/>
        <c:lblOffset val="100"/>
        <c:noMultiLvlLbl val="0"/>
      </c:catAx>
      <c:valAx>
        <c:axId val="48672768"/>
        <c:scaling>
          <c:orientation val="minMax"/>
          <c:max val="1"/>
          <c:min val="0"/>
        </c:scaling>
        <c:delete val="0"/>
        <c:axPos val="l"/>
        <c:majorGridlines>
          <c:spPr>
            <a:ln w="9525">
              <a:solidFill>
                <a:srgbClr val="D9E2EC"/>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sz="1000">
                    <a:latin typeface="Helvetica Neue"/>
                    <a:ea typeface="Helvetica Neue"/>
                    <a:cs typeface="Helvetica Neue"/>
                  </a:rPr>
                  <a:t>Target-band energy fraction</a:t>
                </a:r>
                <a:endParaRPr>
                  <a:latin typeface="Helvetica Neue"/>
                  <a:ea typeface="Helvetica Neue"/>
                  <a:cs typeface="Helvetica Neue"/>
                </a:endParaRPr>
              </a:p>
            </c:rich>
          </c:tx>
          <c:layout/>
          <c:overlay val="0"/>
        </c:title>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Helvetica Neue"/>
                <a:ea typeface="Helvetica Neue"/>
                <a:cs typeface="Helvetica Neue"/>
              </a:defRPr>
            </a:pPr>
          </a:p>
        </c:txPr>
        <c:crossAx val="48650112"/>
        <c:crosses val="autoZero"/>
        <c:crossBetween val="between"/>
        <c:majorUnit val="0.2"/>
      </c:valAx>
      <c:spPr>
        <a:solidFill>
          <a:srgbClr val="FFFFFF"/>
        </a:solidFill>
      </c:spPr>
    </c:plotArea>
    <c:legend>
      <c:legendPos val="b"/>
      <c:layout/>
      <c:overlay val="0"/>
      <c:txPr>
        <a:bodyPr rot="0" spcFirstLastPara="0" vertOverflow="ellipsis" vert="horz" wrap="square" anchor="ctr" anchorCtr="1"/>
        <a:lstStyle/>
        <a:p>
          <a:pPr>
            <a:defRPr lang="zh-CN" sz="1000" b="0" i="0" u="none" strike="noStrike" kern="1200" baseline="0">
              <a:solidFill>
                <a:schemeClr val="tx1"/>
              </a:solidFill>
              <a:latin typeface="Helvetica Neue"/>
              <a:ea typeface="Helvetica Neue"/>
              <a:cs typeface="Helvetica Neue"/>
            </a:defRPr>
          </a:pPr>
        </a:p>
      </c:txPr>
    </c:legend>
    <c:plotVisOnly val="1"/>
    <c:dispBlanksAs val="gap"/>
    <c:showDLblsOverMax val="0"/>
    <c:extLst>
      <c:ext uri="{0b15fc19-7d7d-44ad-8c2d-2c3a37ce22c3}">
        <ns5:chartProps chartId="{0b368a70-a5cd-4ee0-a914-17e98903fa93}"/>
      </c:ext>
    </c:extLst>
  </c:chart>
  <c:spPr>
    <a:solidFill>
      <a:srgbClr val="FFFFFF"/>
    </a:solidFill>
  </c:spPr>
  <c:txPr>
    <a:bodyPr/>
    <a:lstStyle/>
    <a:p>
      <a:pPr>
        <a:defRPr lang="zh-CN"/>
      </a:pPr>
    </a:p>
  </c:txPr>
  <c:externalData ns6:id="rId1">
    <c:autoUpdate val="0"/>
  </c:externalData>
</c:chartSpace>
</file>

<file path=ppt/charts/chart6.xml><?xml version="1.0" encoding="utf-8"?>
<c:chartSpace xmlns:a="http://schemas.openxmlformats.org/drawingml/2006/main" xmlns:c="http://schemas.openxmlformats.org/drawingml/2006/chart" xmlns:ns1="http://schemas.openxmlformats.org/markup-compatibility/2006" xmlns:ns2="http://schemas.microsoft.com/office/drawing/2007/8/2/chart" xmlns:ns4="http://schemas.microsoft.com/office/drawing/2012/chart" xmlns:ns5="https://web.wps.cn/et/2018/main" xmlns:ns6="http://schemas.openxmlformats.org/officeDocument/2006/relationships">
  <c:date1904 val="0"/>
  <c:lang val="zh-CN"/>
  <c:roundedCorners val="0"/>
  <ns1:AlternateContent>
    <ns1:Choice Requires="c14">
      <ns2:style val="102"/>
    </ns1:Choice>
    <ns1:Fallback>
      <c:style val="2"/>
    </ns1:Fallback>
  </ns1:AlternateContent>
  <c:chart>
    <c:autoTitleDeleted val="1"/>
    <c:plotArea>
      <c:layout/>
      <c:barChart>
        <c:barDir val="col"/>
        <c:grouping val="clustered"/>
        <c:varyColors val="0"/>
        <c:ser>
          <c:idx val="0"/>
          <c:order val="0"/>
          <c:tx>
            <c:strRef>
              <c:f>'Chart Data'!$B$1</c:f>
              <c:strCache>
                <c:ptCount val="1"/>
                <c:pt idx="0">
                  <c:v>A=1 attack</c:v>
                </c:pt>
              </c:strCache>
            </c:strRef>
          </c:tx>
          <c:spPr>
            <a:solidFill>
              <a:srgbClr val="E67E22"/>
            </a:solidFill>
          </c:spPr>
          <c:invertIfNegative val="0"/>
          <c:dLbls>
            <c:numFmt formatCode="0.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uri="{CE6537A1-D6FC-4f65-9D91-7224C49458BB}">
                <ns4:layout/>
                <ns4:showLeaderLines val="0"/>
                <ns4:leaderLines/>
              </c:ext>
            </c:extLst>
          </c:dLbls>
          <c:cat>
            <c:strRef>
              <c:f>'Chart Data'!$A$2:$A$5</c:f>
              <c:strCache>
                <c:ptCount val="4"/>
                <c:pt idx="0">
                  <c:v>Original</c:v>
                </c:pt>
                <c:pt idx="1">
                  <c:v>H.264 CRF 35</c:v>
                </c:pt>
                <c:pt idx="2">
                  <c:v>256×224</c:v>
                </c:pt>
                <c:pt idx="3">
                  <c:v>15 FPS</c:v>
                </c:pt>
              </c:strCache>
            </c:strRef>
          </c:cat>
          <c:val>
            <c:numRef>
              <c:f>'Chart Data'!$B$2:$B$5</c:f>
              <c:numCache>
                <c:formatCode>0.0</c:formatCode>
                <c:ptCount val="4"/>
                <c:pt idx="0">
                  <c:v>0.945691810476078</c:v>
                </c:pt>
                <c:pt idx="1">
                  <c:v>0.367234516971849</c:v>
                </c:pt>
                <c:pt idx="2">
                  <c:v>0.799783061691541</c:v>
                </c:pt>
                <c:pt idx="3">
                  <c:v>0.873277105632686</c:v>
                </c:pt>
              </c:numCache>
            </c:numRef>
          </c:val>
        </c:ser>
        <c:ser>
          <c:idx val="1"/>
          <c:order val="1"/>
          <c:tx>
            <c:strRef>
              <c:f>'Chart Data'!$D$1</c:f>
              <c:strCache>
                <c:ptCount val="1"/>
                <c:pt idx="0">
                  <c:v>Neutral re-encode</c:v>
                </c:pt>
              </c:strCache>
            </c:strRef>
          </c:tx>
          <c:spPr>
            <a:solidFill>
              <a:srgbClr val="627D98"/>
            </a:solidFill>
          </c:spPr>
          <c:invertIfNegative val="0"/>
          <c:dLbls>
            <c:numFmt formatCode="0.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uri="{CE6537A1-D6FC-4f65-9D91-7224C49458BB}">
                <ns4:layout/>
                <ns4:showLeaderLines val="0"/>
                <ns4:leaderLines/>
              </c:ext>
            </c:extLst>
          </c:dLbls>
          <c:cat>
            <c:strRef>
              <c:f>'Chart Data'!$C$2:$C$5</c:f>
              <c:strCache>
                <c:ptCount val="4"/>
                <c:pt idx="0">
                  <c:v>Original</c:v>
                </c:pt>
                <c:pt idx="1">
                  <c:v>H.264 CRF 35</c:v>
                </c:pt>
                <c:pt idx="2">
                  <c:v>256×224</c:v>
                </c:pt>
                <c:pt idx="3">
                  <c:v>15 FPS</c:v>
                </c:pt>
              </c:strCache>
            </c:strRef>
          </c:cat>
          <c:val>
            <c:numRef>
              <c:f>'Chart Data'!$D$2:$D$5</c:f>
              <c:numCache>
                <c:formatCode>0.0</c:formatCode>
                <c:ptCount val="4"/>
                <c:pt idx="0">
                  <c:v>0.204361708326686</c:v>
                </c:pt>
                <c:pt idx="1">
                  <c:v>0.0434662282960078</c:v>
                </c:pt>
                <c:pt idx="2">
                  <c:v>0.127292503962293</c:v>
                </c:pt>
                <c:pt idx="3">
                  <c:v>0.0418589577497892</c:v>
                </c:pt>
              </c:numCache>
            </c:numRef>
          </c:val>
        </c:ser>
        <c:dLbls>
          <c:showLegendKey val="0"/>
          <c:showVal val="1"/>
          <c:showCatName val="0"/>
          <c:showSerName val="0"/>
          <c:showPercent val="0"/>
          <c:showBubbleSize val="0"/>
        </c:dLbls>
        <c:gapWidth val="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Helvetica Neue"/>
                <a:ea typeface="Helvetica Neue"/>
                <a:cs typeface="Helvetica Neue"/>
              </a:defRPr>
            </a:pPr>
          </a:p>
        </c:txPr>
        <c:crossAx val="48672768"/>
        <c:crosses val="autoZero"/>
        <c:auto val="1"/>
        <c:lblAlgn val="ctr"/>
        <c:lblOffset val="100"/>
        <c:noMultiLvlLbl val="0"/>
      </c:catAx>
      <c:valAx>
        <c:axId val="48672768"/>
        <c:scaling>
          <c:orientation val="minMax"/>
          <c:max val="1"/>
          <c:min val="0"/>
        </c:scaling>
        <c:delete val="0"/>
        <c:axPos val="l"/>
        <c:majorGridlines>
          <c:spPr>
            <a:ln w="9525">
              <a:solidFill>
                <a:srgbClr val="D9E2EC"/>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a:latin typeface="Helvetica Neue"/>
                    <a:ea typeface="Helvetica Neue"/>
                    <a:cs typeface="Helvetica Neue"/>
                  </a:rPr>
                  <a:t>Red energy fraction near 1.2 Hz</a:t>
                </a:r>
                <a:endParaRPr>
                  <a:latin typeface="Helvetica Neue"/>
                  <a:ea typeface="Helvetica Neue"/>
                  <a:cs typeface="Helvetica Neue"/>
                </a:endParaRPr>
              </a:p>
            </c:rich>
          </c:tx>
          <c:layout/>
          <c:overlay val="0"/>
        </c:title>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Helvetica Neue"/>
                <a:ea typeface="Helvetica Neue"/>
                <a:cs typeface="Helvetica Neue"/>
              </a:defRPr>
            </a:pPr>
          </a:p>
        </c:txPr>
        <c:crossAx val="48650112"/>
        <c:crosses val="autoZero"/>
        <c:crossBetween val="between"/>
        <c:majorUnit val="0.2"/>
      </c:valAx>
      <c:spPr>
        <a:solidFill>
          <a:srgbClr val="FFFFFF"/>
        </a:solidFill>
      </c:spPr>
    </c:plotArea>
    <c:legend>
      <c:legendPos val="b"/>
      <c:layout/>
      <c:overlay val="0"/>
      <c:txPr>
        <a:bodyPr rot="0" spcFirstLastPara="0" vertOverflow="ellipsis" vert="horz" wrap="square" anchor="ctr" anchorCtr="1"/>
        <a:lstStyle/>
        <a:p>
          <a:pPr>
            <a:defRPr lang="zh-CN" sz="1000" b="0" i="0" u="none" strike="noStrike" kern="1200" baseline="0">
              <a:solidFill>
                <a:schemeClr val="tx1"/>
              </a:solidFill>
              <a:latin typeface="Helvetica Neue"/>
              <a:ea typeface="Helvetica Neue"/>
              <a:cs typeface="Helvetica Neue"/>
            </a:defRPr>
          </a:pPr>
        </a:p>
      </c:txPr>
    </c:legend>
    <c:plotVisOnly val="1"/>
    <c:dispBlanksAs val="gap"/>
    <c:showDLblsOverMax val="0"/>
    <c:extLst>
      <c:ext uri="{0b15fc19-7d7d-44ad-8c2d-2c3a37ce22c3}">
        <ns5:chartProps chartId="{c0ed3c2c-393e-4ebe-94e9-1077add15c1a}"/>
      </c:ext>
    </c:extLst>
  </c:chart>
  <c:spPr>
    <a:solidFill>
      <a:srgbClr val="FFFFFF"/>
    </a:solidFill>
  </c:spPr>
  <c:txPr>
    <a:bodyPr/>
    <a:lstStyle/>
    <a:p>
      <a:pPr>
        <a:defRPr lang="zh-CN"/>
      </a:pPr>
    </a:p>
  </c:txPr>
  <c:externalData ns6: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Yan, 30 seconds. We test two Light-side defenses for speech-to-face deepfakes. Strategy A uses 36 controlled real/SadTalker pairs to compare global lip dynamics, compact temporal windows and weak viseme context. Strategy B audits the periodic colour trace introduced by Dark.Mimic's rPPG evasion. We report the evidence channels separately.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Yan. M2 feedback asked for reasons behind our methods and stronger tests of the context hypothesis. M3 tests context benefit on matched data and alternative causes of colour traces. Compare only the M2 core notebook with M3 evidence. The 72/72 figure is landmark extraction coverage, not accuracy; 46 is the software test count. Main expanded comparisons use speaker-grouped nested cross-validation. Sources: notebook design rationale and expanded experiment records.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Yan explains Strategy A, then He explains Strategy B. Keep the speaking pace slow. A uses matched pairs and tests grouped by speaker. B extends the videos shared by Dark.Mimic in M2. The methods answer different questions. We report them separately because one attacked pair cannot support reliable fusion validation. Sources: M3 notebook and peer provenance.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He. Dark.Mimic shared both generated videos in M2. They added small colour changes at 72 cycles per minute, or 1.2 Hz, with reported amplitude A=1. Their goal was to imitate a pulse signal. We did not test whether RhythmFormer was fooled. Our question is whether the added signal leaves a trace. M3 adds controls and transformation tests. No new peer counter-test is documented. Source: M2 peer exchange, M3 notebook.</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Yan. Simple explanation: Global features describe the whole clip. Short windows test brief mouth changes. Weak speech context tests whether speech categories add useful information. We keep the same regularized logistic classifier so that the representation comparison is easier to interpret. With only twelve speakers, a small model limits capacity but is not proven optimal. Speaker grouping prevents the same person entering training and test folds. The fixed 0.20-second context is a design choice, not an optimized duration. Word/phone timing is approximate, not forced alignment. Sources: src/s2f/features.py and scripts/run_viseme_context_optimization.py embedded in the notebook.</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Yan, 60 seconds. This chart shows the historical local reference run: Macro-F1 0.486 for both models; AUROC 0.667 for context-free and 0.556 for weak context. The fresh historical Colab run differs numerically and is documented separately. Six test clips and different real/fake source collections limit interpretation. The initial negative result motivated a controlled matched experiment. Source: historical pilot tables and M3_COLAB_VERIFICATION.md.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Yan. The expanded experiment did not confirm the earlier window gain. The left chart shows why we chose global features: Macro-F1 0.762, AUROC 0.843, compared with 0.677 and 0.739 for compact windows. On the right, weak context has slightly higher mean scores than shuffled context but no stable advantage across all reported metrics. Do not say every context score is worse. The twenty repetitions reuse the same speakers, not twenty independent datasets. Source: artifacts/viseme_optimization_new_segments.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He, simple delivery: We compare corresponding frames. For each frame, we calculate average RGB values. We subtract the original from the modified video to reduce shared scene content and reveal extra changes. Then FFT checks how often the difference repeats, near the peer-reported 1.2 Hz. Re-encoding alone changes pixels, so we also need an encoding control. Both inputs are generated, and the original is needed for comparison. Fixed rectangles do not track skin. Code removes a linear trend and applies a Hann window. Target energy is within 1.2 +/- 0.12 Hz, divided by energy within 0.7-3.0 Hz. These are measurement settings, not validated classifier thresholds. Source: src/s2f/chromatic.py.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He. Point first to the repeated colour-difference curves, then to the red peak at 1.159 Hz, near the stated 1.2 Hz. These are not physiological pulse waveforms. The attack and neutral target-band fractions are 0.9456918104760784 and 0.2043617083266858. The ratio from full values is 4.63. Say: This ratio compares two energy shares. It is not accuracy. One aligned pair supports the measured trace, not general real/fake classification. Source: reference attack_vs_neutral.csv.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He. The trace remained measurable after compression, resizing and reduced frame rate. Reference energy-share ratios are 8.45, 6.28 and 20.86. A larger ratio can reflect a smaller neutral denominator and does not show better detector accuracy. The Codex-assisted Windows workflow completed, but exact numbers differed; causes were not isolated. The chart retains reference values. Why test periodic light? We wanted to check whether another cause could produce the same pattern. All twelve real clips with synthetic periodic light exceeded neutral. So this metric alone cannot identify an attack. This is not a measured false-positive rate, and natural lighting remains untested. Sources: robustness_summary.csv, periodic_light_controls.csv and Windows verification archive.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He presents the main conclusions. A: We chose global mouth features because extra context gave no stable benefit on new segments. B: We measured a periodic colour trace in one attacked pair. It survived processing, but periodic light also raised the metric. We report the methods separately because the attacked data are insufficient to validate reliable fusion. Next we need more people and natural lighting. Yan closes: Our experiments helped us choose a simpler model and limit our claims. Thank you. Source: M3 notebook conclusions. Presentation roles do not establish sole implementation ownership.</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p:txBody>
      </p:sp>
      <p:sp>
        <p:nvSpPr>
          <p:cNvPr id="2" name="Subtitle"/>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Body"/>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p:txBody>
      </p:sp>
      <p:sp>
        <p:nvSpPr>
          <p:cNvPr id="3" name="Right column"/>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chart" Target="../charts/chart1.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6.xml"/><Relationship Id="rId2" Type="http://schemas.openxmlformats.org/officeDocument/2006/relationships/chart" Target="../charts/chart3.xml"/><Relationship Id="rId1" Type="http://schemas.openxmlformats.org/officeDocument/2006/relationships/chart" Target="../charts/char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6.xml"/><Relationship Id="rId2" Type="http://schemas.openxmlformats.org/officeDocument/2006/relationships/chart" Target="../charts/chart5.xml"/><Relationship Id="rId1" Type="http://schemas.openxmlformats.org/officeDocument/2006/relationships/chart" Target="../charts/chart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chart" Target="../charts/char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p:sp>
        <p:nvSpPr>
          <p:cNvPr id="10" name="矩形 9"/>
          <p:cNvSpPr>
            <a:spLocks noGrp="1"/>
          </p:cNvSpPr>
          <p:nvPr/>
        </p:nvSpPr>
        <p:spPr>
          <a:xfrm>
            <a:off x="0" y="0"/>
            <a:ext cx="209550" cy="6858000"/>
          </a:xfrm>
          <a:prstGeom prst="rect">
            <a:avLst/>
          </a:prstGeom>
          <a:solidFill>
            <a:srgbClr val="159E9C"/>
          </a:solidFill>
          <a:ln w="0">
            <a:noFill/>
          </a:ln>
        </p:spPr>
      </p:sp>
      <p:sp>
        <p:nvSpPr>
          <p:cNvPr id="2" name="矩形 1"/>
          <p:cNvSpPr>
            <a:spLocks noGrp="1"/>
          </p:cNvSpPr>
          <p:nvPr/>
        </p:nvSpPr>
        <p:spPr>
          <a:xfrm>
            <a:off x="781050" y="1285875"/>
            <a:ext cx="10287000" cy="685800"/>
          </a:xfrm>
          <a:prstGeom prst="rect">
            <a:avLst/>
          </a:prstGeom>
          <a:noFill/>
          <a:ln w="0">
            <a:noFill/>
          </a:ln>
        </p:spPr>
        <p:txBody>
          <a:bodyPr anchor="ctr">
            <a:noAutofit/>
          </a:bodyPr>
          <a:lstStyle>
            <a:defPPr algn="l">
              <a:defRPr sz="4050" b="1">
                <a:solidFill>
                  <a:srgbClr val="FFFFFF"/>
                </a:solidFill>
                <a:latin typeface="Helvetica Neue"/>
                <a:ea typeface="Helvetica Neue"/>
                <a:cs typeface="Helvetica Neue"/>
              </a:defRPr>
            </a:defPPr>
            <a:lvl1pPr algn="l">
              <a:buNone/>
              <a:defRPr sz="4050" b="1">
                <a:solidFill>
                  <a:srgbClr val="FFFFFF"/>
                </a:solidFill>
                <a:latin typeface="Helvetica Neue"/>
                <a:ea typeface="Helvetica Neue"/>
                <a:cs typeface="Helvetica Neue"/>
              </a:defRPr>
            </a:lvl1pPr>
            <a:lvl2pPr algn="l">
              <a:buNone/>
              <a:defRPr sz="4050" b="1">
                <a:solidFill>
                  <a:srgbClr val="FFFFFF"/>
                </a:solidFill>
                <a:latin typeface="Helvetica Neue"/>
                <a:ea typeface="Helvetica Neue"/>
                <a:cs typeface="Helvetica Neue"/>
              </a:defRPr>
            </a:lvl2pPr>
            <a:lvl3pPr algn="l">
              <a:buNone/>
              <a:defRPr sz="4050" b="1">
                <a:solidFill>
                  <a:srgbClr val="FFFFFF"/>
                </a:solidFill>
                <a:latin typeface="Helvetica Neue"/>
                <a:ea typeface="Helvetica Neue"/>
                <a:cs typeface="Helvetica Neue"/>
              </a:defRPr>
            </a:lvl3pPr>
            <a:lvl4pPr algn="l">
              <a:buNone/>
              <a:defRPr sz="4050" b="1">
                <a:solidFill>
                  <a:srgbClr val="FFFFFF"/>
                </a:solidFill>
                <a:latin typeface="Helvetica Neue"/>
                <a:ea typeface="Helvetica Neue"/>
                <a:cs typeface="Helvetica Neue"/>
              </a:defRPr>
            </a:lvl4pPr>
            <a:lvl5pPr algn="l">
              <a:buNone/>
              <a:defRPr sz="4050" b="1">
                <a:solidFill>
                  <a:srgbClr val="FFFFFF"/>
                </a:solidFill>
                <a:latin typeface="Helvetica Neue"/>
                <a:ea typeface="Helvetica Neue"/>
                <a:cs typeface="Helvetica Neue"/>
              </a:defRPr>
            </a:lvl5pPr>
            <a:lvl6pPr algn="l">
              <a:buNone/>
              <a:defRPr sz="4050" b="1">
                <a:solidFill>
                  <a:srgbClr val="FFFFFF"/>
                </a:solidFill>
                <a:latin typeface="Helvetica Neue"/>
                <a:ea typeface="Helvetica Neue"/>
                <a:cs typeface="Helvetica Neue"/>
              </a:defRPr>
            </a:lvl6pPr>
            <a:lvl7pPr algn="l">
              <a:buNone/>
              <a:defRPr sz="4050" b="1">
                <a:solidFill>
                  <a:srgbClr val="FFFFFF"/>
                </a:solidFill>
                <a:latin typeface="Helvetica Neue"/>
                <a:ea typeface="Helvetica Neue"/>
                <a:cs typeface="Helvetica Neue"/>
              </a:defRPr>
            </a:lvl7pPr>
            <a:lvl8pPr algn="l">
              <a:buNone/>
              <a:defRPr sz="4050" b="1">
                <a:solidFill>
                  <a:srgbClr val="FFFFFF"/>
                </a:solidFill>
                <a:latin typeface="Helvetica Neue"/>
                <a:ea typeface="Helvetica Neue"/>
                <a:cs typeface="Helvetica Neue"/>
              </a:defRPr>
            </a:lvl8pPr>
            <a:lvl9pPr algn="l">
              <a:buNone/>
              <a:defRPr sz="4050" b="1">
                <a:solidFill>
                  <a:srgbClr val="FFFFFF"/>
                </a:solidFill>
                <a:latin typeface="Helvetica Neue"/>
                <a:ea typeface="Helvetica Neue"/>
                <a:cs typeface="Helvetica Neue"/>
              </a:defRPr>
            </a:lvl9pPr>
          </a:lstStyle>
          <a:p>
            <a:pPr algn="l">
              <a:buNone/>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Context Matters</a:t>
            </a:r>
            <a:endParaRPr sz="4050" b="1">
              <a:solidFill>
                <a:srgbClr val="FFFFFF"/>
              </a:solidFill>
              <a:latin typeface="Helvetica Neue"/>
              <a:ea typeface="Helvetica Neue"/>
              <a:cs typeface="Helvetica Neue"/>
            </a:endParaRPr>
          </a:p>
        </p:txBody>
      </p:sp>
      <p:sp>
        <p:nvSpPr>
          <p:cNvPr id="3" name="矩形 2"/>
          <p:cNvSpPr>
            <a:spLocks noGrp="1"/>
          </p:cNvSpPr>
          <p:nvPr/>
        </p:nvSpPr>
        <p:spPr>
          <a:xfrm>
            <a:off x="800100" y="2066925"/>
            <a:ext cx="9715500" cy="552450"/>
          </a:xfrm>
          <a:prstGeom prst="rect">
            <a:avLst/>
          </a:prstGeom>
          <a:noFill/>
          <a:ln w="0">
            <a:noFill/>
          </a:ln>
        </p:spPr>
        <p:txBody>
          <a:bodyPr anchor="ctr">
            <a:noAutofit/>
          </a:bodyPr>
          <a:lstStyle>
            <a:defPPr algn="l">
              <a:defRPr sz="2250" b="0">
                <a:solidFill>
                  <a:srgbClr val="D9E8F5"/>
                </a:solidFill>
                <a:latin typeface="Helvetica Neue"/>
                <a:ea typeface="Helvetica Neue"/>
                <a:cs typeface="Helvetica Neue"/>
              </a:defRPr>
            </a:defPPr>
            <a:lvl1pPr algn="l">
              <a:buNone/>
              <a:defRPr sz="2250" b="0">
                <a:solidFill>
                  <a:srgbClr val="D9E8F5"/>
                </a:solidFill>
                <a:latin typeface="Helvetica Neue"/>
                <a:ea typeface="Helvetica Neue"/>
                <a:cs typeface="Helvetica Neue"/>
              </a:defRPr>
            </a:lvl1pPr>
            <a:lvl2pPr algn="l">
              <a:buNone/>
              <a:defRPr sz="2250" b="0">
                <a:solidFill>
                  <a:srgbClr val="D9E8F5"/>
                </a:solidFill>
                <a:latin typeface="Helvetica Neue"/>
                <a:ea typeface="Helvetica Neue"/>
                <a:cs typeface="Helvetica Neue"/>
              </a:defRPr>
            </a:lvl2pPr>
            <a:lvl3pPr algn="l">
              <a:buNone/>
              <a:defRPr sz="2250" b="0">
                <a:solidFill>
                  <a:srgbClr val="D9E8F5"/>
                </a:solidFill>
                <a:latin typeface="Helvetica Neue"/>
                <a:ea typeface="Helvetica Neue"/>
                <a:cs typeface="Helvetica Neue"/>
              </a:defRPr>
            </a:lvl3pPr>
            <a:lvl4pPr algn="l">
              <a:buNone/>
              <a:defRPr sz="2250" b="0">
                <a:solidFill>
                  <a:srgbClr val="D9E8F5"/>
                </a:solidFill>
                <a:latin typeface="Helvetica Neue"/>
                <a:ea typeface="Helvetica Neue"/>
                <a:cs typeface="Helvetica Neue"/>
              </a:defRPr>
            </a:lvl4pPr>
            <a:lvl5pPr algn="l">
              <a:buNone/>
              <a:defRPr sz="2250" b="0">
                <a:solidFill>
                  <a:srgbClr val="D9E8F5"/>
                </a:solidFill>
                <a:latin typeface="Helvetica Neue"/>
                <a:ea typeface="Helvetica Neue"/>
                <a:cs typeface="Helvetica Neue"/>
              </a:defRPr>
            </a:lvl5pPr>
            <a:lvl6pPr algn="l">
              <a:buNone/>
              <a:defRPr sz="2250" b="0">
                <a:solidFill>
                  <a:srgbClr val="D9E8F5"/>
                </a:solidFill>
                <a:latin typeface="Helvetica Neue"/>
                <a:ea typeface="Helvetica Neue"/>
                <a:cs typeface="Helvetica Neue"/>
              </a:defRPr>
            </a:lvl6pPr>
            <a:lvl7pPr algn="l">
              <a:buNone/>
              <a:defRPr sz="2250" b="0">
                <a:solidFill>
                  <a:srgbClr val="D9E8F5"/>
                </a:solidFill>
                <a:latin typeface="Helvetica Neue"/>
                <a:ea typeface="Helvetica Neue"/>
                <a:cs typeface="Helvetica Neue"/>
              </a:defRPr>
            </a:lvl7pPr>
            <a:lvl8pPr algn="l">
              <a:buNone/>
              <a:defRPr sz="2250" b="0">
                <a:solidFill>
                  <a:srgbClr val="D9E8F5"/>
                </a:solidFill>
                <a:latin typeface="Helvetica Neue"/>
                <a:ea typeface="Helvetica Neue"/>
                <a:cs typeface="Helvetica Neue"/>
              </a:defRPr>
            </a:lvl8pPr>
            <a:lvl9pPr algn="l">
              <a:buNone/>
              <a:defRPr sz="2250" b="0">
                <a:solidFill>
                  <a:srgbClr val="D9E8F5"/>
                </a:solidFill>
                <a:latin typeface="Helvetica Neue"/>
                <a:ea typeface="Helvetica Neue"/>
                <a:cs typeface="Helvetica Neue"/>
              </a:defRPr>
            </a:lvl9pPr>
          </a:lstStyle>
          <a:p>
            <a:pPr algn="l">
              <a:buNone/>
              <a:defRPr sz="2250" b="0">
                <a:solidFill>
                  <a:srgbClr val="D9E8F5"/>
                </a:solidFill>
                <a:latin typeface="Helvetica Neue"/>
                <a:ea typeface="Helvetica Neue"/>
                <a:cs typeface="Helvetica Neue"/>
              </a:defRPr>
            </a:pPr>
            <a:r>
              <a:rPr sz="2250" b="0">
                <a:solidFill>
                  <a:srgbClr val="D9E8F5"/>
                </a:solidFill>
                <a:latin typeface="Helvetica Neue"/>
                <a:ea typeface="Helvetica Neue"/>
                <a:cs typeface="Helvetica Neue"/>
              </a:rPr>
              <a:t>Two defensive signals for speech-to-face deepfakes</a:t>
            </a:r>
            <a:endParaRPr sz="2250" b="0">
              <a:solidFill>
                <a:srgbClr val="D9E8F5"/>
              </a:solidFill>
              <a:latin typeface="Helvetica Neue"/>
              <a:ea typeface="Helvetica Neue"/>
              <a:cs typeface="Helvetica Neue"/>
            </a:endParaRPr>
          </a:p>
        </p:txBody>
      </p:sp>
      <p:sp>
        <p:nvSpPr>
          <p:cNvPr id="4" name="矩形 3"/>
          <p:cNvSpPr>
            <a:spLocks noGrp="1"/>
          </p:cNvSpPr>
          <p:nvPr/>
        </p:nvSpPr>
        <p:spPr>
          <a:xfrm>
            <a:off x="800100" y="2962275"/>
            <a:ext cx="7810500" cy="28575"/>
          </a:xfrm>
          <a:prstGeom prst="rect">
            <a:avLst/>
          </a:prstGeom>
          <a:solidFill>
            <a:srgbClr val="159E9C"/>
          </a:solidFill>
          <a:ln w="0">
            <a:noFill/>
          </a:ln>
        </p:spPr>
      </p:sp>
      <p:sp>
        <p:nvSpPr>
          <p:cNvPr id="5" name="矩形 4"/>
          <p:cNvSpPr>
            <a:spLocks noGrp="1"/>
          </p:cNvSpPr>
          <p:nvPr/>
        </p:nvSpPr>
        <p:spPr>
          <a:xfrm>
            <a:off x="800100" y="3286125"/>
            <a:ext cx="5829300" cy="381000"/>
          </a:xfrm>
          <a:prstGeom prst="rect">
            <a:avLst/>
          </a:prstGeom>
          <a:noFill/>
          <a:ln w="0">
            <a:noFill/>
          </a:ln>
        </p:spPr>
        <p:txBody>
          <a:bodyPr anchor="ctr">
            <a:noAutofit/>
          </a:bodyPr>
          <a:lstStyle>
            <a:defPPr algn="l">
              <a:defRPr sz="1725" b="1">
                <a:solidFill>
                  <a:srgbClr val="FFFFFF"/>
                </a:solidFill>
                <a:latin typeface="Helvetica Neue"/>
                <a:ea typeface="Helvetica Neue"/>
                <a:cs typeface="Helvetica Neue"/>
              </a:defRPr>
            </a:defPPr>
            <a:lvl1pPr algn="l">
              <a:buNone/>
              <a:defRPr sz="1725" b="1">
                <a:solidFill>
                  <a:srgbClr val="FFFFFF"/>
                </a:solidFill>
                <a:latin typeface="Helvetica Neue"/>
                <a:ea typeface="Helvetica Neue"/>
                <a:cs typeface="Helvetica Neue"/>
              </a:defRPr>
            </a:lvl1pPr>
            <a:lvl2pPr algn="l">
              <a:buNone/>
              <a:defRPr sz="1725" b="1">
                <a:solidFill>
                  <a:srgbClr val="FFFFFF"/>
                </a:solidFill>
                <a:latin typeface="Helvetica Neue"/>
                <a:ea typeface="Helvetica Neue"/>
                <a:cs typeface="Helvetica Neue"/>
              </a:defRPr>
            </a:lvl2pPr>
            <a:lvl3pPr algn="l">
              <a:buNone/>
              <a:defRPr sz="1725" b="1">
                <a:solidFill>
                  <a:srgbClr val="FFFFFF"/>
                </a:solidFill>
                <a:latin typeface="Helvetica Neue"/>
                <a:ea typeface="Helvetica Neue"/>
                <a:cs typeface="Helvetica Neue"/>
              </a:defRPr>
            </a:lvl3pPr>
            <a:lvl4pPr algn="l">
              <a:buNone/>
              <a:defRPr sz="1725" b="1">
                <a:solidFill>
                  <a:srgbClr val="FFFFFF"/>
                </a:solidFill>
                <a:latin typeface="Helvetica Neue"/>
                <a:ea typeface="Helvetica Neue"/>
                <a:cs typeface="Helvetica Neue"/>
              </a:defRPr>
            </a:lvl4pPr>
            <a:lvl5pPr algn="l">
              <a:buNone/>
              <a:defRPr sz="1725" b="1">
                <a:solidFill>
                  <a:srgbClr val="FFFFFF"/>
                </a:solidFill>
                <a:latin typeface="Helvetica Neue"/>
                <a:ea typeface="Helvetica Neue"/>
                <a:cs typeface="Helvetica Neue"/>
              </a:defRPr>
            </a:lvl5pPr>
            <a:lvl6pPr algn="l">
              <a:buNone/>
              <a:defRPr sz="1725" b="1">
                <a:solidFill>
                  <a:srgbClr val="FFFFFF"/>
                </a:solidFill>
                <a:latin typeface="Helvetica Neue"/>
                <a:ea typeface="Helvetica Neue"/>
                <a:cs typeface="Helvetica Neue"/>
              </a:defRPr>
            </a:lvl6pPr>
            <a:lvl7pPr algn="l">
              <a:buNone/>
              <a:defRPr sz="1725" b="1">
                <a:solidFill>
                  <a:srgbClr val="FFFFFF"/>
                </a:solidFill>
                <a:latin typeface="Helvetica Neue"/>
                <a:ea typeface="Helvetica Neue"/>
                <a:cs typeface="Helvetica Neue"/>
              </a:defRPr>
            </a:lvl7pPr>
            <a:lvl8pPr algn="l">
              <a:buNone/>
              <a:defRPr sz="1725" b="1">
                <a:solidFill>
                  <a:srgbClr val="FFFFFF"/>
                </a:solidFill>
                <a:latin typeface="Helvetica Neue"/>
                <a:ea typeface="Helvetica Neue"/>
                <a:cs typeface="Helvetica Neue"/>
              </a:defRPr>
            </a:lvl8pPr>
            <a:lvl9pPr algn="l">
              <a:buNone/>
              <a:defRPr sz="1725" b="1">
                <a:solidFill>
                  <a:srgbClr val="FFFFFF"/>
                </a:solidFill>
                <a:latin typeface="Helvetica Neue"/>
                <a:ea typeface="Helvetica Neue"/>
                <a:cs typeface="Helvetica Neue"/>
              </a:defRPr>
            </a:lvl9pPr>
          </a:lstStyle>
          <a:p>
            <a:pPr algn="l">
              <a:buNone/>
              <a:defRPr sz="1725" b="1">
                <a:solidFill>
                  <a:srgbClr val="FFFFFF"/>
                </a:solidFill>
                <a:latin typeface="Helvetica Neue"/>
                <a:ea typeface="Helvetica Neue"/>
                <a:cs typeface="Helvetica Neue"/>
              </a:defRPr>
            </a:pPr>
            <a:r>
              <a:rPr lang="en-US" altLang="zh-CN" sz="1725" b="1">
                <a:solidFill>
                  <a:srgbClr val="FFFFFF"/>
                </a:solidFill>
                <a:latin typeface="Helvetica Neue"/>
                <a:ea typeface="Helvetica Neue"/>
                <a:cs typeface="Helvetica Neue"/>
              </a:rPr>
              <a:t>Strategy A: Mouth motion and speech context</a:t>
            </a:r>
            <a:endParaRPr lang="en-US" altLang="zh-CN" sz="1725" b="1">
              <a:solidFill>
                <a:srgbClr val="FFFFFF"/>
              </a:solidFill>
              <a:latin typeface="Helvetica Neue"/>
              <a:ea typeface="Helvetica Neue"/>
              <a:cs typeface="Helvetica Neue"/>
            </a:endParaRPr>
          </a:p>
        </p:txBody>
      </p:sp>
      <p:sp>
        <p:nvSpPr>
          <p:cNvPr id="6" name="矩形 5"/>
          <p:cNvSpPr>
            <a:spLocks noGrp="1"/>
          </p:cNvSpPr>
          <p:nvPr/>
        </p:nvSpPr>
        <p:spPr>
          <a:xfrm>
            <a:off x="800100" y="3781425"/>
            <a:ext cx="6286500" cy="381000"/>
          </a:xfrm>
          <a:prstGeom prst="rect">
            <a:avLst/>
          </a:prstGeom>
          <a:noFill/>
          <a:ln w="0">
            <a:noFill/>
          </a:ln>
        </p:spPr>
        <p:txBody>
          <a:bodyPr anchor="ctr">
            <a:noAutofit/>
          </a:bodyPr>
          <a:lstStyle>
            <a:defPPr algn="l">
              <a:defRPr sz="1725" b="1">
                <a:solidFill>
                  <a:srgbClr val="FFFFFF"/>
                </a:solidFill>
                <a:latin typeface="Helvetica Neue"/>
                <a:ea typeface="Helvetica Neue"/>
                <a:cs typeface="Helvetica Neue"/>
              </a:defRPr>
            </a:defPPr>
            <a:lvl1pPr algn="l">
              <a:buNone/>
              <a:defRPr sz="1725" b="1">
                <a:solidFill>
                  <a:srgbClr val="FFFFFF"/>
                </a:solidFill>
                <a:latin typeface="Helvetica Neue"/>
                <a:ea typeface="Helvetica Neue"/>
                <a:cs typeface="Helvetica Neue"/>
              </a:defRPr>
            </a:lvl1pPr>
            <a:lvl2pPr algn="l">
              <a:buNone/>
              <a:defRPr sz="1725" b="1">
                <a:solidFill>
                  <a:srgbClr val="FFFFFF"/>
                </a:solidFill>
                <a:latin typeface="Helvetica Neue"/>
                <a:ea typeface="Helvetica Neue"/>
                <a:cs typeface="Helvetica Neue"/>
              </a:defRPr>
            </a:lvl2pPr>
            <a:lvl3pPr algn="l">
              <a:buNone/>
              <a:defRPr sz="1725" b="1">
                <a:solidFill>
                  <a:srgbClr val="FFFFFF"/>
                </a:solidFill>
                <a:latin typeface="Helvetica Neue"/>
                <a:ea typeface="Helvetica Neue"/>
                <a:cs typeface="Helvetica Neue"/>
              </a:defRPr>
            </a:lvl3pPr>
            <a:lvl4pPr algn="l">
              <a:buNone/>
              <a:defRPr sz="1725" b="1">
                <a:solidFill>
                  <a:srgbClr val="FFFFFF"/>
                </a:solidFill>
                <a:latin typeface="Helvetica Neue"/>
                <a:ea typeface="Helvetica Neue"/>
                <a:cs typeface="Helvetica Neue"/>
              </a:defRPr>
            </a:lvl4pPr>
            <a:lvl5pPr algn="l">
              <a:buNone/>
              <a:defRPr sz="1725" b="1">
                <a:solidFill>
                  <a:srgbClr val="FFFFFF"/>
                </a:solidFill>
                <a:latin typeface="Helvetica Neue"/>
                <a:ea typeface="Helvetica Neue"/>
                <a:cs typeface="Helvetica Neue"/>
              </a:defRPr>
            </a:lvl5pPr>
            <a:lvl6pPr algn="l">
              <a:buNone/>
              <a:defRPr sz="1725" b="1">
                <a:solidFill>
                  <a:srgbClr val="FFFFFF"/>
                </a:solidFill>
                <a:latin typeface="Helvetica Neue"/>
                <a:ea typeface="Helvetica Neue"/>
                <a:cs typeface="Helvetica Neue"/>
              </a:defRPr>
            </a:lvl6pPr>
            <a:lvl7pPr algn="l">
              <a:buNone/>
              <a:defRPr sz="1725" b="1">
                <a:solidFill>
                  <a:srgbClr val="FFFFFF"/>
                </a:solidFill>
                <a:latin typeface="Helvetica Neue"/>
                <a:ea typeface="Helvetica Neue"/>
                <a:cs typeface="Helvetica Neue"/>
              </a:defRPr>
            </a:lvl7pPr>
            <a:lvl8pPr algn="l">
              <a:buNone/>
              <a:defRPr sz="1725" b="1">
                <a:solidFill>
                  <a:srgbClr val="FFFFFF"/>
                </a:solidFill>
                <a:latin typeface="Helvetica Neue"/>
                <a:ea typeface="Helvetica Neue"/>
                <a:cs typeface="Helvetica Neue"/>
              </a:defRPr>
            </a:lvl8pPr>
            <a:lvl9pPr algn="l">
              <a:buNone/>
              <a:defRPr sz="1725" b="1">
                <a:solidFill>
                  <a:srgbClr val="FFFFFF"/>
                </a:solidFill>
                <a:latin typeface="Helvetica Neue"/>
                <a:ea typeface="Helvetica Neue"/>
                <a:cs typeface="Helvetica Neue"/>
              </a:defRPr>
            </a:lvl9pPr>
          </a:lstStyle>
          <a:p>
            <a:pPr algn="l">
              <a:buNone/>
              <a:defRPr sz="1725" b="1">
                <a:solidFill>
                  <a:srgbClr val="FFFFFF"/>
                </a:solidFill>
                <a:latin typeface="Helvetica Neue"/>
                <a:ea typeface="Helvetica Neue"/>
                <a:cs typeface="Helvetica Neue"/>
              </a:defRPr>
            </a:pPr>
            <a:r>
              <a:rPr lang="en-US" altLang="zh-CN" sz="1725" b="1">
                <a:solidFill>
                  <a:srgbClr val="FFFFFF"/>
                </a:solidFill>
                <a:latin typeface="Helvetica Neue"/>
                <a:ea typeface="Helvetica Neue"/>
                <a:cs typeface="Helvetica Neue"/>
              </a:rPr>
              <a:t>Strategy B: Periodic colour traces</a:t>
            </a:r>
            <a:endParaRPr lang="en-US" altLang="zh-CN" sz="1725" b="1">
              <a:solidFill>
                <a:srgbClr val="FFFFFF"/>
              </a:solidFill>
              <a:latin typeface="Helvetica Neue"/>
              <a:ea typeface="Helvetica Neue"/>
              <a:cs typeface="Helvetica Neue"/>
            </a:endParaRPr>
          </a:p>
        </p:txBody>
      </p:sp>
      <p:sp>
        <p:nvSpPr>
          <p:cNvPr id="7" name="矩形 6"/>
          <p:cNvSpPr>
            <a:spLocks noGrp="1"/>
          </p:cNvSpPr>
          <p:nvPr/>
        </p:nvSpPr>
        <p:spPr>
          <a:xfrm>
            <a:off x="800100" y="5143500"/>
            <a:ext cx="5238750" cy="323850"/>
          </a:xfrm>
          <a:prstGeom prst="rect">
            <a:avLst/>
          </a:prstGeom>
          <a:noFill/>
          <a:ln w="0">
            <a:noFill/>
          </a:ln>
        </p:spPr>
        <p:txBody>
          <a:bodyPr anchor="ctr">
            <a:noAutofit/>
          </a:bodyPr>
          <a:lstStyle>
            <a:defPPr algn="l">
              <a:defRPr sz="1650" b="1">
                <a:solidFill>
                  <a:srgbClr val="159E9C"/>
                </a:solidFill>
                <a:latin typeface="Helvetica Neue"/>
                <a:ea typeface="Helvetica Neue"/>
                <a:cs typeface="Helvetica Neue"/>
              </a:defRPr>
            </a:defPPr>
            <a:lvl1pPr algn="l">
              <a:buNone/>
              <a:defRPr sz="1650" b="1">
                <a:solidFill>
                  <a:srgbClr val="159E9C"/>
                </a:solidFill>
                <a:latin typeface="Helvetica Neue"/>
                <a:ea typeface="Helvetica Neue"/>
                <a:cs typeface="Helvetica Neue"/>
              </a:defRPr>
            </a:lvl1pPr>
            <a:lvl2pPr algn="l">
              <a:buNone/>
              <a:defRPr sz="1650" b="1">
                <a:solidFill>
                  <a:srgbClr val="159E9C"/>
                </a:solidFill>
                <a:latin typeface="Helvetica Neue"/>
                <a:ea typeface="Helvetica Neue"/>
                <a:cs typeface="Helvetica Neue"/>
              </a:defRPr>
            </a:lvl2pPr>
            <a:lvl3pPr algn="l">
              <a:buNone/>
              <a:defRPr sz="1650" b="1">
                <a:solidFill>
                  <a:srgbClr val="159E9C"/>
                </a:solidFill>
                <a:latin typeface="Helvetica Neue"/>
                <a:ea typeface="Helvetica Neue"/>
                <a:cs typeface="Helvetica Neue"/>
              </a:defRPr>
            </a:lvl3pPr>
            <a:lvl4pPr algn="l">
              <a:buNone/>
              <a:defRPr sz="1650" b="1">
                <a:solidFill>
                  <a:srgbClr val="159E9C"/>
                </a:solidFill>
                <a:latin typeface="Helvetica Neue"/>
                <a:ea typeface="Helvetica Neue"/>
                <a:cs typeface="Helvetica Neue"/>
              </a:defRPr>
            </a:lvl4pPr>
            <a:lvl5pPr algn="l">
              <a:buNone/>
              <a:defRPr sz="1650" b="1">
                <a:solidFill>
                  <a:srgbClr val="159E9C"/>
                </a:solidFill>
                <a:latin typeface="Helvetica Neue"/>
                <a:ea typeface="Helvetica Neue"/>
                <a:cs typeface="Helvetica Neue"/>
              </a:defRPr>
            </a:lvl5pPr>
            <a:lvl6pPr algn="l">
              <a:buNone/>
              <a:defRPr sz="1650" b="1">
                <a:solidFill>
                  <a:srgbClr val="159E9C"/>
                </a:solidFill>
                <a:latin typeface="Helvetica Neue"/>
                <a:ea typeface="Helvetica Neue"/>
                <a:cs typeface="Helvetica Neue"/>
              </a:defRPr>
            </a:lvl6pPr>
            <a:lvl7pPr algn="l">
              <a:buNone/>
              <a:defRPr sz="1650" b="1">
                <a:solidFill>
                  <a:srgbClr val="159E9C"/>
                </a:solidFill>
                <a:latin typeface="Helvetica Neue"/>
                <a:ea typeface="Helvetica Neue"/>
                <a:cs typeface="Helvetica Neue"/>
              </a:defRPr>
            </a:lvl7pPr>
            <a:lvl8pPr algn="l">
              <a:buNone/>
              <a:defRPr sz="1650" b="1">
                <a:solidFill>
                  <a:srgbClr val="159E9C"/>
                </a:solidFill>
                <a:latin typeface="Helvetica Neue"/>
                <a:ea typeface="Helvetica Neue"/>
                <a:cs typeface="Helvetica Neue"/>
              </a:defRPr>
            </a:lvl8pPr>
            <a:lvl9pPr algn="l">
              <a:buNone/>
              <a:defRPr sz="1650" b="1">
                <a:solidFill>
                  <a:srgbClr val="159E9C"/>
                </a:solidFill>
                <a:latin typeface="Helvetica Neue"/>
                <a:ea typeface="Helvetica Neue"/>
                <a:cs typeface="Helvetica Neue"/>
              </a:defRPr>
            </a:lvl9pPr>
          </a:lstStyle>
          <a:p>
            <a:pPr algn="l">
              <a:buNone/>
              <a:defRPr sz="1650" b="1">
                <a:solidFill>
                  <a:srgbClr val="159E9C"/>
                </a:solidFill>
                <a:latin typeface="Helvetica Neue"/>
                <a:ea typeface="Helvetica Neue"/>
                <a:cs typeface="Helvetica Neue"/>
              </a:defRPr>
            </a:pPr>
            <a:r>
              <a:rPr sz="1650" b="1">
                <a:solidFill>
                  <a:srgbClr val="159E9C"/>
                </a:solidFill>
                <a:latin typeface="Helvetica Neue"/>
                <a:ea typeface="Helvetica Neue"/>
                <a:cs typeface="Helvetica Neue"/>
              </a:rPr>
              <a:t>Light.Ningyizhuo_No.1</a:t>
            </a:r>
            <a:endParaRPr sz="1650" b="1">
              <a:solidFill>
                <a:srgbClr val="159E9C"/>
              </a:solidFill>
              <a:latin typeface="Helvetica Neue"/>
              <a:ea typeface="Helvetica Neue"/>
              <a:cs typeface="Helvetica Neue"/>
            </a:endParaRPr>
          </a:p>
        </p:txBody>
      </p:sp>
      <p:sp>
        <p:nvSpPr>
          <p:cNvPr id="8" name="矩形 7"/>
          <p:cNvSpPr>
            <a:spLocks noGrp="1"/>
          </p:cNvSpPr>
          <p:nvPr/>
        </p:nvSpPr>
        <p:spPr>
          <a:xfrm>
            <a:off x="800100" y="5524500"/>
            <a:ext cx="5334000" cy="323850"/>
          </a:xfrm>
          <a:prstGeom prst="rect">
            <a:avLst/>
          </a:prstGeom>
          <a:noFill/>
          <a:ln w="0">
            <a:noFill/>
          </a:ln>
        </p:spPr>
        <p:txBody>
          <a:bodyPr anchor="ctr">
            <a:noAutofit/>
          </a:bodyPr>
          <a:lstStyle>
            <a:defPPr algn="l">
              <a:defRPr sz="1500" b="0">
                <a:solidFill>
                  <a:srgbClr val="FFFFFF"/>
                </a:solidFill>
                <a:latin typeface="Helvetica Neue"/>
                <a:ea typeface="Helvetica Neue"/>
                <a:cs typeface="Helvetica Neue"/>
              </a:defRPr>
            </a:defPPr>
            <a:lvl1pPr algn="l">
              <a:buNone/>
              <a:defRPr sz="1500" b="0">
                <a:solidFill>
                  <a:srgbClr val="FFFFFF"/>
                </a:solidFill>
                <a:latin typeface="Helvetica Neue"/>
                <a:ea typeface="Helvetica Neue"/>
                <a:cs typeface="Helvetica Neue"/>
              </a:defRPr>
            </a:lvl1pPr>
            <a:lvl2pPr algn="l">
              <a:buNone/>
              <a:defRPr sz="1500" b="0">
                <a:solidFill>
                  <a:srgbClr val="FFFFFF"/>
                </a:solidFill>
                <a:latin typeface="Helvetica Neue"/>
                <a:ea typeface="Helvetica Neue"/>
                <a:cs typeface="Helvetica Neue"/>
              </a:defRPr>
            </a:lvl2pPr>
            <a:lvl3pPr algn="l">
              <a:buNone/>
              <a:defRPr sz="1500" b="0">
                <a:solidFill>
                  <a:srgbClr val="FFFFFF"/>
                </a:solidFill>
                <a:latin typeface="Helvetica Neue"/>
                <a:ea typeface="Helvetica Neue"/>
                <a:cs typeface="Helvetica Neue"/>
              </a:defRPr>
            </a:lvl3pPr>
            <a:lvl4pPr algn="l">
              <a:buNone/>
              <a:defRPr sz="1500" b="0">
                <a:solidFill>
                  <a:srgbClr val="FFFFFF"/>
                </a:solidFill>
                <a:latin typeface="Helvetica Neue"/>
                <a:ea typeface="Helvetica Neue"/>
                <a:cs typeface="Helvetica Neue"/>
              </a:defRPr>
            </a:lvl4pPr>
            <a:lvl5pPr algn="l">
              <a:buNone/>
              <a:defRPr sz="1500" b="0">
                <a:solidFill>
                  <a:srgbClr val="FFFFFF"/>
                </a:solidFill>
                <a:latin typeface="Helvetica Neue"/>
                <a:ea typeface="Helvetica Neue"/>
                <a:cs typeface="Helvetica Neue"/>
              </a:defRPr>
            </a:lvl5pPr>
            <a:lvl6pPr algn="l">
              <a:buNone/>
              <a:defRPr sz="1500" b="0">
                <a:solidFill>
                  <a:srgbClr val="FFFFFF"/>
                </a:solidFill>
                <a:latin typeface="Helvetica Neue"/>
                <a:ea typeface="Helvetica Neue"/>
                <a:cs typeface="Helvetica Neue"/>
              </a:defRPr>
            </a:lvl6pPr>
            <a:lvl7pPr algn="l">
              <a:buNone/>
              <a:defRPr sz="1500" b="0">
                <a:solidFill>
                  <a:srgbClr val="FFFFFF"/>
                </a:solidFill>
                <a:latin typeface="Helvetica Neue"/>
                <a:ea typeface="Helvetica Neue"/>
                <a:cs typeface="Helvetica Neue"/>
              </a:defRPr>
            </a:lvl7pPr>
            <a:lvl8pPr algn="l">
              <a:buNone/>
              <a:defRPr sz="1500" b="0">
                <a:solidFill>
                  <a:srgbClr val="FFFFFF"/>
                </a:solidFill>
                <a:latin typeface="Helvetica Neue"/>
                <a:ea typeface="Helvetica Neue"/>
                <a:cs typeface="Helvetica Neue"/>
              </a:defRPr>
            </a:lvl8pPr>
            <a:lvl9pPr algn="l">
              <a:buNone/>
              <a:defRPr sz="1500" b="0">
                <a:solidFill>
                  <a:srgbClr val="FFFFFF"/>
                </a:solidFill>
                <a:latin typeface="Helvetica Neue"/>
                <a:ea typeface="Helvetica Neue"/>
                <a:cs typeface="Helvetica Neue"/>
              </a:defRPr>
            </a:lvl9pPr>
          </a:lstStyle>
          <a:p>
            <a:pPr algn="l">
              <a:buNone/>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Yan Zhiheng  |  He Hongjie</a:t>
            </a:r>
            <a:endParaRPr sz="1500" b="0">
              <a:solidFill>
                <a:srgbClr val="FFFFFF"/>
              </a:solidFill>
              <a:latin typeface="Helvetica Neue"/>
              <a:ea typeface="Helvetica Neue"/>
              <a:cs typeface="Helvetica Neue"/>
            </a:endParaRPr>
          </a:p>
        </p:txBody>
      </p:sp>
      <p:sp>
        <p:nvSpPr>
          <p:cNvPr id="9" name="矩形 8"/>
          <p:cNvSpPr>
            <a:spLocks noGrp="1"/>
          </p:cNvSpPr>
          <p:nvPr/>
        </p:nvSpPr>
        <p:spPr>
          <a:xfrm>
            <a:off x="9048750" y="6096000"/>
            <a:ext cx="2381250" cy="247650"/>
          </a:xfrm>
          <a:prstGeom prst="rect">
            <a:avLst/>
          </a:prstGeom>
          <a:noFill/>
          <a:ln w="0">
            <a:noFill/>
          </a:ln>
        </p:spPr>
        <p:txBody>
          <a:bodyPr anchor="ctr">
            <a:noAutofit/>
          </a:bodyPr>
          <a:lstStyle>
            <a:defPPr algn="r">
              <a:defRPr sz="1125" b="0">
                <a:solidFill>
                  <a:srgbClr val="B7C9D9"/>
                </a:solidFill>
                <a:latin typeface="Helvetica Neue"/>
                <a:ea typeface="Helvetica Neue"/>
                <a:cs typeface="Helvetica Neue"/>
              </a:defRPr>
            </a:defPPr>
            <a:lvl1pPr algn="r">
              <a:buNone/>
              <a:defRPr sz="1125" b="0">
                <a:solidFill>
                  <a:srgbClr val="B7C9D9"/>
                </a:solidFill>
                <a:latin typeface="Helvetica Neue"/>
                <a:ea typeface="Helvetica Neue"/>
                <a:cs typeface="Helvetica Neue"/>
              </a:defRPr>
            </a:lvl1pPr>
            <a:lvl2pPr algn="r">
              <a:buNone/>
              <a:defRPr sz="1125" b="0">
                <a:solidFill>
                  <a:srgbClr val="B7C9D9"/>
                </a:solidFill>
                <a:latin typeface="Helvetica Neue"/>
                <a:ea typeface="Helvetica Neue"/>
                <a:cs typeface="Helvetica Neue"/>
              </a:defRPr>
            </a:lvl2pPr>
            <a:lvl3pPr algn="r">
              <a:buNone/>
              <a:defRPr sz="1125" b="0">
                <a:solidFill>
                  <a:srgbClr val="B7C9D9"/>
                </a:solidFill>
                <a:latin typeface="Helvetica Neue"/>
                <a:ea typeface="Helvetica Neue"/>
                <a:cs typeface="Helvetica Neue"/>
              </a:defRPr>
            </a:lvl3pPr>
            <a:lvl4pPr algn="r">
              <a:buNone/>
              <a:defRPr sz="1125" b="0">
                <a:solidFill>
                  <a:srgbClr val="B7C9D9"/>
                </a:solidFill>
                <a:latin typeface="Helvetica Neue"/>
                <a:ea typeface="Helvetica Neue"/>
                <a:cs typeface="Helvetica Neue"/>
              </a:defRPr>
            </a:lvl4pPr>
            <a:lvl5pPr algn="r">
              <a:buNone/>
              <a:defRPr sz="1125" b="0">
                <a:solidFill>
                  <a:srgbClr val="B7C9D9"/>
                </a:solidFill>
                <a:latin typeface="Helvetica Neue"/>
                <a:ea typeface="Helvetica Neue"/>
                <a:cs typeface="Helvetica Neue"/>
              </a:defRPr>
            </a:lvl5pPr>
            <a:lvl6pPr algn="r">
              <a:buNone/>
              <a:defRPr sz="1125" b="0">
                <a:solidFill>
                  <a:srgbClr val="B7C9D9"/>
                </a:solidFill>
                <a:latin typeface="Helvetica Neue"/>
                <a:ea typeface="Helvetica Neue"/>
                <a:cs typeface="Helvetica Neue"/>
              </a:defRPr>
            </a:lvl6pPr>
            <a:lvl7pPr algn="r">
              <a:buNone/>
              <a:defRPr sz="1125" b="0">
                <a:solidFill>
                  <a:srgbClr val="B7C9D9"/>
                </a:solidFill>
                <a:latin typeface="Helvetica Neue"/>
                <a:ea typeface="Helvetica Neue"/>
                <a:cs typeface="Helvetica Neue"/>
              </a:defRPr>
            </a:lvl7pPr>
            <a:lvl8pPr algn="r">
              <a:buNone/>
              <a:defRPr sz="1125" b="0">
                <a:solidFill>
                  <a:srgbClr val="B7C9D9"/>
                </a:solidFill>
                <a:latin typeface="Helvetica Neue"/>
                <a:ea typeface="Helvetica Neue"/>
                <a:cs typeface="Helvetica Neue"/>
              </a:defRPr>
            </a:lvl8pPr>
            <a:lvl9pPr algn="r">
              <a:buNone/>
              <a:defRPr sz="1125" b="0">
                <a:solidFill>
                  <a:srgbClr val="B7C9D9"/>
                </a:solidFill>
                <a:latin typeface="Helvetica Neue"/>
                <a:ea typeface="Helvetica Neue"/>
                <a:cs typeface="Helvetica Neue"/>
              </a:defRPr>
            </a:lvl9pPr>
          </a:lstStyle>
          <a:p>
            <a:pPr algn="r">
              <a:buNone/>
              <a:defRPr sz="1125" b="0">
                <a:solidFill>
                  <a:srgbClr val="B7C9D9"/>
                </a:solidFill>
                <a:latin typeface="Helvetica Neue"/>
                <a:ea typeface="Helvetica Neue"/>
                <a:cs typeface="Helvetica Neue"/>
              </a:defRPr>
            </a:pPr>
            <a:r>
              <a:rPr sz="1125" b="0">
                <a:solidFill>
                  <a:srgbClr val="B7C9D9"/>
                </a:solidFill>
                <a:latin typeface="Helvetica Neue"/>
                <a:ea typeface="Helvetica Neue"/>
                <a:cs typeface="Helvetica Neue"/>
              </a:rPr>
              <a:t>FIT5230 Milestone 3</a:t>
            </a:r>
            <a:endParaRPr sz="1125" b="0">
              <a:solidFill>
                <a:srgbClr val="B7C9D9"/>
              </a:solidFill>
              <a:latin typeface="Helvetica Neue"/>
              <a:ea typeface="Helvetica Neue"/>
              <a:cs typeface="Helvetica Neue"/>
            </a:endParaRPr>
          </a:p>
        </p:txBody>
      </p:sp>
    </p:spTree>
  </p:cSld>
  <p:clrMapOvr>
    <a:masterClrMapping/>
  </p:clrMapOvr>
</p:sld>
</file>

<file path=ppt/slides/slide2.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p:sp>
        <p:nvSpPr>
          <p:cNvPr id="19" name="矩形 18"/>
          <p:cNvSpPr>
            <a:spLocks noGrp="1"/>
          </p:cNvSpPr>
          <p:nvPr/>
        </p:nvSpPr>
        <p:spPr>
          <a:xfrm>
            <a:off x="609600" y="323850"/>
            <a:ext cx="10334625" cy="533400"/>
          </a:xfrm>
          <a:prstGeom prst="rect">
            <a:avLst/>
          </a:prstGeom>
          <a:noFill/>
          <a:ln w="0">
            <a:noFill/>
          </a:ln>
        </p:spPr>
        <p:txBody>
          <a:bodyPr anchor="ctr">
            <a:noAutofit/>
          </a:bodyPr>
          <a:lstStyle>
            <a:defPPr algn="l">
              <a:defRPr sz="2550" b="1">
                <a:solidFill>
                  <a:srgbClr val="102A43"/>
                </a:solidFill>
                <a:latin typeface="Helvetica Neue"/>
                <a:ea typeface="Helvetica Neue"/>
                <a:cs typeface="Helvetica Neue"/>
              </a:defRPr>
            </a:defPPr>
            <a:lvl1pPr algn="l">
              <a:buNone/>
              <a:defRPr sz="2550" b="1">
                <a:solidFill>
                  <a:srgbClr val="102A43"/>
                </a:solidFill>
                <a:latin typeface="Helvetica Neue"/>
                <a:ea typeface="Helvetica Neue"/>
                <a:cs typeface="Helvetica Neue"/>
              </a:defRPr>
            </a:lvl1pPr>
            <a:lvl2pPr algn="l">
              <a:buNone/>
              <a:defRPr sz="2550" b="1">
                <a:solidFill>
                  <a:srgbClr val="102A43"/>
                </a:solidFill>
                <a:latin typeface="Helvetica Neue"/>
                <a:ea typeface="Helvetica Neue"/>
                <a:cs typeface="Helvetica Neue"/>
              </a:defRPr>
            </a:lvl2pPr>
            <a:lvl3pPr algn="l">
              <a:buNone/>
              <a:defRPr sz="2550" b="1">
                <a:solidFill>
                  <a:srgbClr val="102A43"/>
                </a:solidFill>
                <a:latin typeface="Helvetica Neue"/>
                <a:ea typeface="Helvetica Neue"/>
                <a:cs typeface="Helvetica Neue"/>
              </a:defRPr>
            </a:lvl3pPr>
            <a:lvl4pPr algn="l">
              <a:buNone/>
              <a:defRPr sz="2550" b="1">
                <a:solidFill>
                  <a:srgbClr val="102A43"/>
                </a:solidFill>
                <a:latin typeface="Helvetica Neue"/>
                <a:ea typeface="Helvetica Neue"/>
                <a:cs typeface="Helvetica Neue"/>
              </a:defRPr>
            </a:lvl4pPr>
            <a:lvl5pPr algn="l">
              <a:buNone/>
              <a:defRPr sz="2550" b="1">
                <a:solidFill>
                  <a:srgbClr val="102A43"/>
                </a:solidFill>
                <a:latin typeface="Helvetica Neue"/>
                <a:ea typeface="Helvetica Neue"/>
                <a:cs typeface="Helvetica Neue"/>
              </a:defRPr>
            </a:lvl5pPr>
            <a:lvl6pPr algn="l">
              <a:buNone/>
              <a:defRPr sz="2550" b="1">
                <a:solidFill>
                  <a:srgbClr val="102A43"/>
                </a:solidFill>
                <a:latin typeface="Helvetica Neue"/>
                <a:ea typeface="Helvetica Neue"/>
                <a:cs typeface="Helvetica Neue"/>
              </a:defRPr>
            </a:lvl6pPr>
            <a:lvl7pPr algn="l">
              <a:buNone/>
              <a:defRPr sz="2550" b="1">
                <a:solidFill>
                  <a:srgbClr val="102A43"/>
                </a:solidFill>
                <a:latin typeface="Helvetica Neue"/>
                <a:ea typeface="Helvetica Neue"/>
                <a:cs typeface="Helvetica Neue"/>
              </a:defRPr>
            </a:lvl7pPr>
            <a:lvl8pPr algn="l">
              <a:buNone/>
              <a:defRPr sz="2550" b="1">
                <a:solidFill>
                  <a:srgbClr val="102A43"/>
                </a:solidFill>
                <a:latin typeface="Helvetica Neue"/>
                <a:ea typeface="Helvetica Neue"/>
                <a:cs typeface="Helvetica Neue"/>
              </a:defRPr>
            </a:lvl8pPr>
            <a:lvl9pPr algn="l">
              <a:buNone/>
              <a:defRPr sz="2550" b="1">
                <a:solidFill>
                  <a:srgbClr val="102A43"/>
                </a:solidFill>
                <a:latin typeface="Helvetica Neue"/>
                <a:ea typeface="Helvetica Neue"/>
                <a:cs typeface="Helvetica Neue"/>
              </a:defRPr>
            </a:lvl9pPr>
          </a:lstStyle>
          <a:p>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Progress since Milestone 2</a:t>
            </a:r>
            <a:endParaRPr sz="2550" b="1">
              <a:solidFill>
                <a:srgbClr val="102A43"/>
              </a:solidFill>
              <a:latin typeface="Helvetica Neue"/>
              <a:ea typeface="Helvetica Neue"/>
              <a:cs typeface="Helvetica Neue"/>
            </a:endParaRPr>
          </a:p>
        </p:txBody>
      </p:sp>
      <p:sp>
        <p:nvSpPr>
          <p:cNvPr id="2" name="矩形 1"/>
          <p:cNvSpPr>
            <a:spLocks noGrp="1"/>
          </p:cNvSpPr>
          <p:nvPr/>
        </p:nvSpPr>
        <p:spPr>
          <a:xfrm>
            <a:off x="11049000" y="371475"/>
            <a:ext cx="571500" cy="381000"/>
          </a:xfrm>
          <a:prstGeom prst="rect">
            <a:avLst/>
          </a:prstGeom>
          <a:noFill/>
          <a:ln w="0">
            <a:noFill/>
          </a:ln>
        </p:spPr>
        <p:txBody>
          <a:bodyPr anchor="ctr">
            <a:noAutofit/>
          </a:bodyPr>
          <a:lstStyle>
            <a:defPPr algn="r">
              <a:defRPr sz="1350" b="1">
                <a:solidFill>
                  <a:srgbClr val="2F6BFF"/>
                </a:solidFill>
                <a:latin typeface="Helvetica Neue"/>
                <a:ea typeface="Helvetica Neue"/>
                <a:cs typeface="Helvetica Neue"/>
              </a:defRPr>
            </a:defPPr>
            <a:lvl1pPr algn="r">
              <a:buNone/>
              <a:defRPr sz="1350" b="1">
                <a:solidFill>
                  <a:srgbClr val="2F6BFF"/>
                </a:solidFill>
                <a:latin typeface="Helvetica Neue"/>
                <a:ea typeface="Helvetica Neue"/>
                <a:cs typeface="Helvetica Neue"/>
              </a:defRPr>
            </a:lvl1pPr>
            <a:lvl2pPr algn="r">
              <a:buNone/>
              <a:defRPr sz="1350" b="1">
                <a:solidFill>
                  <a:srgbClr val="2F6BFF"/>
                </a:solidFill>
                <a:latin typeface="Helvetica Neue"/>
                <a:ea typeface="Helvetica Neue"/>
                <a:cs typeface="Helvetica Neue"/>
              </a:defRPr>
            </a:lvl2pPr>
            <a:lvl3pPr algn="r">
              <a:buNone/>
              <a:defRPr sz="1350" b="1">
                <a:solidFill>
                  <a:srgbClr val="2F6BFF"/>
                </a:solidFill>
                <a:latin typeface="Helvetica Neue"/>
                <a:ea typeface="Helvetica Neue"/>
                <a:cs typeface="Helvetica Neue"/>
              </a:defRPr>
            </a:lvl3pPr>
            <a:lvl4pPr algn="r">
              <a:buNone/>
              <a:defRPr sz="1350" b="1">
                <a:solidFill>
                  <a:srgbClr val="2F6BFF"/>
                </a:solidFill>
                <a:latin typeface="Helvetica Neue"/>
                <a:ea typeface="Helvetica Neue"/>
                <a:cs typeface="Helvetica Neue"/>
              </a:defRPr>
            </a:lvl4pPr>
            <a:lvl5pPr algn="r">
              <a:buNone/>
              <a:defRPr sz="1350" b="1">
                <a:solidFill>
                  <a:srgbClr val="2F6BFF"/>
                </a:solidFill>
                <a:latin typeface="Helvetica Neue"/>
                <a:ea typeface="Helvetica Neue"/>
                <a:cs typeface="Helvetica Neue"/>
              </a:defRPr>
            </a:lvl5pPr>
            <a:lvl6pPr algn="r">
              <a:buNone/>
              <a:defRPr sz="1350" b="1">
                <a:solidFill>
                  <a:srgbClr val="2F6BFF"/>
                </a:solidFill>
                <a:latin typeface="Helvetica Neue"/>
                <a:ea typeface="Helvetica Neue"/>
                <a:cs typeface="Helvetica Neue"/>
              </a:defRPr>
            </a:lvl6pPr>
            <a:lvl7pPr algn="r">
              <a:buNone/>
              <a:defRPr sz="1350" b="1">
                <a:solidFill>
                  <a:srgbClr val="2F6BFF"/>
                </a:solidFill>
                <a:latin typeface="Helvetica Neue"/>
                <a:ea typeface="Helvetica Neue"/>
                <a:cs typeface="Helvetica Neue"/>
              </a:defRPr>
            </a:lvl7pPr>
            <a:lvl8pPr algn="r">
              <a:buNone/>
              <a:defRPr sz="1350" b="1">
                <a:solidFill>
                  <a:srgbClr val="2F6BFF"/>
                </a:solidFill>
                <a:latin typeface="Helvetica Neue"/>
                <a:ea typeface="Helvetica Neue"/>
                <a:cs typeface="Helvetica Neue"/>
              </a:defRPr>
            </a:lvl8pPr>
            <a:lvl9pPr algn="r">
              <a:buNone/>
              <a:defRPr sz="1350" b="1">
                <a:solidFill>
                  <a:srgbClr val="2F6BFF"/>
                </a:solidFill>
                <a:latin typeface="Helvetica Neue"/>
                <a:ea typeface="Helvetica Neue"/>
                <a:cs typeface="Helvetica Neue"/>
              </a:defRPr>
            </a:lvl9pPr>
          </a:lstStyle>
          <a:p>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02</a:t>
            </a:r>
            <a:endParaRPr sz="1350" b="1">
              <a:solidFill>
                <a:srgbClr val="2F6BFF"/>
              </a:solidFill>
              <a:latin typeface="Helvetica Neue"/>
              <a:ea typeface="Helvetica Neue"/>
              <a:cs typeface="Helvetica Neue"/>
            </a:endParaRPr>
          </a:p>
        </p:txBody>
      </p:sp>
      <p:sp>
        <p:nvSpPr>
          <p:cNvPr id="3" name="矩形 2"/>
          <p:cNvSpPr>
            <a:spLocks noGrp="1"/>
          </p:cNvSpPr>
          <p:nvPr/>
        </p:nvSpPr>
        <p:spPr>
          <a:xfrm>
            <a:off x="609600" y="952500"/>
            <a:ext cx="11010900" cy="38100"/>
          </a:xfrm>
          <a:prstGeom prst="rect">
            <a:avLst/>
          </a:prstGeom>
          <a:solidFill>
            <a:srgbClr val="2F6BFF"/>
          </a:solidFill>
          <a:ln w="0">
            <a:noFill/>
          </a:ln>
        </p:spPr>
      </p:sp>
      <p:sp>
        <p:nvSpPr>
          <p:cNvPr id="4" name="矩形 3"/>
          <p:cNvSpPr>
            <a:spLocks noGrp="1"/>
          </p:cNvSpPr>
          <p:nvPr/>
        </p:nvSpPr>
        <p:spPr>
          <a:xfrm>
            <a:off x="609600" y="6496050"/>
            <a:ext cx="5334000" cy="209550"/>
          </a:xfrm>
          <a:prstGeom prst="rect">
            <a:avLst/>
          </a:prstGeom>
          <a:noFill/>
          <a:ln w="0">
            <a:noFill/>
          </a:ln>
        </p:spPr>
        <p:txBody>
          <a:bodyPr anchor="ctr">
            <a:noAutofit/>
          </a:bodyPr>
          <a:lstStyle>
            <a:defPPr algn="l">
              <a:defRPr sz="900" b="0">
                <a:solidFill>
                  <a:srgbClr val="627D98"/>
                </a:solidFill>
                <a:latin typeface="Helvetica Neue"/>
                <a:ea typeface="Helvetica Neue"/>
                <a:cs typeface="Helvetica Neue"/>
              </a:defRPr>
            </a:defPPr>
            <a:lvl1pPr algn="l">
              <a:buNone/>
              <a:defRPr sz="900" b="0">
                <a:solidFill>
                  <a:srgbClr val="627D98"/>
                </a:solidFill>
                <a:latin typeface="Helvetica Neue"/>
                <a:ea typeface="Helvetica Neue"/>
                <a:cs typeface="Helvetica Neue"/>
              </a:defRPr>
            </a:lvl1pPr>
            <a:lvl2pPr algn="l">
              <a:buNone/>
              <a:defRPr sz="900" b="0">
                <a:solidFill>
                  <a:srgbClr val="627D98"/>
                </a:solidFill>
                <a:latin typeface="Helvetica Neue"/>
                <a:ea typeface="Helvetica Neue"/>
                <a:cs typeface="Helvetica Neue"/>
              </a:defRPr>
            </a:lvl2pPr>
            <a:lvl3pPr algn="l">
              <a:buNone/>
              <a:defRPr sz="900" b="0">
                <a:solidFill>
                  <a:srgbClr val="627D98"/>
                </a:solidFill>
                <a:latin typeface="Helvetica Neue"/>
                <a:ea typeface="Helvetica Neue"/>
                <a:cs typeface="Helvetica Neue"/>
              </a:defRPr>
            </a:lvl3pPr>
            <a:lvl4pPr algn="l">
              <a:buNone/>
              <a:defRPr sz="900" b="0">
                <a:solidFill>
                  <a:srgbClr val="627D98"/>
                </a:solidFill>
                <a:latin typeface="Helvetica Neue"/>
                <a:ea typeface="Helvetica Neue"/>
                <a:cs typeface="Helvetica Neue"/>
              </a:defRPr>
            </a:lvl4pPr>
            <a:lvl5pPr algn="l">
              <a:buNone/>
              <a:defRPr sz="900" b="0">
                <a:solidFill>
                  <a:srgbClr val="627D98"/>
                </a:solidFill>
                <a:latin typeface="Helvetica Neue"/>
                <a:ea typeface="Helvetica Neue"/>
                <a:cs typeface="Helvetica Neue"/>
              </a:defRPr>
            </a:lvl5pPr>
            <a:lvl6pPr algn="l">
              <a:buNone/>
              <a:defRPr sz="900" b="0">
                <a:solidFill>
                  <a:srgbClr val="627D98"/>
                </a:solidFill>
                <a:latin typeface="Helvetica Neue"/>
                <a:ea typeface="Helvetica Neue"/>
                <a:cs typeface="Helvetica Neue"/>
              </a:defRPr>
            </a:lvl6pPr>
            <a:lvl7pPr algn="l">
              <a:buNone/>
              <a:defRPr sz="900" b="0">
                <a:solidFill>
                  <a:srgbClr val="627D98"/>
                </a:solidFill>
                <a:latin typeface="Helvetica Neue"/>
                <a:ea typeface="Helvetica Neue"/>
                <a:cs typeface="Helvetica Neue"/>
              </a:defRPr>
            </a:lvl7pPr>
            <a:lvl8pPr algn="l">
              <a:buNone/>
              <a:defRPr sz="900" b="0">
                <a:solidFill>
                  <a:srgbClr val="627D98"/>
                </a:solidFill>
                <a:latin typeface="Helvetica Neue"/>
                <a:ea typeface="Helvetica Neue"/>
                <a:cs typeface="Helvetica Neue"/>
              </a:defRPr>
            </a:lvl8pPr>
            <a:lvl9pPr algn="l">
              <a:buNone/>
              <a:defRPr sz="900" b="0">
                <a:solidFill>
                  <a:srgbClr val="627D98"/>
                </a:solidFill>
                <a:latin typeface="Helvetica Neue"/>
                <a:ea typeface="Helvetica Neue"/>
                <a:cs typeface="Helvetica Neue"/>
              </a:defRPr>
            </a:lvl9pPr>
          </a:lstStyle>
          <a:p>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endParaRPr sz="900" b="0">
              <a:solidFill>
                <a:srgbClr val="627D98"/>
              </a:solidFill>
              <a:latin typeface="Helvetica Neue"/>
              <a:ea typeface="Helvetica Neue"/>
              <a:cs typeface="Helvetica Neue"/>
            </a:endParaRPr>
          </a:p>
        </p:txBody>
      </p:sp>
      <p:sp>
        <p:nvSpPr>
          <p:cNvPr id="5" name="矩形 4"/>
          <p:cNvSpPr>
            <a:spLocks noGrp="1"/>
          </p:cNvSpPr>
          <p:nvPr/>
        </p:nvSpPr>
        <p:spPr>
          <a:xfrm>
            <a:off x="10191750" y="6496050"/>
            <a:ext cx="1428750" cy="209550"/>
          </a:xfrm>
          <a:prstGeom prst="rect">
            <a:avLst/>
          </a:prstGeom>
          <a:noFill/>
          <a:ln w="0">
            <a:noFill/>
          </a:ln>
        </p:spPr>
        <p:txBody>
          <a:bodyPr anchor="ctr">
            <a:noAutofit/>
          </a:bodyPr>
          <a:lstStyle>
            <a:defPPr algn="r">
              <a:defRPr sz="900" b="0">
                <a:solidFill>
                  <a:srgbClr val="627D98"/>
                </a:solidFill>
                <a:latin typeface="Helvetica Neue"/>
                <a:ea typeface="Helvetica Neue"/>
                <a:cs typeface="Helvetica Neue"/>
              </a:defRPr>
            </a:defPPr>
            <a:lvl1pPr algn="r">
              <a:buNone/>
              <a:defRPr sz="900" b="0">
                <a:solidFill>
                  <a:srgbClr val="627D98"/>
                </a:solidFill>
                <a:latin typeface="Helvetica Neue"/>
                <a:ea typeface="Helvetica Neue"/>
                <a:cs typeface="Helvetica Neue"/>
              </a:defRPr>
            </a:lvl1pPr>
            <a:lvl2pPr algn="r">
              <a:buNone/>
              <a:defRPr sz="900" b="0">
                <a:solidFill>
                  <a:srgbClr val="627D98"/>
                </a:solidFill>
                <a:latin typeface="Helvetica Neue"/>
                <a:ea typeface="Helvetica Neue"/>
                <a:cs typeface="Helvetica Neue"/>
              </a:defRPr>
            </a:lvl2pPr>
            <a:lvl3pPr algn="r">
              <a:buNone/>
              <a:defRPr sz="900" b="0">
                <a:solidFill>
                  <a:srgbClr val="627D98"/>
                </a:solidFill>
                <a:latin typeface="Helvetica Neue"/>
                <a:ea typeface="Helvetica Neue"/>
                <a:cs typeface="Helvetica Neue"/>
              </a:defRPr>
            </a:lvl3pPr>
            <a:lvl4pPr algn="r">
              <a:buNone/>
              <a:defRPr sz="900" b="0">
                <a:solidFill>
                  <a:srgbClr val="627D98"/>
                </a:solidFill>
                <a:latin typeface="Helvetica Neue"/>
                <a:ea typeface="Helvetica Neue"/>
                <a:cs typeface="Helvetica Neue"/>
              </a:defRPr>
            </a:lvl4pPr>
            <a:lvl5pPr algn="r">
              <a:buNone/>
              <a:defRPr sz="900" b="0">
                <a:solidFill>
                  <a:srgbClr val="627D98"/>
                </a:solidFill>
                <a:latin typeface="Helvetica Neue"/>
                <a:ea typeface="Helvetica Neue"/>
                <a:cs typeface="Helvetica Neue"/>
              </a:defRPr>
            </a:lvl5pPr>
            <a:lvl6pPr algn="r">
              <a:buNone/>
              <a:defRPr sz="900" b="0">
                <a:solidFill>
                  <a:srgbClr val="627D98"/>
                </a:solidFill>
                <a:latin typeface="Helvetica Neue"/>
                <a:ea typeface="Helvetica Neue"/>
                <a:cs typeface="Helvetica Neue"/>
              </a:defRPr>
            </a:lvl6pPr>
            <a:lvl7pPr algn="r">
              <a:buNone/>
              <a:defRPr sz="900" b="0">
                <a:solidFill>
                  <a:srgbClr val="627D98"/>
                </a:solidFill>
                <a:latin typeface="Helvetica Neue"/>
                <a:ea typeface="Helvetica Neue"/>
                <a:cs typeface="Helvetica Neue"/>
              </a:defRPr>
            </a:lvl7pPr>
            <a:lvl8pPr algn="r">
              <a:buNone/>
              <a:defRPr sz="900" b="0">
                <a:solidFill>
                  <a:srgbClr val="627D98"/>
                </a:solidFill>
                <a:latin typeface="Helvetica Neue"/>
                <a:ea typeface="Helvetica Neue"/>
                <a:cs typeface="Helvetica Neue"/>
              </a:defRPr>
            </a:lvl8pPr>
            <a:lvl9pPr algn="r">
              <a:buNone/>
              <a:defRPr sz="900" b="0">
                <a:solidFill>
                  <a:srgbClr val="627D98"/>
                </a:solidFill>
                <a:latin typeface="Helvetica Neue"/>
                <a:ea typeface="Helvetica Neue"/>
                <a:cs typeface="Helvetica Neue"/>
              </a:defRPr>
            </a:lvl9pPr>
          </a:lstStyle>
          <a:p>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2/11</a:t>
            </a:r>
            <a:endParaRPr sz="900" b="0">
              <a:solidFill>
                <a:srgbClr val="627D98"/>
              </a:solidFill>
              <a:latin typeface="Helvetica Neue"/>
              <a:ea typeface="Helvetica Neue"/>
              <a:cs typeface="Helvetica Neue"/>
            </a:endParaRPr>
          </a:p>
        </p:txBody>
      </p:sp>
      <p:sp>
        <p:nvSpPr>
          <p:cNvPr id="6" name="矩形 5"/>
          <p:cNvSpPr>
            <a:spLocks noGrp="1"/>
          </p:cNvSpPr>
          <p:nvPr/>
        </p:nvSpPr>
        <p:spPr>
          <a:xfrm>
            <a:off x="666750" y="1266825"/>
            <a:ext cx="3238500" cy="419100"/>
          </a:xfrm>
          <a:prstGeom prst="rect">
            <a:avLst/>
          </a:prstGeom>
          <a:noFill/>
          <a:ln w="0">
            <a:noFill/>
          </a:ln>
        </p:spPr>
        <p:txBody>
          <a:bodyPr anchor="ctr">
            <a:noAutofit/>
          </a:bodyPr>
          <a:lstStyle>
            <a:defPPr algn="l">
              <a:defRPr sz="2100" b="1">
                <a:solidFill>
                  <a:srgbClr val="627D98"/>
                </a:solidFill>
                <a:latin typeface="Helvetica Neue"/>
                <a:ea typeface="Helvetica Neue"/>
                <a:cs typeface="Helvetica Neue"/>
              </a:defRPr>
            </a:defPPr>
            <a:lvl1pPr algn="l">
              <a:buNone/>
              <a:defRPr sz="2100" b="1">
                <a:solidFill>
                  <a:srgbClr val="627D98"/>
                </a:solidFill>
                <a:latin typeface="Helvetica Neue"/>
                <a:ea typeface="Helvetica Neue"/>
                <a:cs typeface="Helvetica Neue"/>
              </a:defRPr>
            </a:lvl1pPr>
            <a:lvl2pPr algn="l">
              <a:buNone/>
              <a:defRPr sz="2100" b="1">
                <a:solidFill>
                  <a:srgbClr val="627D98"/>
                </a:solidFill>
                <a:latin typeface="Helvetica Neue"/>
                <a:ea typeface="Helvetica Neue"/>
                <a:cs typeface="Helvetica Neue"/>
              </a:defRPr>
            </a:lvl2pPr>
            <a:lvl3pPr algn="l">
              <a:buNone/>
              <a:defRPr sz="2100" b="1">
                <a:solidFill>
                  <a:srgbClr val="627D98"/>
                </a:solidFill>
                <a:latin typeface="Helvetica Neue"/>
                <a:ea typeface="Helvetica Neue"/>
                <a:cs typeface="Helvetica Neue"/>
              </a:defRPr>
            </a:lvl3pPr>
            <a:lvl4pPr algn="l">
              <a:buNone/>
              <a:defRPr sz="2100" b="1">
                <a:solidFill>
                  <a:srgbClr val="627D98"/>
                </a:solidFill>
                <a:latin typeface="Helvetica Neue"/>
                <a:ea typeface="Helvetica Neue"/>
                <a:cs typeface="Helvetica Neue"/>
              </a:defRPr>
            </a:lvl4pPr>
            <a:lvl5pPr algn="l">
              <a:buNone/>
              <a:defRPr sz="2100" b="1">
                <a:solidFill>
                  <a:srgbClr val="627D98"/>
                </a:solidFill>
                <a:latin typeface="Helvetica Neue"/>
                <a:ea typeface="Helvetica Neue"/>
                <a:cs typeface="Helvetica Neue"/>
              </a:defRPr>
            </a:lvl5pPr>
            <a:lvl6pPr algn="l">
              <a:buNone/>
              <a:defRPr sz="2100" b="1">
                <a:solidFill>
                  <a:srgbClr val="627D98"/>
                </a:solidFill>
                <a:latin typeface="Helvetica Neue"/>
                <a:ea typeface="Helvetica Neue"/>
                <a:cs typeface="Helvetica Neue"/>
              </a:defRPr>
            </a:lvl6pPr>
            <a:lvl7pPr algn="l">
              <a:buNone/>
              <a:defRPr sz="2100" b="1">
                <a:solidFill>
                  <a:srgbClr val="627D98"/>
                </a:solidFill>
                <a:latin typeface="Helvetica Neue"/>
                <a:ea typeface="Helvetica Neue"/>
                <a:cs typeface="Helvetica Neue"/>
              </a:defRPr>
            </a:lvl7pPr>
            <a:lvl8pPr algn="l">
              <a:buNone/>
              <a:defRPr sz="2100" b="1">
                <a:solidFill>
                  <a:srgbClr val="627D98"/>
                </a:solidFill>
                <a:latin typeface="Helvetica Neue"/>
                <a:ea typeface="Helvetica Neue"/>
                <a:cs typeface="Helvetica Neue"/>
              </a:defRPr>
            </a:lvl8pPr>
            <a:lvl9pPr algn="l">
              <a:buNone/>
              <a:defRPr sz="2100" b="1">
                <a:solidFill>
                  <a:srgbClr val="627D98"/>
                </a:solidFill>
                <a:latin typeface="Helvetica Neue"/>
                <a:ea typeface="Helvetica Neue"/>
                <a:cs typeface="Helvetica Neue"/>
              </a:defRPr>
            </a:lvl9pPr>
          </a:lstStyle>
          <a:p>
            <a:pPr algn="l">
              <a:buNone/>
              <a:defRPr sz="2100" b="1">
                <a:solidFill>
                  <a:srgbClr val="627D98"/>
                </a:solidFill>
                <a:latin typeface="Helvetica Neue"/>
                <a:ea typeface="Helvetica Neue"/>
                <a:cs typeface="Helvetica Neue"/>
              </a:defRPr>
            </a:pPr>
            <a:r>
              <a:rPr sz="2100" b="1">
                <a:solidFill>
                  <a:srgbClr val="627D98"/>
                </a:solidFill>
                <a:latin typeface="Helvetica Neue"/>
                <a:ea typeface="Helvetica Neue"/>
                <a:cs typeface="Helvetica Neue"/>
              </a:rPr>
              <a:t>M2 core notebook</a:t>
            </a:r>
            <a:endParaRPr sz="2100" b="1">
              <a:solidFill>
                <a:srgbClr val="627D98"/>
              </a:solidFill>
              <a:latin typeface="Helvetica Neue"/>
              <a:ea typeface="Helvetica Neue"/>
              <a:cs typeface="Helvetica Neue"/>
            </a:endParaRPr>
          </a:p>
        </p:txBody>
      </p:sp>
      <p:sp>
        <p:nvSpPr>
          <p:cNvPr id="7" name="矩形 6"/>
          <p:cNvSpPr>
            <a:spLocks noGrp="1"/>
          </p:cNvSpPr>
          <p:nvPr/>
        </p:nvSpPr>
        <p:spPr>
          <a:xfrm>
            <a:off x="6477000" y="1266825"/>
            <a:ext cx="2762250" cy="419100"/>
          </a:xfrm>
          <a:prstGeom prst="rect">
            <a:avLst/>
          </a:prstGeom>
          <a:noFill/>
          <a:ln w="0">
            <a:noFill/>
          </a:ln>
        </p:spPr>
        <p:txBody>
          <a:bodyPr anchor="ctr">
            <a:noAutofit/>
          </a:bodyPr>
          <a:lstStyle>
            <a:defPPr algn="l">
              <a:defRPr sz="2100" b="1">
                <a:solidFill>
                  <a:srgbClr val="2F6BFF"/>
                </a:solidFill>
                <a:latin typeface="Helvetica Neue"/>
                <a:ea typeface="Helvetica Neue"/>
                <a:cs typeface="Helvetica Neue"/>
              </a:defRPr>
            </a:defPPr>
            <a:lvl1pPr algn="l">
              <a:buNone/>
              <a:defRPr sz="2100" b="1">
                <a:solidFill>
                  <a:srgbClr val="2F6BFF"/>
                </a:solidFill>
                <a:latin typeface="Helvetica Neue"/>
                <a:ea typeface="Helvetica Neue"/>
                <a:cs typeface="Helvetica Neue"/>
              </a:defRPr>
            </a:lvl1pPr>
            <a:lvl2pPr algn="l">
              <a:buNone/>
              <a:defRPr sz="2100" b="1">
                <a:solidFill>
                  <a:srgbClr val="2F6BFF"/>
                </a:solidFill>
                <a:latin typeface="Helvetica Neue"/>
                <a:ea typeface="Helvetica Neue"/>
                <a:cs typeface="Helvetica Neue"/>
              </a:defRPr>
            </a:lvl2pPr>
            <a:lvl3pPr algn="l">
              <a:buNone/>
              <a:defRPr sz="2100" b="1">
                <a:solidFill>
                  <a:srgbClr val="2F6BFF"/>
                </a:solidFill>
                <a:latin typeface="Helvetica Neue"/>
                <a:ea typeface="Helvetica Neue"/>
                <a:cs typeface="Helvetica Neue"/>
              </a:defRPr>
            </a:lvl3pPr>
            <a:lvl4pPr algn="l">
              <a:buNone/>
              <a:defRPr sz="2100" b="1">
                <a:solidFill>
                  <a:srgbClr val="2F6BFF"/>
                </a:solidFill>
                <a:latin typeface="Helvetica Neue"/>
                <a:ea typeface="Helvetica Neue"/>
                <a:cs typeface="Helvetica Neue"/>
              </a:defRPr>
            </a:lvl4pPr>
            <a:lvl5pPr algn="l">
              <a:buNone/>
              <a:defRPr sz="2100" b="1">
                <a:solidFill>
                  <a:srgbClr val="2F6BFF"/>
                </a:solidFill>
                <a:latin typeface="Helvetica Neue"/>
                <a:ea typeface="Helvetica Neue"/>
                <a:cs typeface="Helvetica Neue"/>
              </a:defRPr>
            </a:lvl5pPr>
            <a:lvl6pPr algn="l">
              <a:buNone/>
              <a:defRPr sz="2100" b="1">
                <a:solidFill>
                  <a:srgbClr val="2F6BFF"/>
                </a:solidFill>
                <a:latin typeface="Helvetica Neue"/>
                <a:ea typeface="Helvetica Neue"/>
                <a:cs typeface="Helvetica Neue"/>
              </a:defRPr>
            </a:lvl6pPr>
            <a:lvl7pPr algn="l">
              <a:buNone/>
              <a:defRPr sz="2100" b="1">
                <a:solidFill>
                  <a:srgbClr val="2F6BFF"/>
                </a:solidFill>
                <a:latin typeface="Helvetica Neue"/>
                <a:ea typeface="Helvetica Neue"/>
                <a:cs typeface="Helvetica Neue"/>
              </a:defRPr>
            </a:lvl7pPr>
            <a:lvl8pPr algn="l">
              <a:buNone/>
              <a:defRPr sz="2100" b="1">
                <a:solidFill>
                  <a:srgbClr val="2F6BFF"/>
                </a:solidFill>
                <a:latin typeface="Helvetica Neue"/>
                <a:ea typeface="Helvetica Neue"/>
                <a:cs typeface="Helvetica Neue"/>
              </a:defRPr>
            </a:lvl8pPr>
            <a:lvl9pPr algn="l">
              <a:buNone/>
              <a:defRPr sz="2100" b="1">
                <a:solidFill>
                  <a:srgbClr val="2F6BFF"/>
                </a:solidFill>
                <a:latin typeface="Helvetica Neue"/>
                <a:ea typeface="Helvetica Neue"/>
                <a:cs typeface="Helvetica Neue"/>
              </a:defRPr>
            </a:lvl9pPr>
          </a:lstStyle>
          <a:p>
            <a:pPr algn="l">
              <a:buNone/>
              <a:defRPr sz="2100" b="1">
                <a:solidFill>
                  <a:srgbClr val="2F6BFF"/>
                </a:solidFill>
                <a:latin typeface="Helvetica Neue"/>
                <a:ea typeface="Helvetica Neue"/>
                <a:cs typeface="Helvetica Neue"/>
              </a:defRPr>
            </a:pPr>
            <a:r>
              <a:rPr sz="2100" b="1">
                <a:solidFill>
                  <a:srgbClr val="2F6BFF"/>
                </a:solidFill>
                <a:latin typeface="Helvetica Neue"/>
                <a:ea typeface="Helvetica Neue"/>
                <a:cs typeface="Helvetica Neue"/>
              </a:rPr>
              <a:t>M3 evidence</a:t>
            </a:r>
            <a:endParaRPr sz="2100" b="1">
              <a:solidFill>
                <a:srgbClr val="2F6BFF"/>
              </a:solidFill>
              <a:latin typeface="Helvetica Neue"/>
              <a:ea typeface="Helvetica Neue"/>
              <a:cs typeface="Helvetica Neue"/>
            </a:endParaRPr>
          </a:p>
        </p:txBody>
      </p:sp>
      <p:sp>
        <p:nvSpPr>
          <p:cNvPr id="8" name="直接连接符 7"/>
          <p:cNvSpPr>
            <a:spLocks noGrp="1"/>
          </p:cNvSpPr>
          <p:nvPr/>
        </p:nvSpPr>
        <p:spPr>
          <a:xfrm>
            <a:off x="5905500" y="1276350"/>
            <a:ext cx="0" cy="4572000"/>
          </a:xfrm>
          <a:prstGeom prst="line">
            <a:avLst/>
          </a:prstGeom>
          <a:noFill/>
          <a:ln w="19050">
            <a:solidFill>
              <a:srgbClr val="D9E2EC"/>
            </a:solidFill>
          </a:ln>
        </p:spPr>
      </p:sp>
      <p:sp>
        <p:nvSpPr>
          <p:cNvPr id="9" name="矩形 8"/>
          <p:cNvSpPr>
            <a:spLocks noGrp="1"/>
          </p:cNvSpPr>
          <p:nvPr/>
        </p:nvSpPr>
        <p:spPr>
          <a:xfrm>
            <a:off x="413385" y="1857375"/>
            <a:ext cx="5467350" cy="3143250"/>
          </a:xfrm>
          <a:prstGeom prst="rect">
            <a:avLst/>
          </a:prstGeom>
          <a:noFill/>
          <a:ln w="0">
            <a:noFill/>
          </a:ln>
        </p:spPr>
        <p:txBody>
          <a:bodyPr>
            <a:noAutofit/>
          </a:bodyPr>
          <a:lstStyle>
            <a:defPPr>
              <a:defRPr sz="1725">
                <a:solidFill>
                  <a:srgbClr val="627D98"/>
                </a:solidFill>
                <a:latin typeface="Helvetica Neue"/>
                <a:ea typeface="Helvetica Neue"/>
                <a:cs typeface="Helvetica Neue"/>
              </a:defRPr>
            </a:defPPr>
            <a:lvl1pPr>
              <a:buNone/>
              <a:defRPr sz="1725">
                <a:solidFill>
                  <a:srgbClr val="627D98"/>
                </a:solidFill>
                <a:latin typeface="Helvetica Neue"/>
                <a:ea typeface="Helvetica Neue"/>
                <a:cs typeface="Helvetica Neue"/>
              </a:defRPr>
            </a:lvl1pPr>
            <a:lvl2pPr>
              <a:buNone/>
              <a:defRPr sz="1725">
                <a:solidFill>
                  <a:srgbClr val="627D98"/>
                </a:solidFill>
                <a:latin typeface="Helvetica Neue"/>
                <a:ea typeface="Helvetica Neue"/>
                <a:cs typeface="Helvetica Neue"/>
              </a:defRPr>
            </a:lvl2pPr>
            <a:lvl3pPr>
              <a:buNone/>
              <a:defRPr sz="1725">
                <a:solidFill>
                  <a:srgbClr val="627D98"/>
                </a:solidFill>
                <a:latin typeface="Helvetica Neue"/>
                <a:ea typeface="Helvetica Neue"/>
                <a:cs typeface="Helvetica Neue"/>
              </a:defRPr>
            </a:lvl3pPr>
            <a:lvl4pPr>
              <a:buNone/>
              <a:defRPr sz="1725">
                <a:solidFill>
                  <a:srgbClr val="627D98"/>
                </a:solidFill>
                <a:latin typeface="Helvetica Neue"/>
                <a:ea typeface="Helvetica Neue"/>
                <a:cs typeface="Helvetica Neue"/>
              </a:defRPr>
            </a:lvl4pPr>
            <a:lvl5pPr>
              <a:buNone/>
              <a:defRPr sz="1725">
                <a:solidFill>
                  <a:srgbClr val="627D98"/>
                </a:solidFill>
                <a:latin typeface="Helvetica Neue"/>
                <a:ea typeface="Helvetica Neue"/>
                <a:cs typeface="Helvetica Neue"/>
              </a:defRPr>
            </a:lvl5pPr>
            <a:lvl6pPr>
              <a:buNone/>
              <a:defRPr sz="1725">
                <a:solidFill>
                  <a:srgbClr val="627D98"/>
                </a:solidFill>
                <a:latin typeface="Helvetica Neue"/>
                <a:ea typeface="Helvetica Neue"/>
                <a:cs typeface="Helvetica Neue"/>
              </a:defRPr>
            </a:lvl6pPr>
            <a:lvl7pPr>
              <a:buNone/>
              <a:defRPr sz="1725">
                <a:solidFill>
                  <a:srgbClr val="627D98"/>
                </a:solidFill>
                <a:latin typeface="Helvetica Neue"/>
                <a:ea typeface="Helvetica Neue"/>
                <a:cs typeface="Helvetica Neue"/>
              </a:defRPr>
            </a:lvl7pPr>
            <a:lvl8pPr>
              <a:buNone/>
              <a:defRPr sz="1725">
                <a:solidFill>
                  <a:srgbClr val="627D98"/>
                </a:solidFill>
                <a:latin typeface="Helvetica Neue"/>
                <a:ea typeface="Helvetica Neue"/>
                <a:cs typeface="Helvetica Neue"/>
              </a:defRPr>
            </a:lvl8pPr>
            <a:lvl9pPr>
              <a:buNone/>
              <a:defRPr sz="1725">
                <a:solidFill>
                  <a:srgbClr val="627D98"/>
                </a:solidFill>
                <a:latin typeface="Helvetica Neue"/>
                <a:ea typeface="Helvetica Neue"/>
                <a:cs typeface="Helvetica Neue"/>
              </a:defRPr>
            </a:lvl9pPr>
          </a:lstStyle>
          <a:p>
            <a:pPr marL="228600" indent="-114300" algn="l">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32 synthetic trajectories, 16 artificial IDs</a:t>
            </a:r>
            <a:endParaRPr sz="1725">
              <a:solidFill>
                <a:srgbClr val="627D98"/>
              </a:solidFill>
              <a:latin typeface="Helvetica Neue"/>
              <a:ea typeface="Helvetica Neue"/>
              <a:cs typeface="Helvetica Neue"/>
            </a:endParaRPr>
          </a:p>
          <a:p>
            <a:pPr marL="114300" indent="0" algn="l">
              <a:spcAft>
                <a:spcPts val="1600"/>
              </a:spcAft>
              <a:defRPr sz="1725">
                <a:solidFill>
                  <a:srgbClr val="627D98"/>
                </a:solidFill>
                <a:latin typeface="Helvetica Neue"/>
                <a:ea typeface="Helvetica Neue"/>
                <a:cs typeface="Helvetica Neue"/>
              </a:defRPr>
            </a:pPr>
            <a:endParaRPr sz="1725">
              <a:solidFill>
                <a:srgbClr val="627D98"/>
              </a:solidFill>
              <a:latin typeface="Helvetica Neue"/>
              <a:ea typeface="Helvetica Neue"/>
              <a:cs typeface="Helvetica Neue"/>
            </a:endParaRPr>
          </a:p>
          <a:p>
            <a:pPr marL="228600" indent="-114300" algn="l">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2 public videos for preprocessing</a:t>
            </a:r>
            <a:endParaRPr sz="1725">
              <a:solidFill>
                <a:srgbClr val="627D98"/>
              </a:solidFill>
              <a:latin typeface="Helvetica Neue"/>
              <a:ea typeface="Helvetica Neue"/>
              <a:cs typeface="Helvetica Neue"/>
            </a:endParaRPr>
          </a:p>
          <a:p>
            <a:pPr marL="114300" indent="0" algn="l">
              <a:spcAft>
                <a:spcPts val="1600"/>
              </a:spcAft>
              <a:defRPr sz="1725">
                <a:solidFill>
                  <a:srgbClr val="627D98"/>
                </a:solidFill>
                <a:latin typeface="Helvetica Neue"/>
                <a:ea typeface="Helvetica Neue"/>
                <a:cs typeface="Helvetica Neue"/>
              </a:defRPr>
            </a:pPr>
            <a:endParaRPr sz="1725">
              <a:solidFill>
                <a:srgbClr val="627D98"/>
              </a:solidFill>
              <a:latin typeface="Helvetica Neue"/>
              <a:ea typeface="Helvetica Neue"/>
              <a:cs typeface="Helvetica Neue"/>
            </a:endParaRPr>
          </a:p>
          <a:p>
            <a:pPr marL="228600" indent="-114300" algn="l">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No real-video accuracy measured</a:t>
            </a:r>
            <a:endParaRPr sz="1725">
              <a:solidFill>
                <a:srgbClr val="627D98"/>
              </a:solidFill>
              <a:latin typeface="Helvetica Neue"/>
              <a:ea typeface="Helvetica Neue"/>
              <a:cs typeface="Helvetica Neue"/>
            </a:endParaRPr>
          </a:p>
          <a:p>
            <a:pPr marL="114300" indent="0" algn="l">
              <a:spcAft>
                <a:spcPts val="1600"/>
              </a:spcAft>
              <a:defRPr sz="1725">
                <a:solidFill>
                  <a:srgbClr val="627D98"/>
                </a:solidFill>
                <a:latin typeface="Helvetica Neue"/>
                <a:ea typeface="Helvetica Neue"/>
                <a:cs typeface="Helvetica Neue"/>
              </a:defRPr>
            </a:pPr>
            <a:endParaRPr sz="1725">
              <a:solidFill>
                <a:srgbClr val="627D98"/>
              </a:solidFill>
              <a:latin typeface="Helvetica Neue"/>
              <a:ea typeface="Helvetica Neue"/>
              <a:cs typeface="Helvetica Neue"/>
            </a:endParaRPr>
          </a:p>
          <a:p>
            <a:pPr marL="228600" indent="-114300" algn="l">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Peer score interface only</a:t>
            </a:r>
            <a:endParaRPr sz="1725">
              <a:solidFill>
                <a:srgbClr val="627D98"/>
              </a:solidFill>
              <a:latin typeface="Helvetica Neue"/>
              <a:ea typeface="Helvetica Neue"/>
              <a:cs typeface="Helvetica Neue"/>
            </a:endParaRPr>
          </a:p>
        </p:txBody>
      </p:sp>
      <p:sp>
        <p:nvSpPr>
          <p:cNvPr id="10" name="矩形 9"/>
          <p:cNvSpPr>
            <a:spLocks noGrp="1"/>
          </p:cNvSpPr>
          <p:nvPr/>
        </p:nvSpPr>
        <p:spPr>
          <a:xfrm>
            <a:off x="6477000" y="1857375"/>
            <a:ext cx="2095500" cy="571500"/>
          </a:xfrm>
          <a:prstGeom prst="rect">
            <a:avLst/>
          </a:prstGeom>
          <a:noFill/>
          <a:ln w="0">
            <a:noFill/>
          </a:ln>
        </p:spPr>
        <p:txBody>
          <a:bodyPr anchor="ctr">
            <a:noAutofit/>
          </a:bodyPr>
          <a:lstStyle>
            <a:defPPr algn="l">
              <a:defRPr sz="2850" b="1">
                <a:solidFill>
                  <a:srgbClr val="2F6BFF"/>
                </a:solidFill>
                <a:latin typeface="Helvetica Neue"/>
                <a:ea typeface="Helvetica Neue"/>
                <a:cs typeface="Helvetica Neue"/>
              </a:defRPr>
            </a:defPPr>
            <a:lvl1pPr algn="l">
              <a:buNone/>
              <a:defRPr sz="2850" b="1">
                <a:solidFill>
                  <a:srgbClr val="2F6BFF"/>
                </a:solidFill>
                <a:latin typeface="Helvetica Neue"/>
                <a:ea typeface="Helvetica Neue"/>
                <a:cs typeface="Helvetica Neue"/>
              </a:defRPr>
            </a:lvl1pPr>
            <a:lvl2pPr algn="l">
              <a:buNone/>
              <a:defRPr sz="2850" b="1">
                <a:solidFill>
                  <a:srgbClr val="2F6BFF"/>
                </a:solidFill>
                <a:latin typeface="Helvetica Neue"/>
                <a:ea typeface="Helvetica Neue"/>
                <a:cs typeface="Helvetica Neue"/>
              </a:defRPr>
            </a:lvl2pPr>
            <a:lvl3pPr algn="l">
              <a:buNone/>
              <a:defRPr sz="2850" b="1">
                <a:solidFill>
                  <a:srgbClr val="2F6BFF"/>
                </a:solidFill>
                <a:latin typeface="Helvetica Neue"/>
                <a:ea typeface="Helvetica Neue"/>
                <a:cs typeface="Helvetica Neue"/>
              </a:defRPr>
            </a:lvl3pPr>
            <a:lvl4pPr algn="l">
              <a:buNone/>
              <a:defRPr sz="2850" b="1">
                <a:solidFill>
                  <a:srgbClr val="2F6BFF"/>
                </a:solidFill>
                <a:latin typeface="Helvetica Neue"/>
                <a:ea typeface="Helvetica Neue"/>
                <a:cs typeface="Helvetica Neue"/>
              </a:defRPr>
            </a:lvl4pPr>
            <a:lvl5pPr algn="l">
              <a:buNone/>
              <a:defRPr sz="2850" b="1">
                <a:solidFill>
                  <a:srgbClr val="2F6BFF"/>
                </a:solidFill>
                <a:latin typeface="Helvetica Neue"/>
                <a:ea typeface="Helvetica Neue"/>
                <a:cs typeface="Helvetica Neue"/>
              </a:defRPr>
            </a:lvl5pPr>
            <a:lvl6pPr algn="l">
              <a:buNone/>
              <a:defRPr sz="2850" b="1">
                <a:solidFill>
                  <a:srgbClr val="2F6BFF"/>
                </a:solidFill>
                <a:latin typeface="Helvetica Neue"/>
                <a:ea typeface="Helvetica Neue"/>
                <a:cs typeface="Helvetica Neue"/>
              </a:defRPr>
            </a:lvl6pPr>
            <a:lvl7pPr algn="l">
              <a:buNone/>
              <a:defRPr sz="2850" b="1">
                <a:solidFill>
                  <a:srgbClr val="2F6BFF"/>
                </a:solidFill>
                <a:latin typeface="Helvetica Neue"/>
                <a:ea typeface="Helvetica Neue"/>
                <a:cs typeface="Helvetica Neue"/>
              </a:defRPr>
            </a:lvl7pPr>
            <a:lvl8pPr algn="l">
              <a:buNone/>
              <a:defRPr sz="2850" b="1">
                <a:solidFill>
                  <a:srgbClr val="2F6BFF"/>
                </a:solidFill>
                <a:latin typeface="Helvetica Neue"/>
                <a:ea typeface="Helvetica Neue"/>
                <a:cs typeface="Helvetica Neue"/>
              </a:defRPr>
            </a:lvl8pPr>
            <a:lvl9pPr algn="l">
              <a:buNone/>
              <a:defRPr sz="2850" b="1">
                <a:solidFill>
                  <a:srgbClr val="2F6BFF"/>
                </a:solidFill>
                <a:latin typeface="Helvetica Neue"/>
                <a:ea typeface="Helvetica Neue"/>
                <a:cs typeface="Helvetica Neue"/>
              </a:defRPr>
            </a:lvl9pPr>
          </a:lstStyle>
          <a:p>
            <a:pPr algn="ctr">
              <a:buNone/>
              <a:defRPr sz="2850" b="1">
                <a:solidFill>
                  <a:srgbClr val="2F6BFF"/>
                </a:solidFill>
                <a:latin typeface="Helvetica Neue"/>
                <a:ea typeface="Helvetica Neue"/>
                <a:cs typeface="Helvetica Neue"/>
              </a:defRPr>
            </a:pPr>
            <a:r>
              <a:rPr sz="2850" b="1">
                <a:solidFill>
                  <a:srgbClr val="2F6BFF"/>
                </a:solidFill>
                <a:latin typeface="Helvetica Neue"/>
                <a:ea typeface="Helvetica Neue"/>
                <a:cs typeface="Helvetica Neue"/>
              </a:rPr>
              <a:t>72/72</a:t>
            </a:r>
            <a:endParaRPr sz="2850" b="1">
              <a:solidFill>
                <a:srgbClr val="2F6BFF"/>
              </a:solidFill>
              <a:latin typeface="Helvetica Neue"/>
              <a:ea typeface="Helvetica Neue"/>
              <a:cs typeface="Helvetica Neue"/>
            </a:endParaRPr>
          </a:p>
        </p:txBody>
      </p:sp>
      <p:sp>
        <p:nvSpPr>
          <p:cNvPr id="11" name="矩形 10"/>
          <p:cNvSpPr>
            <a:spLocks noGrp="1"/>
          </p:cNvSpPr>
          <p:nvPr/>
        </p:nvSpPr>
        <p:spPr>
          <a:xfrm>
            <a:off x="6312535" y="2466975"/>
            <a:ext cx="2432685" cy="400050"/>
          </a:xfrm>
          <a:prstGeom prst="rect">
            <a:avLst/>
          </a:prstGeom>
          <a:noFill/>
          <a:ln w="0">
            <a:noFill/>
          </a:ln>
        </p:spPr>
        <p:txBody>
          <a:bodyPr anchor="t">
            <a:noAutofit/>
          </a:bodyPr>
          <a:lstStyle>
            <a:defPPr algn="l">
              <a:defRPr sz="1350" b="0">
                <a:solidFill>
                  <a:srgbClr val="243B53"/>
                </a:solidFill>
                <a:latin typeface="Helvetica Neue"/>
                <a:ea typeface="Helvetica Neue"/>
                <a:cs typeface="Helvetica Neue"/>
              </a:defRPr>
            </a:defPPr>
            <a:lvl1pPr algn="l">
              <a:buNone/>
              <a:defRPr sz="1350" b="0">
                <a:solidFill>
                  <a:srgbClr val="243B53"/>
                </a:solidFill>
                <a:latin typeface="Helvetica Neue"/>
                <a:ea typeface="Helvetica Neue"/>
                <a:cs typeface="Helvetica Neue"/>
              </a:defRPr>
            </a:lvl1pPr>
            <a:lvl2pPr algn="l">
              <a:buNone/>
              <a:defRPr sz="1350" b="0">
                <a:solidFill>
                  <a:srgbClr val="243B53"/>
                </a:solidFill>
                <a:latin typeface="Helvetica Neue"/>
                <a:ea typeface="Helvetica Neue"/>
                <a:cs typeface="Helvetica Neue"/>
              </a:defRPr>
            </a:lvl2pPr>
            <a:lvl3pPr algn="l">
              <a:buNone/>
              <a:defRPr sz="1350" b="0">
                <a:solidFill>
                  <a:srgbClr val="243B53"/>
                </a:solidFill>
                <a:latin typeface="Helvetica Neue"/>
                <a:ea typeface="Helvetica Neue"/>
                <a:cs typeface="Helvetica Neue"/>
              </a:defRPr>
            </a:lvl3pPr>
            <a:lvl4pPr algn="l">
              <a:buNone/>
              <a:defRPr sz="1350" b="0">
                <a:solidFill>
                  <a:srgbClr val="243B53"/>
                </a:solidFill>
                <a:latin typeface="Helvetica Neue"/>
                <a:ea typeface="Helvetica Neue"/>
                <a:cs typeface="Helvetica Neue"/>
              </a:defRPr>
            </a:lvl4pPr>
            <a:lvl5pPr algn="l">
              <a:buNone/>
              <a:defRPr sz="1350" b="0">
                <a:solidFill>
                  <a:srgbClr val="243B53"/>
                </a:solidFill>
                <a:latin typeface="Helvetica Neue"/>
                <a:ea typeface="Helvetica Neue"/>
                <a:cs typeface="Helvetica Neue"/>
              </a:defRPr>
            </a:lvl5pPr>
            <a:lvl6pPr algn="l">
              <a:buNone/>
              <a:defRPr sz="1350" b="0">
                <a:solidFill>
                  <a:srgbClr val="243B53"/>
                </a:solidFill>
                <a:latin typeface="Helvetica Neue"/>
                <a:ea typeface="Helvetica Neue"/>
                <a:cs typeface="Helvetica Neue"/>
              </a:defRPr>
            </a:lvl6pPr>
            <a:lvl7pPr algn="l">
              <a:buNone/>
              <a:defRPr sz="1350" b="0">
                <a:solidFill>
                  <a:srgbClr val="243B53"/>
                </a:solidFill>
                <a:latin typeface="Helvetica Neue"/>
                <a:ea typeface="Helvetica Neue"/>
                <a:cs typeface="Helvetica Neue"/>
              </a:defRPr>
            </a:lvl7pPr>
            <a:lvl8pPr algn="l">
              <a:buNone/>
              <a:defRPr sz="1350" b="0">
                <a:solidFill>
                  <a:srgbClr val="243B53"/>
                </a:solidFill>
                <a:latin typeface="Helvetica Neue"/>
                <a:ea typeface="Helvetica Neue"/>
                <a:cs typeface="Helvetica Neue"/>
              </a:defRPr>
            </a:lvl8pPr>
            <a:lvl9pPr algn="l">
              <a:buNone/>
              <a:defRPr sz="1350" b="0">
                <a:solidFill>
                  <a:srgbClr val="243B53"/>
                </a:solidFill>
                <a:latin typeface="Helvetica Neue"/>
                <a:ea typeface="Helvetica Neue"/>
                <a:cs typeface="Helvetica Neue"/>
              </a:defRPr>
            </a:lvl9pPr>
          </a:lstStyle>
          <a:p>
            <a:pPr algn="l">
              <a:buNone/>
              <a:defRPr sz="1350"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clips with valid landmarks</a:t>
            </a:r>
            <a:endParaRPr sz="1275" b="0">
              <a:solidFill>
                <a:srgbClr val="243B53"/>
              </a:solidFill>
              <a:latin typeface="Helvetica Neue"/>
              <a:ea typeface="Helvetica Neue"/>
              <a:cs typeface="Helvetica Neue"/>
            </a:endParaRPr>
          </a:p>
        </p:txBody>
      </p:sp>
      <p:sp>
        <p:nvSpPr>
          <p:cNvPr id="12" name="矩形 11"/>
          <p:cNvSpPr>
            <a:spLocks noGrp="1"/>
          </p:cNvSpPr>
          <p:nvPr/>
        </p:nvSpPr>
        <p:spPr>
          <a:xfrm>
            <a:off x="9048750" y="1857375"/>
            <a:ext cx="2095500" cy="571500"/>
          </a:xfrm>
          <a:prstGeom prst="rect">
            <a:avLst/>
          </a:prstGeom>
          <a:noFill/>
          <a:ln w="0">
            <a:noFill/>
          </a:ln>
        </p:spPr>
        <p:txBody>
          <a:bodyPr anchor="ctr">
            <a:noAutofit/>
          </a:bodyPr>
          <a:lstStyle>
            <a:defPPr algn="l">
              <a:defRPr sz="2850" b="1">
                <a:solidFill>
                  <a:srgbClr val="159E9C"/>
                </a:solidFill>
                <a:latin typeface="Helvetica Neue"/>
                <a:ea typeface="Helvetica Neue"/>
                <a:cs typeface="Helvetica Neue"/>
              </a:defRPr>
            </a:defPPr>
            <a:lvl1pPr algn="l">
              <a:buNone/>
              <a:defRPr sz="2850" b="1">
                <a:solidFill>
                  <a:srgbClr val="159E9C"/>
                </a:solidFill>
                <a:latin typeface="Helvetica Neue"/>
                <a:ea typeface="Helvetica Neue"/>
                <a:cs typeface="Helvetica Neue"/>
              </a:defRPr>
            </a:lvl1pPr>
            <a:lvl2pPr algn="l">
              <a:buNone/>
              <a:defRPr sz="2850" b="1">
                <a:solidFill>
                  <a:srgbClr val="159E9C"/>
                </a:solidFill>
                <a:latin typeface="Helvetica Neue"/>
                <a:ea typeface="Helvetica Neue"/>
                <a:cs typeface="Helvetica Neue"/>
              </a:defRPr>
            </a:lvl2pPr>
            <a:lvl3pPr algn="l">
              <a:buNone/>
              <a:defRPr sz="2850" b="1">
                <a:solidFill>
                  <a:srgbClr val="159E9C"/>
                </a:solidFill>
                <a:latin typeface="Helvetica Neue"/>
                <a:ea typeface="Helvetica Neue"/>
                <a:cs typeface="Helvetica Neue"/>
              </a:defRPr>
            </a:lvl3pPr>
            <a:lvl4pPr algn="l">
              <a:buNone/>
              <a:defRPr sz="2850" b="1">
                <a:solidFill>
                  <a:srgbClr val="159E9C"/>
                </a:solidFill>
                <a:latin typeface="Helvetica Neue"/>
                <a:ea typeface="Helvetica Neue"/>
                <a:cs typeface="Helvetica Neue"/>
              </a:defRPr>
            </a:lvl4pPr>
            <a:lvl5pPr algn="l">
              <a:buNone/>
              <a:defRPr sz="2850" b="1">
                <a:solidFill>
                  <a:srgbClr val="159E9C"/>
                </a:solidFill>
                <a:latin typeface="Helvetica Neue"/>
                <a:ea typeface="Helvetica Neue"/>
                <a:cs typeface="Helvetica Neue"/>
              </a:defRPr>
            </a:lvl5pPr>
            <a:lvl6pPr algn="l">
              <a:buNone/>
              <a:defRPr sz="2850" b="1">
                <a:solidFill>
                  <a:srgbClr val="159E9C"/>
                </a:solidFill>
                <a:latin typeface="Helvetica Neue"/>
                <a:ea typeface="Helvetica Neue"/>
                <a:cs typeface="Helvetica Neue"/>
              </a:defRPr>
            </a:lvl6pPr>
            <a:lvl7pPr algn="l">
              <a:buNone/>
              <a:defRPr sz="2850" b="1">
                <a:solidFill>
                  <a:srgbClr val="159E9C"/>
                </a:solidFill>
                <a:latin typeface="Helvetica Neue"/>
                <a:ea typeface="Helvetica Neue"/>
                <a:cs typeface="Helvetica Neue"/>
              </a:defRPr>
            </a:lvl7pPr>
            <a:lvl8pPr algn="l">
              <a:buNone/>
              <a:defRPr sz="2850" b="1">
                <a:solidFill>
                  <a:srgbClr val="159E9C"/>
                </a:solidFill>
                <a:latin typeface="Helvetica Neue"/>
                <a:ea typeface="Helvetica Neue"/>
                <a:cs typeface="Helvetica Neue"/>
              </a:defRPr>
            </a:lvl8pPr>
            <a:lvl9pPr algn="l">
              <a:buNone/>
              <a:defRPr sz="2850" b="1">
                <a:solidFill>
                  <a:srgbClr val="159E9C"/>
                </a:solidFill>
                <a:latin typeface="Helvetica Neue"/>
                <a:ea typeface="Helvetica Neue"/>
                <a:cs typeface="Helvetica Neue"/>
              </a:defRPr>
            </a:lvl9pPr>
          </a:lstStyle>
          <a:p>
            <a:pPr algn="ctr">
              <a:buNone/>
              <a:defRPr sz="2850" b="1">
                <a:solidFill>
                  <a:srgbClr val="159E9C"/>
                </a:solidFill>
                <a:latin typeface="Helvetica Neue"/>
                <a:ea typeface="Helvetica Neue"/>
                <a:cs typeface="Helvetica Neue"/>
              </a:defRPr>
            </a:pPr>
            <a:r>
              <a:rPr sz="2850" b="1">
                <a:solidFill>
                  <a:srgbClr val="159E9C"/>
                </a:solidFill>
                <a:latin typeface="Helvetica Neue"/>
                <a:ea typeface="Helvetica Neue"/>
                <a:cs typeface="Helvetica Neue"/>
              </a:rPr>
              <a:t>36/18/18</a:t>
            </a:r>
            <a:endParaRPr sz="2850" b="1">
              <a:solidFill>
                <a:srgbClr val="159E9C"/>
              </a:solidFill>
              <a:latin typeface="Helvetica Neue"/>
              <a:ea typeface="Helvetica Neue"/>
              <a:cs typeface="Helvetica Neue"/>
            </a:endParaRPr>
          </a:p>
        </p:txBody>
      </p:sp>
      <p:sp>
        <p:nvSpPr>
          <p:cNvPr id="13" name="矩形 12"/>
          <p:cNvSpPr>
            <a:spLocks noGrp="1"/>
          </p:cNvSpPr>
          <p:nvPr/>
        </p:nvSpPr>
        <p:spPr>
          <a:xfrm>
            <a:off x="9048750" y="2466975"/>
            <a:ext cx="2714625" cy="400050"/>
          </a:xfrm>
          <a:prstGeom prst="rect">
            <a:avLst/>
          </a:prstGeom>
          <a:noFill/>
          <a:ln w="0">
            <a:noFill/>
          </a:ln>
        </p:spPr>
        <p:txBody>
          <a:bodyPr anchor="t">
            <a:noAutofit/>
          </a:bodyPr>
          <a:lstStyle>
            <a:defPPr algn="l">
              <a:defRPr sz="1350" b="0">
                <a:solidFill>
                  <a:srgbClr val="243B53"/>
                </a:solidFill>
                <a:latin typeface="Helvetica Neue"/>
                <a:ea typeface="Helvetica Neue"/>
                <a:cs typeface="Helvetica Neue"/>
              </a:defRPr>
            </a:defPPr>
            <a:lvl1pPr algn="l">
              <a:buNone/>
              <a:defRPr sz="1350" b="0">
                <a:solidFill>
                  <a:srgbClr val="243B53"/>
                </a:solidFill>
                <a:latin typeface="Helvetica Neue"/>
                <a:ea typeface="Helvetica Neue"/>
                <a:cs typeface="Helvetica Neue"/>
              </a:defRPr>
            </a:lvl1pPr>
            <a:lvl2pPr algn="l">
              <a:buNone/>
              <a:defRPr sz="1350" b="0">
                <a:solidFill>
                  <a:srgbClr val="243B53"/>
                </a:solidFill>
                <a:latin typeface="Helvetica Neue"/>
                <a:ea typeface="Helvetica Neue"/>
                <a:cs typeface="Helvetica Neue"/>
              </a:defRPr>
            </a:lvl2pPr>
            <a:lvl3pPr algn="l">
              <a:buNone/>
              <a:defRPr sz="1350" b="0">
                <a:solidFill>
                  <a:srgbClr val="243B53"/>
                </a:solidFill>
                <a:latin typeface="Helvetica Neue"/>
                <a:ea typeface="Helvetica Neue"/>
                <a:cs typeface="Helvetica Neue"/>
              </a:defRPr>
            </a:lvl3pPr>
            <a:lvl4pPr algn="l">
              <a:buNone/>
              <a:defRPr sz="1350" b="0">
                <a:solidFill>
                  <a:srgbClr val="243B53"/>
                </a:solidFill>
                <a:latin typeface="Helvetica Neue"/>
                <a:ea typeface="Helvetica Neue"/>
                <a:cs typeface="Helvetica Neue"/>
              </a:defRPr>
            </a:lvl4pPr>
            <a:lvl5pPr algn="l">
              <a:buNone/>
              <a:defRPr sz="1350" b="0">
                <a:solidFill>
                  <a:srgbClr val="243B53"/>
                </a:solidFill>
                <a:latin typeface="Helvetica Neue"/>
                <a:ea typeface="Helvetica Neue"/>
                <a:cs typeface="Helvetica Neue"/>
              </a:defRPr>
            </a:lvl5pPr>
            <a:lvl6pPr algn="l">
              <a:buNone/>
              <a:defRPr sz="1350" b="0">
                <a:solidFill>
                  <a:srgbClr val="243B53"/>
                </a:solidFill>
                <a:latin typeface="Helvetica Neue"/>
                <a:ea typeface="Helvetica Neue"/>
                <a:cs typeface="Helvetica Neue"/>
              </a:defRPr>
            </a:lvl6pPr>
            <a:lvl7pPr algn="l">
              <a:buNone/>
              <a:defRPr sz="1350" b="0">
                <a:solidFill>
                  <a:srgbClr val="243B53"/>
                </a:solidFill>
                <a:latin typeface="Helvetica Neue"/>
                <a:ea typeface="Helvetica Neue"/>
                <a:cs typeface="Helvetica Neue"/>
              </a:defRPr>
            </a:lvl7pPr>
            <a:lvl8pPr algn="l">
              <a:buNone/>
              <a:defRPr sz="1350" b="0">
                <a:solidFill>
                  <a:srgbClr val="243B53"/>
                </a:solidFill>
                <a:latin typeface="Helvetica Neue"/>
                <a:ea typeface="Helvetica Neue"/>
                <a:cs typeface="Helvetica Neue"/>
              </a:defRPr>
            </a:lvl8pPr>
            <a:lvl9pPr algn="l">
              <a:buNone/>
              <a:defRPr sz="1350" b="0">
                <a:solidFill>
                  <a:srgbClr val="243B53"/>
                </a:solidFill>
                <a:latin typeface="Helvetica Neue"/>
                <a:ea typeface="Helvetica Neue"/>
                <a:cs typeface="Helvetica Neue"/>
              </a:defRPr>
            </a:lvl9pPr>
          </a:lstStyle>
          <a:p>
            <a:pPr algn="ctr">
              <a:buNone/>
              <a:defRPr sz="1350"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Fixed split: train/val/test</a:t>
            </a:r>
            <a:endParaRPr sz="1275" b="0">
              <a:solidFill>
                <a:srgbClr val="243B53"/>
              </a:solidFill>
              <a:latin typeface="Helvetica Neue"/>
              <a:ea typeface="Helvetica Neue"/>
              <a:cs typeface="Helvetica Neue"/>
            </a:endParaRPr>
          </a:p>
        </p:txBody>
      </p:sp>
      <p:sp>
        <p:nvSpPr>
          <p:cNvPr id="14" name="矩形 13"/>
          <p:cNvSpPr>
            <a:spLocks noGrp="1"/>
          </p:cNvSpPr>
          <p:nvPr/>
        </p:nvSpPr>
        <p:spPr>
          <a:xfrm>
            <a:off x="6477000" y="3571875"/>
            <a:ext cx="2095500" cy="571500"/>
          </a:xfrm>
          <a:prstGeom prst="rect">
            <a:avLst/>
          </a:prstGeom>
          <a:noFill/>
          <a:ln w="0">
            <a:noFill/>
          </a:ln>
        </p:spPr>
        <p:txBody>
          <a:bodyPr anchor="ctr">
            <a:noAutofit/>
          </a:bodyPr>
          <a:lstStyle>
            <a:defPPr algn="l">
              <a:defRPr sz="2850" b="1">
                <a:solidFill>
                  <a:srgbClr val="E67E22"/>
                </a:solidFill>
                <a:latin typeface="Helvetica Neue"/>
                <a:ea typeface="Helvetica Neue"/>
                <a:cs typeface="Helvetica Neue"/>
              </a:defRPr>
            </a:defPPr>
            <a:lvl1pPr algn="l">
              <a:buNone/>
              <a:defRPr sz="2850" b="1">
                <a:solidFill>
                  <a:srgbClr val="E67E22"/>
                </a:solidFill>
                <a:latin typeface="Helvetica Neue"/>
                <a:ea typeface="Helvetica Neue"/>
                <a:cs typeface="Helvetica Neue"/>
              </a:defRPr>
            </a:lvl1pPr>
            <a:lvl2pPr algn="l">
              <a:buNone/>
              <a:defRPr sz="2850" b="1">
                <a:solidFill>
                  <a:srgbClr val="E67E22"/>
                </a:solidFill>
                <a:latin typeface="Helvetica Neue"/>
                <a:ea typeface="Helvetica Neue"/>
                <a:cs typeface="Helvetica Neue"/>
              </a:defRPr>
            </a:lvl2pPr>
            <a:lvl3pPr algn="l">
              <a:buNone/>
              <a:defRPr sz="2850" b="1">
                <a:solidFill>
                  <a:srgbClr val="E67E22"/>
                </a:solidFill>
                <a:latin typeface="Helvetica Neue"/>
                <a:ea typeface="Helvetica Neue"/>
                <a:cs typeface="Helvetica Neue"/>
              </a:defRPr>
            </a:lvl3pPr>
            <a:lvl4pPr algn="l">
              <a:buNone/>
              <a:defRPr sz="2850" b="1">
                <a:solidFill>
                  <a:srgbClr val="E67E22"/>
                </a:solidFill>
                <a:latin typeface="Helvetica Neue"/>
                <a:ea typeface="Helvetica Neue"/>
                <a:cs typeface="Helvetica Neue"/>
              </a:defRPr>
            </a:lvl4pPr>
            <a:lvl5pPr algn="l">
              <a:buNone/>
              <a:defRPr sz="2850" b="1">
                <a:solidFill>
                  <a:srgbClr val="E67E22"/>
                </a:solidFill>
                <a:latin typeface="Helvetica Neue"/>
                <a:ea typeface="Helvetica Neue"/>
                <a:cs typeface="Helvetica Neue"/>
              </a:defRPr>
            </a:lvl5pPr>
            <a:lvl6pPr algn="l">
              <a:buNone/>
              <a:defRPr sz="2850" b="1">
                <a:solidFill>
                  <a:srgbClr val="E67E22"/>
                </a:solidFill>
                <a:latin typeface="Helvetica Neue"/>
                <a:ea typeface="Helvetica Neue"/>
                <a:cs typeface="Helvetica Neue"/>
              </a:defRPr>
            </a:lvl6pPr>
            <a:lvl7pPr algn="l">
              <a:buNone/>
              <a:defRPr sz="2850" b="1">
                <a:solidFill>
                  <a:srgbClr val="E67E22"/>
                </a:solidFill>
                <a:latin typeface="Helvetica Neue"/>
                <a:ea typeface="Helvetica Neue"/>
                <a:cs typeface="Helvetica Neue"/>
              </a:defRPr>
            </a:lvl7pPr>
            <a:lvl8pPr algn="l">
              <a:buNone/>
              <a:defRPr sz="2850" b="1">
                <a:solidFill>
                  <a:srgbClr val="E67E22"/>
                </a:solidFill>
                <a:latin typeface="Helvetica Neue"/>
                <a:ea typeface="Helvetica Neue"/>
                <a:cs typeface="Helvetica Neue"/>
              </a:defRPr>
            </a:lvl8pPr>
            <a:lvl9pPr algn="l">
              <a:buNone/>
              <a:defRPr sz="2850" b="1">
                <a:solidFill>
                  <a:srgbClr val="E67E22"/>
                </a:solidFill>
                <a:latin typeface="Helvetica Neue"/>
                <a:ea typeface="Helvetica Neue"/>
                <a:cs typeface="Helvetica Neue"/>
              </a:defRPr>
            </a:lvl9pPr>
          </a:lstStyle>
          <a:p>
            <a:pPr algn="ctr">
              <a:buNone/>
              <a:defRPr sz="2850" b="1">
                <a:solidFill>
                  <a:srgbClr val="E67E22"/>
                </a:solidFill>
                <a:latin typeface="Helvetica Neue"/>
                <a:ea typeface="Helvetica Neue"/>
                <a:cs typeface="Helvetica Neue"/>
              </a:defRPr>
            </a:pPr>
            <a:r>
              <a:rPr sz="2850" b="1">
                <a:solidFill>
                  <a:srgbClr val="E67E22"/>
                </a:solidFill>
                <a:latin typeface="Helvetica Neue"/>
                <a:ea typeface="Helvetica Neue"/>
                <a:cs typeface="Helvetica Neue"/>
              </a:rPr>
              <a:t>46</a:t>
            </a:r>
            <a:endParaRPr sz="2850" b="1">
              <a:solidFill>
                <a:srgbClr val="E67E22"/>
              </a:solidFill>
              <a:latin typeface="Helvetica Neue"/>
              <a:ea typeface="Helvetica Neue"/>
              <a:cs typeface="Helvetica Neue"/>
            </a:endParaRPr>
          </a:p>
        </p:txBody>
      </p:sp>
      <p:sp>
        <p:nvSpPr>
          <p:cNvPr id="15" name="矩形 14"/>
          <p:cNvSpPr>
            <a:spLocks noGrp="1"/>
          </p:cNvSpPr>
          <p:nvPr/>
        </p:nvSpPr>
        <p:spPr>
          <a:xfrm>
            <a:off x="6171565" y="4181475"/>
            <a:ext cx="2714625" cy="400050"/>
          </a:xfrm>
          <a:prstGeom prst="rect">
            <a:avLst/>
          </a:prstGeom>
          <a:noFill/>
          <a:ln w="0">
            <a:noFill/>
          </a:ln>
        </p:spPr>
        <p:txBody>
          <a:bodyPr anchor="t">
            <a:noAutofit/>
          </a:bodyPr>
          <a:lstStyle>
            <a:defPPr algn="l">
              <a:defRPr sz="1350" b="0">
                <a:solidFill>
                  <a:srgbClr val="243B53"/>
                </a:solidFill>
                <a:latin typeface="Helvetica Neue"/>
                <a:ea typeface="Helvetica Neue"/>
                <a:cs typeface="Helvetica Neue"/>
              </a:defRPr>
            </a:defPPr>
            <a:lvl1pPr algn="l">
              <a:buNone/>
              <a:defRPr sz="1350" b="0">
                <a:solidFill>
                  <a:srgbClr val="243B53"/>
                </a:solidFill>
                <a:latin typeface="Helvetica Neue"/>
                <a:ea typeface="Helvetica Neue"/>
                <a:cs typeface="Helvetica Neue"/>
              </a:defRPr>
            </a:lvl1pPr>
            <a:lvl2pPr algn="l">
              <a:buNone/>
              <a:defRPr sz="1350" b="0">
                <a:solidFill>
                  <a:srgbClr val="243B53"/>
                </a:solidFill>
                <a:latin typeface="Helvetica Neue"/>
                <a:ea typeface="Helvetica Neue"/>
                <a:cs typeface="Helvetica Neue"/>
              </a:defRPr>
            </a:lvl2pPr>
            <a:lvl3pPr algn="l">
              <a:buNone/>
              <a:defRPr sz="1350" b="0">
                <a:solidFill>
                  <a:srgbClr val="243B53"/>
                </a:solidFill>
                <a:latin typeface="Helvetica Neue"/>
                <a:ea typeface="Helvetica Neue"/>
                <a:cs typeface="Helvetica Neue"/>
              </a:defRPr>
            </a:lvl3pPr>
            <a:lvl4pPr algn="l">
              <a:buNone/>
              <a:defRPr sz="1350" b="0">
                <a:solidFill>
                  <a:srgbClr val="243B53"/>
                </a:solidFill>
                <a:latin typeface="Helvetica Neue"/>
                <a:ea typeface="Helvetica Neue"/>
                <a:cs typeface="Helvetica Neue"/>
              </a:defRPr>
            </a:lvl4pPr>
            <a:lvl5pPr algn="l">
              <a:buNone/>
              <a:defRPr sz="1350" b="0">
                <a:solidFill>
                  <a:srgbClr val="243B53"/>
                </a:solidFill>
                <a:latin typeface="Helvetica Neue"/>
                <a:ea typeface="Helvetica Neue"/>
                <a:cs typeface="Helvetica Neue"/>
              </a:defRPr>
            </a:lvl5pPr>
            <a:lvl6pPr algn="l">
              <a:buNone/>
              <a:defRPr sz="1350" b="0">
                <a:solidFill>
                  <a:srgbClr val="243B53"/>
                </a:solidFill>
                <a:latin typeface="Helvetica Neue"/>
                <a:ea typeface="Helvetica Neue"/>
                <a:cs typeface="Helvetica Neue"/>
              </a:defRPr>
            </a:lvl6pPr>
            <a:lvl7pPr algn="l">
              <a:buNone/>
              <a:defRPr sz="1350" b="0">
                <a:solidFill>
                  <a:srgbClr val="243B53"/>
                </a:solidFill>
                <a:latin typeface="Helvetica Neue"/>
                <a:ea typeface="Helvetica Neue"/>
                <a:cs typeface="Helvetica Neue"/>
              </a:defRPr>
            </a:lvl7pPr>
            <a:lvl8pPr algn="l">
              <a:buNone/>
              <a:defRPr sz="1350" b="0">
                <a:solidFill>
                  <a:srgbClr val="243B53"/>
                </a:solidFill>
                <a:latin typeface="Helvetica Neue"/>
                <a:ea typeface="Helvetica Neue"/>
                <a:cs typeface="Helvetica Neue"/>
              </a:defRPr>
            </a:lvl8pPr>
            <a:lvl9pPr algn="l">
              <a:buNone/>
              <a:defRPr sz="1350" b="0">
                <a:solidFill>
                  <a:srgbClr val="243B53"/>
                </a:solidFill>
                <a:latin typeface="Helvetica Neue"/>
                <a:ea typeface="Helvetica Neue"/>
                <a:cs typeface="Helvetica Neue"/>
              </a:defRPr>
            </a:lvl9pPr>
          </a:lstStyle>
          <a:p>
            <a:pPr algn="ctr">
              <a:buNone/>
              <a:defRPr sz="1350"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software regression tests</a:t>
            </a:r>
            <a:endParaRPr sz="1275" b="0">
              <a:solidFill>
                <a:srgbClr val="243B53"/>
              </a:solidFill>
              <a:latin typeface="Helvetica Neue"/>
              <a:ea typeface="Helvetica Neue"/>
              <a:cs typeface="Helvetica Neue"/>
            </a:endParaRPr>
          </a:p>
        </p:txBody>
      </p:sp>
      <p:sp>
        <p:nvSpPr>
          <p:cNvPr id="16" name="矩形 15"/>
          <p:cNvSpPr>
            <a:spLocks noGrp="1"/>
          </p:cNvSpPr>
          <p:nvPr/>
        </p:nvSpPr>
        <p:spPr>
          <a:xfrm>
            <a:off x="9048750" y="3571875"/>
            <a:ext cx="2095500" cy="571500"/>
          </a:xfrm>
          <a:prstGeom prst="rect">
            <a:avLst/>
          </a:prstGeom>
          <a:noFill/>
          <a:ln w="0">
            <a:noFill/>
          </a:ln>
        </p:spPr>
        <p:txBody>
          <a:bodyPr anchor="ctr">
            <a:noAutofit/>
          </a:bodyPr>
          <a:lstStyle>
            <a:defPPr algn="l">
              <a:defRPr sz="2850" b="1">
                <a:solidFill>
                  <a:srgbClr val="D64545"/>
                </a:solidFill>
                <a:latin typeface="Helvetica Neue"/>
                <a:ea typeface="Helvetica Neue"/>
                <a:cs typeface="Helvetica Neue"/>
              </a:defRPr>
            </a:defPPr>
            <a:lvl1pPr algn="l">
              <a:buNone/>
              <a:defRPr sz="2850" b="1">
                <a:solidFill>
                  <a:srgbClr val="D64545"/>
                </a:solidFill>
                <a:latin typeface="Helvetica Neue"/>
                <a:ea typeface="Helvetica Neue"/>
                <a:cs typeface="Helvetica Neue"/>
              </a:defRPr>
            </a:lvl1pPr>
            <a:lvl2pPr algn="l">
              <a:buNone/>
              <a:defRPr sz="2850" b="1">
                <a:solidFill>
                  <a:srgbClr val="D64545"/>
                </a:solidFill>
                <a:latin typeface="Helvetica Neue"/>
                <a:ea typeface="Helvetica Neue"/>
                <a:cs typeface="Helvetica Neue"/>
              </a:defRPr>
            </a:lvl2pPr>
            <a:lvl3pPr algn="l">
              <a:buNone/>
              <a:defRPr sz="2850" b="1">
                <a:solidFill>
                  <a:srgbClr val="D64545"/>
                </a:solidFill>
                <a:latin typeface="Helvetica Neue"/>
                <a:ea typeface="Helvetica Neue"/>
                <a:cs typeface="Helvetica Neue"/>
              </a:defRPr>
            </a:lvl3pPr>
            <a:lvl4pPr algn="l">
              <a:buNone/>
              <a:defRPr sz="2850" b="1">
                <a:solidFill>
                  <a:srgbClr val="D64545"/>
                </a:solidFill>
                <a:latin typeface="Helvetica Neue"/>
                <a:ea typeface="Helvetica Neue"/>
                <a:cs typeface="Helvetica Neue"/>
              </a:defRPr>
            </a:lvl4pPr>
            <a:lvl5pPr algn="l">
              <a:buNone/>
              <a:defRPr sz="2850" b="1">
                <a:solidFill>
                  <a:srgbClr val="D64545"/>
                </a:solidFill>
                <a:latin typeface="Helvetica Neue"/>
                <a:ea typeface="Helvetica Neue"/>
                <a:cs typeface="Helvetica Neue"/>
              </a:defRPr>
            </a:lvl5pPr>
            <a:lvl6pPr algn="l">
              <a:buNone/>
              <a:defRPr sz="2850" b="1">
                <a:solidFill>
                  <a:srgbClr val="D64545"/>
                </a:solidFill>
                <a:latin typeface="Helvetica Neue"/>
                <a:ea typeface="Helvetica Neue"/>
                <a:cs typeface="Helvetica Neue"/>
              </a:defRPr>
            </a:lvl6pPr>
            <a:lvl7pPr algn="l">
              <a:buNone/>
              <a:defRPr sz="2850" b="1">
                <a:solidFill>
                  <a:srgbClr val="D64545"/>
                </a:solidFill>
                <a:latin typeface="Helvetica Neue"/>
                <a:ea typeface="Helvetica Neue"/>
                <a:cs typeface="Helvetica Neue"/>
              </a:defRPr>
            </a:lvl7pPr>
            <a:lvl8pPr algn="l">
              <a:buNone/>
              <a:defRPr sz="2850" b="1">
                <a:solidFill>
                  <a:srgbClr val="D64545"/>
                </a:solidFill>
                <a:latin typeface="Helvetica Neue"/>
                <a:ea typeface="Helvetica Neue"/>
                <a:cs typeface="Helvetica Neue"/>
              </a:defRPr>
            </a:lvl8pPr>
            <a:lvl9pPr algn="l">
              <a:buNone/>
              <a:defRPr sz="2850" b="1">
                <a:solidFill>
                  <a:srgbClr val="D64545"/>
                </a:solidFill>
                <a:latin typeface="Helvetica Neue"/>
                <a:ea typeface="Helvetica Neue"/>
                <a:cs typeface="Helvetica Neue"/>
              </a:defRPr>
            </a:lvl9pPr>
          </a:lstStyle>
          <a:p>
            <a:pPr algn="ctr">
              <a:buNone/>
              <a:defRPr sz="2850" b="1">
                <a:solidFill>
                  <a:srgbClr val="D64545"/>
                </a:solidFill>
                <a:latin typeface="Helvetica Neue"/>
                <a:ea typeface="Helvetica Neue"/>
                <a:cs typeface="Helvetica Neue"/>
              </a:defRPr>
            </a:pPr>
            <a:r>
              <a:rPr sz="2850" b="1">
                <a:solidFill>
                  <a:srgbClr val="D64545"/>
                </a:solidFill>
                <a:latin typeface="Helvetica Neue"/>
                <a:ea typeface="Helvetica Neue"/>
                <a:cs typeface="Helvetica Neue"/>
              </a:rPr>
              <a:t>3</a:t>
            </a:r>
            <a:endParaRPr sz="2850" b="1">
              <a:solidFill>
                <a:srgbClr val="D64545"/>
              </a:solidFill>
              <a:latin typeface="Helvetica Neue"/>
              <a:ea typeface="Helvetica Neue"/>
              <a:cs typeface="Helvetica Neue"/>
            </a:endParaRPr>
          </a:p>
        </p:txBody>
      </p:sp>
      <p:sp>
        <p:nvSpPr>
          <p:cNvPr id="17" name="矩形 16"/>
          <p:cNvSpPr>
            <a:spLocks noGrp="1"/>
          </p:cNvSpPr>
          <p:nvPr/>
        </p:nvSpPr>
        <p:spPr>
          <a:xfrm>
            <a:off x="8886190" y="4181475"/>
            <a:ext cx="2667000" cy="400050"/>
          </a:xfrm>
          <a:prstGeom prst="rect">
            <a:avLst/>
          </a:prstGeom>
          <a:noFill/>
          <a:ln w="0">
            <a:noFill/>
          </a:ln>
        </p:spPr>
        <p:txBody>
          <a:bodyPr anchor="t">
            <a:noAutofit/>
          </a:bodyPr>
          <a:lstStyle>
            <a:defPPr algn="l">
              <a:defRPr sz="1350" b="0">
                <a:solidFill>
                  <a:srgbClr val="243B53"/>
                </a:solidFill>
                <a:latin typeface="Helvetica Neue"/>
                <a:ea typeface="Helvetica Neue"/>
                <a:cs typeface="Helvetica Neue"/>
              </a:defRPr>
            </a:defPPr>
            <a:lvl1pPr algn="l">
              <a:buNone/>
              <a:defRPr sz="1350" b="0">
                <a:solidFill>
                  <a:srgbClr val="243B53"/>
                </a:solidFill>
                <a:latin typeface="Helvetica Neue"/>
                <a:ea typeface="Helvetica Neue"/>
                <a:cs typeface="Helvetica Neue"/>
              </a:defRPr>
            </a:lvl1pPr>
            <a:lvl2pPr algn="l">
              <a:buNone/>
              <a:defRPr sz="1350" b="0">
                <a:solidFill>
                  <a:srgbClr val="243B53"/>
                </a:solidFill>
                <a:latin typeface="Helvetica Neue"/>
                <a:ea typeface="Helvetica Neue"/>
                <a:cs typeface="Helvetica Neue"/>
              </a:defRPr>
            </a:lvl2pPr>
            <a:lvl3pPr algn="l">
              <a:buNone/>
              <a:defRPr sz="1350" b="0">
                <a:solidFill>
                  <a:srgbClr val="243B53"/>
                </a:solidFill>
                <a:latin typeface="Helvetica Neue"/>
                <a:ea typeface="Helvetica Neue"/>
                <a:cs typeface="Helvetica Neue"/>
              </a:defRPr>
            </a:lvl3pPr>
            <a:lvl4pPr algn="l">
              <a:buNone/>
              <a:defRPr sz="1350" b="0">
                <a:solidFill>
                  <a:srgbClr val="243B53"/>
                </a:solidFill>
                <a:latin typeface="Helvetica Neue"/>
                <a:ea typeface="Helvetica Neue"/>
                <a:cs typeface="Helvetica Neue"/>
              </a:defRPr>
            </a:lvl4pPr>
            <a:lvl5pPr algn="l">
              <a:buNone/>
              <a:defRPr sz="1350" b="0">
                <a:solidFill>
                  <a:srgbClr val="243B53"/>
                </a:solidFill>
                <a:latin typeface="Helvetica Neue"/>
                <a:ea typeface="Helvetica Neue"/>
                <a:cs typeface="Helvetica Neue"/>
              </a:defRPr>
            </a:lvl5pPr>
            <a:lvl6pPr algn="l">
              <a:buNone/>
              <a:defRPr sz="1350" b="0">
                <a:solidFill>
                  <a:srgbClr val="243B53"/>
                </a:solidFill>
                <a:latin typeface="Helvetica Neue"/>
                <a:ea typeface="Helvetica Neue"/>
                <a:cs typeface="Helvetica Neue"/>
              </a:defRPr>
            </a:lvl6pPr>
            <a:lvl7pPr algn="l">
              <a:buNone/>
              <a:defRPr sz="1350" b="0">
                <a:solidFill>
                  <a:srgbClr val="243B53"/>
                </a:solidFill>
                <a:latin typeface="Helvetica Neue"/>
                <a:ea typeface="Helvetica Neue"/>
                <a:cs typeface="Helvetica Neue"/>
              </a:defRPr>
            </a:lvl7pPr>
            <a:lvl8pPr algn="l">
              <a:buNone/>
              <a:defRPr sz="1350" b="0">
                <a:solidFill>
                  <a:srgbClr val="243B53"/>
                </a:solidFill>
                <a:latin typeface="Helvetica Neue"/>
                <a:ea typeface="Helvetica Neue"/>
                <a:cs typeface="Helvetica Neue"/>
              </a:defRPr>
            </a:lvl8pPr>
            <a:lvl9pPr algn="l">
              <a:buNone/>
              <a:defRPr sz="1350" b="0">
                <a:solidFill>
                  <a:srgbClr val="243B53"/>
                </a:solidFill>
                <a:latin typeface="Helvetica Neue"/>
                <a:ea typeface="Helvetica Neue"/>
                <a:cs typeface="Helvetica Neue"/>
              </a:defRPr>
            </a:lvl9pPr>
          </a:lstStyle>
          <a:p>
            <a:pPr algn="ctr">
              <a:buNone/>
              <a:defRPr sz="1350"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post-processing conditions</a:t>
            </a:r>
            <a:endParaRPr sz="1275" b="0">
              <a:solidFill>
                <a:srgbClr val="243B53"/>
              </a:solidFill>
              <a:latin typeface="Helvetica Neue"/>
              <a:ea typeface="Helvetica Neue"/>
              <a:cs typeface="Helvetica Neue"/>
            </a:endParaRPr>
          </a:p>
        </p:txBody>
      </p:sp>
      <p:sp>
        <p:nvSpPr>
          <p:cNvPr id="18" name="矩形 17"/>
          <p:cNvSpPr>
            <a:spLocks noGrp="1"/>
          </p:cNvSpPr>
          <p:nvPr/>
        </p:nvSpPr>
        <p:spPr>
          <a:xfrm>
            <a:off x="6477000" y="5238750"/>
            <a:ext cx="5048250" cy="619125"/>
          </a:xfrm>
          <a:prstGeom prst="rect">
            <a:avLst/>
          </a:prstGeom>
          <a:noFill/>
          <a:ln w="0">
            <a:noFill/>
          </a:ln>
        </p:spPr>
        <p:txBody>
          <a:bodyPr anchor="ctr">
            <a:noAutofit/>
          </a:bodyPr>
          <a:lstStyle>
            <a:defPPr algn="l">
              <a:defRPr sz="1500" b="1">
                <a:solidFill>
                  <a:srgbClr val="102A43"/>
                </a:solidFill>
                <a:latin typeface="Helvetica Neue"/>
                <a:ea typeface="Helvetica Neue"/>
                <a:cs typeface="Helvetica Neue"/>
              </a:defRPr>
            </a:defPPr>
            <a:lvl1pPr algn="l">
              <a:buNone/>
              <a:defRPr sz="1500" b="1">
                <a:solidFill>
                  <a:srgbClr val="102A43"/>
                </a:solidFill>
                <a:latin typeface="Helvetica Neue"/>
                <a:ea typeface="Helvetica Neue"/>
                <a:cs typeface="Helvetica Neue"/>
              </a:defRPr>
            </a:lvl1pPr>
            <a:lvl2pPr algn="l">
              <a:buNone/>
              <a:defRPr sz="1500" b="1">
                <a:solidFill>
                  <a:srgbClr val="102A43"/>
                </a:solidFill>
                <a:latin typeface="Helvetica Neue"/>
                <a:ea typeface="Helvetica Neue"/>
                <a:cs typeface="Helvetica Neue"/>
              </a:defRPr>
            </a:lvl2pPr>
            <a:lvl3pPr algn="l">
              <a:buNone/>
              <a:defRPr sz="1500" b="1">
                <a:solidFill>
                  <a:srgbClr val="102A43"/>
                </a:solidFill>
                <a:latin typeface="Helvetica Neue"/>
                <a:ea typeface="Helvetica Neue"/>
                <a:cs typeface="Helvetica Neue"/>
              </a:defRPr>
            </a:lvl3pPr>
            <a:lvl4pPr algn="l">
              <a:buNone/>
              <a:defRPr sz="1500" b="1">
                <a:solidFill>
                  <a:srgbClr val="102A43"/>
                </a:solidFill>
                <a:latin typeface="Helvetica Neue"/>
                <a:ea typeface="Helvetica Neue"/>
                <a:cs typeface="Helvetica Neue"/>
              </a:defRPr>
            </a:lvl4pPr>
            <a:lvl5pPr algn="l">
              <a:buNone/>
              <a:defRPr sz="1500" b="1">
                <a:solidFill>
                  <a:srgbClr val="102A43"/>
                </a:solidFill>
                <a:latin typeface="Helvetica Neue"/>
                <a:ea typeface="Helvetica Neue"/>
                <a:cs typeface="Helvetica Neue"/>
              </a:defRPr>
            </a:lvl5pPr>
            <a:lvl6pPr algn="l">
              <a:buNone/>
              <a:defRPr sz="1500" b="1">
                <a:solidFill>
                  <a:srgbClr val="102A43"/>
                </a:solidFill>
                <a:latin typeface="Helvetica Neue"/>
                <a:ea typeface="Helvetica Neue"/>
                <a:cs typeface="Helvetica Neue"/>
              </a:defRPr>
            </a:lvl6pPr>
            <a:lvl7pPr algn="l">
              <a:buNone/>
              <a:defRPr sz="1500" b="1">
                <a:solidFill>
                  <a:srgbClr val="102A43"/>
                </a:solidFill>
                <a:latin typeface="Helvetica Neue"/>
                <a:ea typeface="Helvetica Neue"/>
                <a:cs typeface="Helvetica Neue"/>
              </a:defRPr>
            </a:lvl7pPr>
            <a:lvl8pPr algn="l">
              <a:buNone/>
              <a:defRPr sz="1500" b="1">
                <a:solidFill>
                  <a:srgbClr val="102A43"/>
                </a:solidFill>
                <a:latin typeface="Helvetica Neue"/>
                <a:ea typeface="Helvetica Neue"/>
                <a:cs typeface="Helvetica Neue"/>
              </a:defRPr>
            </a:lvl8pPr>
            <a:lvl9pPr algn="l">
              <a:buNone/>
              <a:defRPr sz="1500" b="1">
                <a:solidFill>
                  <a:srgbClr val="102A43"/>
                </a:solidFill>
                <a:latin typeface="Helvetica Neue"/>
                <a:ea typeface="Helvetica Neue"/>
                <a:cs typeface="Helvetica Neue"/>
              </a:defRPr>
            </a:lvl9pPr>
          </a:lstStyle>
          <a:p>
            <a:pPr algn="ctr">
              <a:buNone/>
              <a:defRPr sz="1500" b="1">
                <a:solidFill>
                  <a:srgbClr val="102A43"/>
                </a:solidFill>
                <a:latin typeface="Helvetica Neue"/>
                <a:ea typeface="Helvetica Neue"/>
                <a:cs typeface="Helvetica Neue"/>
              </a:defRPr>
            </a:pPr>
            <a:r>
              <a:rPr sz="1575" b="1">
                <a:solidFill>
                  <a:srgbClr val="102A43"/>
                </a:solidFill>
                <a:latin typeface="Helvetica Neue"/>
                <a:ea typeface="Helvetica Neue"/>
                <a:cs typeface="Helvetica Neue"/>
              </a:rPr>
              <a:t>M3 focus: test context benefit and other causes of colour traces.</a:t>
            </a:r>
          </a:p>
        </p:txBody>
      </p:sp>
    </p:spTree>
  </p:cSld>
  <p:clrMapOvr>
    <a:masterClrMapping/>
  </p:clrMapOvr>
</p:sld>
</file>

<file path=ppt/slides/slide3.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p:sp>
        <p:nvSpPr>
          <p:cNvPr id="29" name="矩形 28"/>
          <p:cNvSpPr>
            <a:spLocks noGrp="1"/>
          </p:cNvSpPr>
          <p:nvPr/>
        </p:nvSpPr>
        <p:spPr>
          <a:xfrm>
            <a:off x="609600" y="323850"/>
            <a:ext cx="10334625" cy="533400"/>
          </a:xfrm>
          <a:prstGeom prst="rect">
            <a:avLst/>
          </a:prstGeom>
          <a:noFill/>
          <a:ln w="0">
            <a:noFill/>
          </a:ln>
        </p:spPr>
        <p:txBody>
          <a:bodyPr anchor="ctr">
            <a:noAutofit/>
          </a:bodyPr>
          <a:lstStyle>
            <a:defPPr algn="l">
              <a:defRPr sz="2550" b="1">
                <a:solidFill>
                  <a:srgbClr val="102A43"/>
                </a:solidFill>
                <a:latin typeface="Helvetica Neue"/>
                <a:ea typeface="Helvetica Neue"/>
                <a:cs typeface="Helvetica Neue"/>
              </a:defRPr>
            </a:defPPr>
            <a:lvl1pPr algn="l">
              <a:buNone/>
              <a:defRPr sz="2550" b="1">
                <a:solidFill>
                  <a:srgbClr val="102A43"/>
                </a:solidFill>
                <a:latin typeface="Helvetica Neue"/>
                <a:ea typeface="Helvetica Neue"/>
                <a:cs typeface="Helvetica Neue"/>
              </a:defRPr>
            </a:lvl1pPr>
            <a:lvl2pPr algn="l">
              <a:buNone/>
              <a:defRPr sz="2550" b="1">
                <a:solidFill>
                  <a:srgbClr val="102A43"/>
                </a:solidFill>
                <a:latin typeface="Helvetica Neue"/>
                <a:ea typeface="Helvetica Neue"/>
                <a:cs typeface="Helvetica Neue"/>
              </a:defRPr>
            </a:lvl2pPr>
            <a:lvl3pPr algn="l">
              <a:buNone/>
              <a:defRPr sz="2550" b="1">
                <a:solidFill>
                  <a:srgbClr val="102A43"/>
                </a:solidFill>
                <a:latin typeface="Helvetica Neue"/>
                <a:ea typeface="Helvetica Neue"/>
                <a:cs typeface="Helvetica Neue"/>
              </a:defRPr>
            </a:lvl3pPr>
            <a:lvl4pPr algn="l">
              <a:buNone/>
              <a:defRPr sz="2550" b="1">
                <a:solidFill>
                  <a:srgbClr val="102A43"/>
                </a:solidFill>
                <a:latin typeface="Helvetica Neue"/>
                <a:ea typeface="Helvetica Neue"/>
                <a:cs typeface="Helvetica Neue"/>
              </a:defRPr>
            </a:lvl4pPr>
            <a:lvl5pPr algn="l">
              <a:buNone/>
              <a:defRPr sz="2550" b="1">
                <a:solidFill>
                  <a:srgbClr val="102A43"/>
                </a:solidFill>
                <a:latin typeface="Helvetica Neue"/>
                <a:ea typeface="Helvetica Neue"/>
                <a:cs typeface="Helvetica Neue"/>
              </a:defRPr>
            </a:lvl5pPr>
            <a:lvl6pPr algn="l">
              <a:buNone/>
              <a:defRPr sz="2550" b="1">
                <a:solidFill>
                  <a:srgbClr val="102A43"/>
                </a:solidFill>
                <a:latin typeface="Helvetica Neue"/>
                <a:ea typeface="Helvetica Neue"/>
                <a:cs typeface="Helvetica Neue"/>
              </a:defRPr>
            </a:lvl6pPr>
            <a:lvl7pPr algn="l">
              <a:buNone/>
              <a:defRPr sz="2550" b="1">
                <a:solidFill>
                  <a:srgbClr val="102A43"/>
                </a:solidFill>
                <a:latin typeface="Helvetica Neue"/>
                <a:ea typeface="Helvetica Neue"/>
                <a:cs typeface="Helvetica Neue"/>
              </a:defRPr>
            </a:lvl7pPr>
            <a:lvl8pPr algn="l">
              <a:buNone/>
              <a:defRPr sz="2550" b="1">
                <a:solidFill>
                  <a:srgbClr val="102A43"/>
                </a:solidFill>
                <a:latin typeface="Helvetica Neue"/>
                <a:ea typeface="Helvetica Neue"/>
                <a:cs typeface="Helvetica Neue"/>
              </a:defRPr>
            </a:lvl8pPr>
            <a:lvl9pPr algn="l">
              <a:buNone/>
              <a:defRPr sz="2550" b="1">
                <a:solidFill>
                  <a:srgbClr val="102A43"/>
                </a:solidFill>
                <a:latin typeface="Helvetica Neue"/>
                <a:ea typeface="Helvetica Neue"/>
                <a:cs typeface="Helvetica Neue"/>
              </a:defRPr>
            </a:lvl9pPr>
          </a:lstStyle>
          <a:p>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Our two methods</a:t>
            </a:r>
          </a:p>
        </p:txBody>
      </p:sp>
      <p:sp>
        <p:nvSpPr>
          <p:cNvPr id="2" name="矩形 1"/>
          <p:cNvSpPr>
            <a:spLocks noGrp="1"/>
          </p:cNvSpPr>
          <p:nvPr/>
        </p:nvSpPr>
        <p:spPr>
          <a:xfrm>
            <a:off x="11049000" y="371475"/>
            <a:ext cx="571500" cy="381000"/>
          </a:xfrm>
          <a:prstGeom prst="rect">
            <a:avLst/>
          </a:prstGeom>
          <a:noFill/>
          <a:ln w="0">
            <a:noFill/>
          </a:ln>
        </p:spPr>
        <p:txBody>
          <a:bodyPr anchor="ctr">
            <a:noAutofit/>
          </a:bodyPr>
          <a:lstStyle>
            <a:defPPr algn="r">
              <a:defRPr sz="1350" b="1">
                <a:solidFill>
                  <a:srgbClr val="2F6BFF"/>
                </a:solidFill>
                <a:latin typeface="Helvetica Neue"/>
                <a:ea typeface="Helvetica Neue"/>
                <a:cs typeface="Helvetica Neue"/>
              </a:defRPr>
            </a:defPPr>
            <a:lvl1pPr algn="r">
              <a:buNone/>
              <a:defRPr sz="1350" b="1">
                <a:solidFill>
                  <a:srgbClr val="2F6BFF"/>
                </a:solidFill>
                <a:latin typeface="Helvetica Neue"/>
                <a:ea typeface="Helvetica Neue"/>
                <a:cs typeface="Helvetica Neue"/>
              </a:defRPr>
            </a:lvl1pPr>
            <a:lvl2pPr algn="r">
              <a:buNone/>
              <a:defRPr sz="1350" b="1">
                <a:solidFill>
                  <a:srgbClr val="2F6BFF"/>
                </a:solidFill>
                <a:latin typeface="Helvetica Neue"/>
                <a:ea typeface="Helvetica Neue"/>
                <a:cs typeface="Helvetica Neue"/>
              </a:defRPr>
            </a:lvl2pPr>
            <a:lvl3pPr algn="r">
              <a:buNone/>
              <a:defRPr sz="1350" b="1">
                <a:solidFill>
                  <a:srgbClr val="2F6BFF"/>
                </a:solidFill>
                <a:latin typeface="Helvetica Neue"/>
                <a:ea typeface="Helvetica Neue"/>
                <a:cs typeface="Helvetica Neue"/>
              </a:defRPr>
            </a:lvl3pPr>
            <a:lvl4pPr algn="r">
              <a:buNone/>
              <a:defRPr sz="1350" b="1">
                <a:solidFill>
                  <a:srgbClr val="2F6BFF"/>
                </a:solidFill>
                <a:latin typeface="Helvetica Neue"/>
                <a:ea typeface="Helvetica Neue"/>
                <a:cs typeface="Helvetica Neue"/>
              </a:defRPr>
            </a:lvl4pPr>
            <a:lvl5pPr algn="r">
              <a:buNone/>
              <a:defRPr sz="1350" b="1">
                <a:solidFill>
                  <a:srgbClr val="2F6BFF"/>
                </a:solidFill>
                <a:latin typeface="Helvetica Neue"/>
                <a:ea typeface="Helvetica Neue"/>
                <a:cs typeface="Helvetica Neue"/>
              </a:defRPr>
            </a:lvl5pPr>
            <a:lvl6pPr algn="r">
              <a:buNone/>
              <a:defRPr sz="1350" b="1">
                <a:solidFill>
                  <a:srgbClr val="2F6BFF"/>
                </a:solidFill>
                <a:latin typeface="Helvetica Neue"/>
                <a:ea typeface="Helvetica Neue"/>
                <a:cs typeface="Helvetica Neue"/>
              </a:defRPr>
            </a:lvl6pPr>
            <a:lvl7pPr algn="r">
              <a:buNone/>
              <a:defRPr sz="1350" b="1">
                <a:solidFill>
                  <a:srgbClr val="2F6BFF"/>
                </a:solidFill>
                <a:latin typeface="Helvetica Neue"/>
                <a:ea typeface="Helvetica Neue"/>
                <a:cs typeface="Helvetica Neue"/>
              </a:defRPr>
            </a:lvl7pPr>
            <a:lvl8pPr algn="r">
              <a:buNone/>
              <a:defRPr sz="1350" b="1">
                <a:solidFill>
                  <a:srgbClr val="2F6BFF"/>
                </a:solidFill>
                <a:latin typeface="Helvetica Neue"/>
                <a:ea typeface="Helvetica Neue"/>
                <a:cs typeface="Helvetica Neue"/>
              </a:defRPr>
            </a:lvl8pPr>
            <a:lvl9pPr algn="r">
              <a:buNone/>
              <a:defRPr sz="1350" b="1">
                <a:solidFill>
                  <a:srgbClr val="2F6BFF"/>
                </a:solidFill>
                <a:latin typeface="Helvetica Neue"/>
                <a:ea typeface="Helvetica Neue"/>
                <a:cs typeface="Helvetica Neue"/>
              </a:defRPr>
            </a:lvl9pPr>
          </a:lstStyle>
          <a:p>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03</a:t>
            </a:r>
            <a:endParaRPr sz="1350" b="1">
              <a:solidFill>
                <a:srgbClr val="2F6BFF"/>
              </a:solidFill>
              <a:latin typeface="Helvetica Neue"/>
              <a:ea typeface="Helvetica Neue"/>
              <a:cs typeface="Helvetica Neue"/>
            </a:endParaRPr>
          </a:p>
        </p:txBody>
      </p:sp>
      <p:sp>
        <p:nvSpPr>
          <p:cNvPr id="3" name="矩形 2"/>
          <p:cNvSpPr>
            <a:spLocks noGrp="1"/>
          </p:cNvSpPr>
          <p:nvPr/>
        </p:nvSpPr>
        <p:spPr>
          <a:xfrm>
            <a:off x="609600" y="952500"/>
            <a:ext cx="11010900" cy="38100"/>
          </a:xfrm>
          <a:prstGeom prst="rect">
            <a:avLst/>
          </a:prstGeom>
          <a:solidFill>
            <a:srgbClr val="2F6BFF"/>
          </a:solidFill>
          <a:ln w="0">
            <a:noFill/>
          </a:ln>
        </p:spPr>
      </p:sp>
      <p:sp>
        <p:nvSpPr>
          <p:cNvPr id="4" name="矩形 3"/>
          <p:cNvSpPr>
            <a:spLocks noGrp="1"/>
          </p:cNvSpPr>
          <p:nvPr/>
        </p:nvSpPr>
        <p:spPr>
          <a:xfrm>
            <a:off x="609600" y="6496050"/>
            <a:ext cx="5334000" cy="209550"/>
          </a:xfrm>
          <a:prstGeom prst="rect">
            <a:avLst/>
          </a:prstGeom>
          <a:noFill/>
          <a:ln w="0">
            <a:noFill/>
          </a:ln>
        </p:spPr>
        <p:txBody>
          <a:bodyPr anchor="ctr">
            <a:noAutofit/>
          </a:bodyPr>
          <a:lstStyle>
            <a:defPPr algn="l">
              <a:defRPr sz="900" b="0">
                <a:solidFill>
                  <a:srgbClr val="627D98"/>
                </a:solidFill>
                <a:latin typeface="Helvetica Neue"/>
                <a:ea typeface="Helvetica Neue"/>
                <a:cs typeface="Helvetica Neue"/>
              </a:defRPr>
            </a:defPPr>
            <a:lvl1pPr algn="l">
              <a:buNone/>
              <a:defRPr sz="900" b="0">
                <a:solidFill>
                  <a:srgbClr val="627D98"/>
                </a:solidFill>
                <a:latin typeface="Helvetica Neue"/>
                <a:ea typeface="Helvetica Neue"/>
                <a:cs typeface="Helvetica Neue"/>
              </a:defRPr>
            </a:lvl1pPr>
            <a:lvl2pPr algn="l">
              <a:buNone/>
              <a:defRPr sz="900" b="0">
                <a:solidFill>
                  <a:srgbClr val="627D98"/>
                </a:solidFill>
                <a:latin typeface="Helvetica Neue"/>
                <a:ea typeface="Helvetica Neue"/>
                <a:cs typeface="Helvetica Neue"/>
              </a:defRPr>
            </a:lvl2pPr>
            <a:lvl3pPr algn="l">
              <a:buNone/>
              <a:defRPr sz="900" b="0">
                <a:solidFill>
                  <a:srgbClr val="627D98"/>
                </a:solidFill>
                <a:latin typeface="Helvetica Neue"/>
                <a:ea typeface="Helvetica Neue"/>
                <a:cs typeface="Helvetica Neue"/>
              </a:defRPr>
            </a:lvl3pPr>
            <a:lvl4pPr algn="l">
              <a:buNone/>
              <a:defRPr sz="900" b="0">
                <a:solidFill>
                  <a:srgbClr val="627D98"/>
                </a:solidFill>
                <a:latin typeface="Helvetica Neue"/>
                <a:ea typeface="Helvetica Neue"/>
                <a:cs typeface="Helvetica Neue"/>
              </a:defRPr>
            </a:lvl4pPr>
            <a:lvl5pPr algn="l">
              <a:buNone/>
              <a:defRPr sz="900" b="0">
                <a:solidFill>
                  <a:srgbClr val="627D98"/>
                </a:solidFill>
                <a:latin typeface="Helvetica Neue"/>
                <a:ea typeface="Helvetica Neue"/>
                <a:cs typeface="Helvetica Neue"/>
              </a:defRPr>
            </a:lvl5pPr>
            <a:lvl6pPr algn="l">
              <a:buNone/>
              <a:defRPr sz="900" b="0">
                <a:solidFill>
                  <a:srgbClr val="627D98"/>
                </a:solidFill>
                <a:latin typeface="Helvetica Neue"/>
                <a:ea typeface="Helvetica Neue"/>
                <a:cs typeface="Helvetica Neue"/>
              </a:defRPr>
            </a:lvl6pPr>
            <a:lvl7pPr algn="l">
              <a:buNone/>
              <a:defRPr sz="900" b="0">
                <a:solidFill>
                  <a:srgbClr val="627D98"/>
                </a:solidFill>
                <a:latin typeface="Helvetica Neue"/>
                <a:ea typeface="Helvetica Neue"/>
                <a:cs typeface="Helvetica Neue"/>
              </a:defRPr>
            </a:lvl7pPr>
            <a:lvl8pPr algn="l">
              <a:buNone/>
              <a:defRPr sz="900" b="0">
                <a:solidFill>
                  <a:srgbClr val="627D98"/>
                </a:solidFill>
                <a:latin typeface="Helvetica Neue"/>
                <a:ea typeface="Helvetica Neue"/>
                <a:cs typeface="Helvetica Neue"/>
              </a:defRPr>
            </a:lvl8pPr>
            <a:lvl9pPr algn="l">
              <a:buNone/>
              <a:defRPr sz="900" b="0">
                <a:solidFill>
                  <a:srgbClr val="627D98"/>
                </a:solidFill>
                <a:latin typeface="Helvetica Neue"/>
                <a:ea typeface="Helvetica Neue"/>
                <a:cs typeface="Helvetica Neue"/>
              </a:defRPr>
            </a:lvl9pPr>
          </a:lstStyle>
          <a:p>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endParaRPr sz="900" b="0">
              <a:solidFill>
                <a:srgbClr val="627D98"/>
              </a:solidFill>
              <a:latin typeface="Helvetica Neue"/>
              <a:ea typeface="Helvetica Neue"/>
              <a:cs typeface="Helvetica Neue"/>
            </a:endParaRPr>
          </a:p>
        </p:txBody>
      </p:sp>
      <p:sp>
        <p:nvSpPr>
          <p:cNvPr id="5" name="矩形 4"/>
          <p:cNvSpPr>
            <a:spLocks noGrp="1"/>
          </p:cNvSpPr>
          <p:nvPr/>
        </p:nvSpPr>
        <p:spPr>
          <a:xfrm>
            <a:off x="10191750" y="6496050"/>
            <a:ext cx="1428750" cy="209550"/>
          </a:xfrm>
          <a:prstGeom prst="rect">
            <a:avLst/>
          </a:prstGeom>
          <a:noFill/>
          <a:ln w="0">
            <a:noFill/>
          </a:ln>
        </p:spPr>
        <p:txBody>
          <a:bodyPr anchor="ctr">
            <a:noAutofit/>
          </a:bodyPr>
          <a:lstStyle>
            <a:defPPr algn="r">
              <a:defRPr sz="900" b="0">
                <a:solidFill>
                  <a:srgbClr val="627D98"/>
                </a:solidFill>
                <a:latin typeface="Helvetica Neue"/>
                <a:ea typeface="Helvetica Neue"/>
                <a:cs typeface="Helvetica Neue"/>
              </a:defRPr>
            </a:defPPr>
            <a:lvl1pPr algn="r">
              <a:buNone/>
              <a:defRPr sz="900" b="0">
                <a:solidFill>
                  <a:srgbClr val="627D98"/>
                </a:solidFill>
                <a:latin typeface="Helvetica Neue"/>
                <a:ea typeface="Helvetica Neue"/>
                <a:cs typeface="Helvetica Neue"/>
              </a:defRPr>
            </a:lvl1pPr>
            <a:lvl2pPr algn="r">
              <a:buNone/>
              <a:defRPr sz="900" b="0">
                <a:solidFill>
                  <a:srgbClr val="627D98"/>
                </a:solidFill>
                <a:latin typeface="Helvetica Neue"/>
                <a:ea typeface="Helvetica Neue"/>
                <a:cs typeface="Helvetica Neue"/>
              </a:defRPr>
            </a:lvl2pPr>
            <a:lvl3pPr algn="r">
              <a:buNone/>
              <a:defRPr sz="900" b="0">
                <a:solidFill>
                  <a:srgbClr val="627D98"/>
                </a:solidFill>
                <a:latin typeface="Helvetica Neue"/>
                <a:ea typeface="Helvetica Neue"/>
                <a:cs typeface="Helvetica Neue"/>
              </a:defRPr>
            </a:lvl3pPr>
            <a:lvl4pPr algn="r">
              <a:buNone/>
              <a:defRPr sz="900" b="0">
                <a:solidFill>
                  <a:srgbClr val="627D98"/>
                </a:solidFill>
                <a:latin typeface="Helvetica Neue"/>
                <a:ea typeface="Helvetica Neue"/>
                <a:cs typeface="Helvetica Neue"/>
              </a:defRPr>
            </a:lvl4pPr>
            <a:lvl5pPr algn="r">
              <a:buNone/>
              <a:defRPr sz="900" b="0">
                <a:solidFill>
                  <a:srgbClr val="627D98"/>
                </a:solidFill>
                <a:latin typeface="Helvetica Neue"/>
                <a:ea typeface="Helvetica Neue"/>
                <a:cs typeface="Helvetica Neue"/>
              </a:defRPr>
            </a:lvl5pPr>
            <a:lvl6pPr algn="r">
              <a:buNone/>
              <a:defRPr sz="900" b="0">
                <a:solidFill>
                  <a:srgbClr val="627D98"/>
                </a:solidFill>
                <a:latin typeface="Helvetica Neue"/>
                <a:ea typeface="Helvetica Neue"/>
                <a:cs typeface="Helvetica Neue"/>
              </a:defRPr>
            </a:lvl6pPr>
            <a:lvl7pPr algn="r">
              <a:buNone/>
              <a:defRPr sz="900" b="0">
                <a:solidFill>
                  <a:srgbClr val="627D98"/>
                </a:solidFill>
                <a:latin typeface="Helvetica Neue"/>
                <a:ea typeface="Helvetica Neue"/>
                <a:cs typeface="Helvetica Neue"/>
              </a:defRPr>
            </a:lvl7pPr>
            <a:lvl8pPr algn="r">
              <a:buNone/>
              <a:defRPr sz="900" b="0">
                <a:solidFill>
                  <a:srgbClr val="627D98"/>
                </a:solidFill>
                <a:latin typeface="Helvetica Neue"/>
                <a:ea typeface="Helvetica Neue"/>
                <a:cs typeface="Helvetica Neue"/>
              </a:defRPr>
            </a:lvl8pPr>
            <a:lvl9pPr algn="r">
              <a:buNone/>
              <a:defRPr sz="900" b="0">
                <a:solidFill>
                  <a:srgbClr val="627D98"/>
                </a:solidFill>
                <a:latin typeface="Helvetica Neue"/>
                <a:ea typeface="Helvetica Neue"/>
                <a:cs typeface="Helvetica Neue"/>
              </a:defRPr>
            </a:lvl9pPr>
          </a:lstStyle>
          <a:p>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3/11</a:t>
            </a:r>
            <a:endParaRPr sz="900" b="0">
              <a:solidFill>
                <a:srgbClr val="627D98"/>
              </a:solidFill>
              <a:latin typeface="Helvetica Neue"/>
              <a:ea typeface="Helvetica Neue"/>
              <a:cs typeface="Helvetica Neue"/>
            </a:endParaRPr>
          </a:p>
        </p:txBody>
      </p:sp>
      <p:sp>
        <p:nvSpPr>
          <p:cNvPr id="6" name="圆角矩形 5"/>
          <p:cNvSpPr>
            <a:spLocks noGrp="1"/>
          </p:cNvSpPr>
          <p:nvPr/>
        </p:nvSpPr>
        <p:spPr>
          <a:xfrm>
            <a:off x="628650" y="1381125"/>
            <a:ext cx="2333625" cy="1333500"/>
          </a:xfrm>
          <a:prstGeom prst="roundRect">
            <a:avLst>
              <a:gd name="adj" fmla="val 5714"/>
            </a:avLst>
          </a:prstGeom>
          <a:solidFill>
            <a:srgbClr val="EAF1FF"/>
          </a:solidFill>
          <a:ln w="19050">
            <a:solidFill>
              <a:srgbClr val="2F6BFF"/>
            </a:solidFill>
          </a:ln>
        </p:spPr>
      </p:sp>
      <p:sp>
        <p:nvSpPr>
          <p:cNvPr id="7" name="矩形 6"/>
          <p:cNvSpPr>
            <a:spLocks noGrp="1"/>
          </p:cNvSpPr>
          <p:nvPr/>
        </p:nvSpPr>
        <p:spPr>
          <a:xfrm>
            <a:off x="800100" y="1495425"/>
            <a:ext cx="1990725" cy="323850"/>
          </a:xfrm>
          <a:prstGeom prst="rect">
            <a:avLst/>
          </a:prstGeom>
          <a:noFill/>
          <a:ln w="0">
            <a:noFill/>
          </a:ln>
        </p:spPr>
        <p:txBody>
          <a:bodyPr anchor="ctr">
            <a:noAutofit/>
          </a:bodyPr>
          <a:lstStyle>
            <a:defPPr algn="l">
              <a:defRPr sz="1650" b="1">
                <a:solidFill>
                  <a:srgbClr val="2F6BFF"/>
                </a:solidFill>
                <a:latin typeface="Helvetica Neue"/>
                <a:ea typeface="Helvetica Neue"/>
                <a:cs typeface="Helvetica Neue"/>
              </a:defRPr>
            </a:defPPr>
            <a:lvl1pPr algn="l">
              <a:buNone/>
              <a:defRPr sz="1650" b="1">
                <a:solidFill>
                  <a:srgbClr val="2F6BFF"/>
                </a:solidFill>
                <a:latin typeface="Helvetica Neue"/>
                <a:ea typeface="Helvetica Neue"/>
                <a:cs typeface="Helvetica Neue"/>
              </a:defRPr>
            </a:lvl1pPr>
            <a:lvl2pPr algn="l">
              <a:buNone/>
              <a:defRPr sz="1650" b="1">
                <a:solidFill>
                  <a:srgbClr val="2F6BFF"/>
                </a:solidFill>
                <a:latin typeface="Helvetica Neue"/>
                <a:ea typeface="Helvetica Neue"/>
                <a:cs typeface="Helvetica Neue"/>
              </a:defRPr>
            </a:lvl2pPr>
            <a:lvl3pPr algn="l">
              <a:buNone/>
              <a:defRPr sz="1650" b="1">
                <a:solidFill>
                  <a:srgbClr val="2F6BFF"/>
                </a:solidFill>
                <a:latin typeface="Helvetica Neue"/>
                <a:ea typeface="Helvetica Neue"/>
                <a:cs typeface="Helvetica Neue"/>
              </a:defRPr>
            </a:lvl3pPr>
            <a:lvl4pPr algn="l">
              <a:buNone/>
              <a:defRPr sz="1650" b="1">
                <a:solidFill>
                  <a:srgbClr val="2F6BFF"/>
                </a:solidFill>
                <a:latin typeface="Helvetica Neue"/>
                <a:ea typeface="Helvetica Neue"/>
                <a:cs typeface="Helvetica Neue"/>
              </a:defRPr>
            </a:lvl4pPr>
            <a:lvl5pPr algn="l">
              <a:buNone/>
              <a:defRPr sz="1650" b="1">
                <a:solidFill>
                  <a:srgbClr val="2F6BFF"/>
                </a:solidFill>
                <a:latin typeface="Helvetica Neue"/>
                <a:ea typeface="Helvetica Neue"/>
                <a:cs typeface="Helvetica Neue"/>
              </a:defRPr>
            </a:lvl5pPr>
            <a:lvl6pPr algn="l">
              <a:buNone/>
              <a:defRPr sz="1650" b="1">
                <a:solidFill>
                  <a:srgbClr val="2F6BFF"/>
                </a:solidFill>
                <a:latin typeface="Helvetica Neue"/>
                <a:ea typeface="Helvetica Neue"/>
                <a:cs typeface="Helvetica Neue"/>
              </a:defRPr>
            </a:lvl6pPr>
            <a:lvl7pPr algn="l">
              <a:buNone/>
              <a:defRPr sz="1650" b="1">
                <a:solidFill>
                  <a:srgbClr val="2F6BFF"/>
                </a:solidFill>
                <a:latin typeface="Helvetica Neue"/>
                <a:ea typeface="Helvetica Neue"/>
                <a:cs typeface="Helvetica Neue"/>
              </a:defRPr>
            </a:lvl7pPr>
            <a:lvl8pPr algn="l">
              <a:buNone/>
              <a:defRPr sz="1650" b="1">
                <a:solidFill>
                  <a:srgbClr val="2F6BFF"/>
                </a:solidFill>
                <a:latin typeface="Helvetica Neue"/>
                <a:ea typeface="Helvetica Neue"/>
                <a:cs typeface="Helvetica Neue"/>
              </a:defRPr>
            </a:lvl8pPr>
            <a:lvl9pPr algn="l">
              <a:buNone/>
              <a:defRPr sz="1650" b="1">
                <a:solidFill>
                  <a:srgbClr val="2F6BFF"/>
                </a:solidFill>
                <a:latin typeface="Helvetica Neue"/>
                <a:ea typeface="Helvetica Neue"/>
                <a:cs typeface="Helvetica Neue"/>
              </a:defRPr>
            </a:lvl9pPr>
          </a:lstStyle>
          <a:p>
            <a:pPr algn="l">
              <a:buNone/>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Matched video pairs</a:t>
            </a:r>
            <a:endParaRPr sz="1650" b="1">
              <a:solidFill>
                <a:srgbClr val="2F6BFF"/>
              </a:solidFill>
              <a:latin typeface="Helvetica Neue"/>
              <a:ea typeface="Helvetica Neue"/>
              <a:cs typeface="Helvetica Neue"/>
            </a:endParaRPr>
          </a:p>
        </p:txBody>
      </p:sp>
      <p:sp>
        <p:nvSpPr>
          <p:cNvPr id="8" name="矩形 7"/>
          <p:cNvSpPr>
            <a:spLocks noGrp="1"/>
          </p:cNvSpPr>
          <p:nvPr/>
        </p:nvSpPr>
        <p:spPr>
          <a:xfrm>
            <a:off x="800100" y="1876425"/>
            <a:ext cx="1990725" cy="723900"/>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12 speakers × 3 segments</a:t>
            </a:r>
            <a:endParaRPr sz="1275" b="0">
              <a:solidFill>
                <a:srgbClr val="243B53"/>
              </a:solidFill>
              <a:latin typeface="Helvetica Neue"/>
              <a:ea typeface="Helvetica Neue"/>
              <a:cs typeface="Helvetica Neue"/>
            </a:endParaRPr>
          </a:p>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36 real + 36 SadTalker</a:t>
            </a:r>
            <a:endParaRPr sz="1275" b="0">
              <a:solidFill>
                <a:srgbClr val="243B53"/>
              </a:solidFill>
              <a:latin typeface="Helvetica Neue"/>
              <a:ea typeface="Helvetica Neue"/>
              <a:cs typeface="Helvetica Neue"/>
            </a:endParaRPr>
          </a:p>
        </p:txBody>
      </p:sp>
      <p:sp>
        <p:nvSpPr>
          <p:cNvPr id="9" name="圆角矩形 8"/>
          <p:cNvSpPr>
            <a:spLocks noGrp="1"/>
          </p:cNvSpPr>
          <p:nvPr/>
        </p:nvSpPr>
        <p:spPr>
          <a:xfrm>
            <a:off x="628650" y="4048125"/>
            <a:ext cx="2333625" cy="1333500"/>
          </a:xfrm>
          <a:prstGeom prst="roundRect">
            <a:avLst>
              <a:gd name="adj" fmla="val 5714"/>
            </a:avLst>
          </a:prstGeom>
          <a:solidFill>
            <a:srgbClr val="FFF2E2"/>
          </a:solidFill>
          <a:ln w="19050">
            <a:solidFill>
              <a:srgbClr val="E67E22"/>
            </a:solidFill>
          </a:ln>
        </p:spPr>
      </p:sp>
      <p:sp>
        <p:nvSpPr>
          <p:cNvPr id="10" name="矩形 9"/>
          <p:cNvSpPr>
            <a:spLocks noGrp="1"/>
          </p:cNvSpPr>
          <p:nvPr/>
        </p:nvSpPr>
        <p:spPr>
          <a:xfrm>
            <a:off x="800100" y="4162425"/>
            <a:ext cx="1990725" cy="323850"/>
          </a:xfrm>
          <a:prstGeom prst="rect">
            <a:avLst/>
          </a:prstGeom>
          <a:noFill/>
          <a:ln w="0">
            <a:noFill/>
          </a:ln>
        </p:spPr>
        <p:txBody>
          <a:bodyPr anchor="ctr">
            <a:noAutofit/>
          </a:bodyPr>
          <a:lstStyle>
            <a:defPPr algn="l">
              <a:defRPr sz="1650" b="1">
                <a:solidFill>
                  <a:srgbClr val="E67E22"/>
                </a:solidFill>
                <a:latin typeface="Helvetica Neue"/>
                <a:ea typeface="Helvetica Neue"/>
                <a:cs typeface="Helvetica Neue"/>
              </a:defRPr>
            </a:defPPr>
            <a:lvl1pPr algn="l">
              <a:buNone/>
              <a:defRPr sz="1650" b="1">
                <a:solidFill>
                  <a:srgbClr val="E67E22"/>
                </a:solidFill>
                <a:latin typeface="Helvetica Neue"/>
                <a:ea typeface="Helvetica Neue"/>
                <a:cs typeface="Helvetica Neue"/>
              </a:defRPr>
            </a:lvl1pPr>
            <a:lvl2pPr algn="l">
              <a:buNone/>
              <a:defRPr sz="1650" b="1">
                <a:solidFill>
                  <a:srgbClr val="E67E22"/>
                </a:solidFill>
                <a:latin typeface="Helvetica Neue"/>
                <a:ea typeface="Helvetica Neue"/>
                <a:cs typeface="Helvetica Neue"/>
              </a:defRPr>
            </a:lvl2pPr>
            <a:lvl3pPr algn="l">
              <a:buNone/>
              <a:defRPr sz="1650" b="1">
                <a:solidFill>
                  <a:srgbClr val="E67E22"/>
                </a:solidFill>
                <a:latin typeface="Helvetica Neue"/>
                <a:ea typeface="Helvetica Neue"/>
                <a:cs typeface="Helvetica Neue"/>
              </a:defRPr>
            </a:lvl3pPr>
            <a:lvl4pPr algn="l">
              <a:buNone/>
              <a:defRPr sz="1650" b="1">
                <a:solidFill>
                  <a:srgbClr val="E67E22"/>
                </a:solidFill>
                <a:latin typeface="Helvetica Neue"/>
                <a:ea typeface="Helvetica Neue"/>
                <a:cs typeface="Helvetica Neue"/>
              </a:defRPr>
            </a:lvl4pPr>
            <a:lvl5pPr algn="l">
              <a:buNone/>
              <a:defRPr sz="1650" b="1">
                <a:solidFill>
                  <a:srgbClr val="E67E22"/>
                </a:solidFill>
                <a:latin typeface="Helvetica Neue"/>
                <a:ea typeface="Helvetica Neue"/>
                <a:cs typeface="Helvetica Neue"/>
              </a:defRPr>
            </a:lvl5pPr>
            <a:lvl6pPr algn="l">
              <a:buNone/>
              <a:defRPr sz="1650" b="1">
                <a:solidFill>
                  <a:srgbClr val="E67E22"/>
                </a:solidFill>
                <a:latin typeface="Helvetica Neue"/>
                <a:ea typeface="Helvetica Neue"/>
                <a:cs typeface="Helvetica Neue"/>
              </a:defRPr>
            </a:lvl6pPr>
            <a:lvl7pPr algn="l">
              <a:buNone/>
              <a:defRPr sz="1650" b="1">
                <a:solidFill>
                  <a:srgbClr val="E67E22"/>
                </a:solidFill>
                <a:latin typeface="Helvetica Neue"/>
                <a:ea typeface="Helvetica Neue"/>
                <a:cs typeface="Helvetica Neue"/>
              </a:defRPr>
            </a:lvl7pPr>
            <a:lvl8pPr algn="l">
              <a:buNone/>
              <a:defRPr sz="1650" b="1">
                <a:solidFill>
                  <a:srgbClr val="E67E22"/>
                </a:solidFill>
                <a:latin typeface="Helvetica Neue"/>
                <a:ea typeface="Helvetica Neue"/>
                <a:cs typeface="Helvetica Neue"/>
              </a:defRPr>
            </a:lvl8pPr>
            <a:lvl9pPr algn="l">
              <a:buNone/>
              <a:defRPr sz="1650" b="1">
                <a:solidFill>
                  <a:srgbClr val="E67E22"/>
                </a:solidFill>
                <a:latin typeface="Helvetica Neue"/>
                <a:ea typeface="Helvetica Neue"/>
                <a:cs typeface="Helvetica Neue"/>
              </a:defRPr>
            </a:lvl9pPr>
          </a:lstStyle>
          <a:p>
            <a:pPr algn="l">
              <a:buNone/>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M2 peer videos</a:t>
            </a:r>
            <a:endParaRPr sz="1650" b="1">
              <a:solidFill>
                <a:srgbClr val="E67E22"/>
              </a:solidFill>
              <a:latin typeface="Helvetica Neue"/>
              <a:ea typeface="Helvetica Neue"/>
              <a:cs typeface="Helvetica Neue"/>
            </a:endParaRPr>
          </a:p>
        </p:txBody>
      </p:sp>
      <p:sp>
        <p:nvSpPr>
          <p:cNvPr id="11" name="矩形 10"/>
          <p:cNvSpPr>
            <a:spLocks noGrp="1"/>
          </p:cNvSpPr>
          <p:nvPr/>
        </p:nvSpPr>
        <p:spPr>
          <a:xfrm>
            <a:off x="800100" y="4543425"/>
            <a:ext cx="1990725" cy="904875"/>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Original + modified</a:t>
            </a:r>
          </a:p>
          <a:p>
            <a:pPr algn="l">
              <a:buNone/>
              <a:defRPr sz="1275"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A=1, private files</a:t>
            </a:r>
          </a:p>
        </p:txBody>
      </p:sp>
      <p:sp>
        <p:nvSpPr>
          <p:cNvPr id="12" name="圆角矩形 11"/>
          <p:cNvSpPr>
            <a:spLocks noGrp="1"/>
          </p:cNvSpPr>
          <p:nvPr/>
        </p:nvSpPr>
        <p:spPr>
          <a:xfrm>
            <a:off x="4095750" y="1381125"/>
            <a:ext cx="2952750" cy="1333500"/>
          </a:xfrm>
          <a:prstGeom prst="roundRect">
            <a:avLst>
              <a:gd name="adj" fmla="val 5714"/>
            </a:avLst>
          </a:prstGeom>
          <a:solidFill>
            <a:srgbClr val="E7F7F5"/>
          </a:solidFill>
          <a:ln w="19050">
            <a:solidFill>
              <a:srgbClr val="159E9C"/>
            </a:solidFill>
          </a:ln>
        </p:spPr>
      </p:sp>
      <p:sp>
        <p:nvSpPr>
          <p:cNvPr id="13" name="矩形 12"/>
          <p:cNvSpPr>
            <a:spLocks noGrp="1"/>
          </p:cNvSpPr>
          <p:nvPr/>
        </p:nvSpPr>
        <p:spPr>
          <a:xfrm>
            <a:off x="4267200" y="1495425"/>
            <a:ext cx="2609850" cy="323850"/>
          </a:xfrm>
          <a:prstGeom prst="rect">
            <a:avLst/>
          </a:prstGeom>
          <a:noFill/>
          <a:ln w="0">
            <a:noFill/>
          </a:ln>
        </p:spPr>
        <p:txBody>
          <a:bodyPr anchor="ctr">
            <a:noAutofit/>
          </a:bodyPr>
          <a:lstStyle>
            <a:defPPr algn="l">
              <a:defRPr sz="1650" b="1">
                <a:solidFill>
                  <a:srgbClr val="159E9C"/>
                </a:solidFill>
                <a:latin typeface="Helvetica Neue"/>
                <a:ea typeface="Helvetica Neue"/>
                <a:cs typeface="Helvetica Neue"/>
              </a:defRPr>
            </a:defPPr>
            <a:lvl1pPr algn="l">
              <a:buNone/>
              <a:defRPr sz="1650" b="1">
                <a:solidFill>
                  <a:srgbClr val="159E9C"/>
                </a:solidFill>
                <a:latin typeface="Helvetica Neue"/>
                <a:ea typeface="Helvetica Neue"/>
                <a:cs typeface="Helvetica Neue"/>
              </a:defRPr>
            </a:lvl1pPr>
            <a:lvl2pPr algn="l">
              <a:buNone/>
              <a:defRPr sz="1650" b="1">
                <a:solidFill>
                  <a:srgbClr val="159E9C"/>
                </a:solidFill>
                <a:latin typeface="Helvetica Neue"/>
                <a:ea typeface="Helvetica Neue"/>
                <a:cs typeface="Helvetica Neue"/>
              </a:defRPr>
            </a:lvl2pPr>
            <a:lvl3pPr algn="l">
              <a:buNone/>
              <a:defRPr sz="1650" b="1">
                <a:solidFill>
                  <a:srgbClr val="159E9C"/>
                </a:solidFill>
                <a:latin typeface="Helvetica Neue"/>
                <a:ea typeface="Helvetica Neue"/>
                <a:cs typeface="Helvetica Neue"/>
              </a:defRPr>
            </a:lvl3pPr>
            <a:lvl4pPr algn="l">
              <a:buNone/>
              <a:defRPr sz="1650" b="1">
                <a:solidFill>
                  <a:srgbClr val="159E9C"/>
                </a:solidFill>
                <a:latin typeface="Helvetica Neue"/>
                <a:ea typeface="Helvetica Neue"/>
                <a:cs typeface="Helvetica Neue"/>
              </a:defRPr>
            </a:lvl4pPr>
            <a:lvl5pPr algn="l">
              <a:buNone/>
              <a:defRPr sz="1650" b="1">
                <a:solidFill>
                  <a:srgbClr val="159E9C"/>
                </a:solidFill>
                <a:latin typeface="Helvetica Neue"/>
                <a:ea typeface="Helvetica Neue"/>
                <a:cs typeface="Helvetica Neue"/>
              </a:defRPr>
            </a:lvl5pPr>
            <a:lvl6pPr algn="l">
              <a:buNone/>
              <a:defRPr sz="1650" b="1">
                <a:solidFill>
                  <a:srgbClr val="159E9C"/>
                </a:solidFill>
                <a:latin typeface="Helvetica Neue"/>
                <a:ea typeface="Helvetica Neue"/>
                <a:cs typeface="Helvetica Neue"/>
              </a:defRPr>
            </a:lvl6pPr>
            <a:lvl7pPr algn="l">
              <a:buNone/>
              <a:defRPr sz="1650" b="1">
                <a:solidFill>
                  <a:srgbClr val="159E9C"/>
                </a:solidFill>
                <a:latin typeface="Helvetica Neue"/>
                <a:ea typeface="Helvetica Neue"/>
                <a:cs typeface="Helvetica Neue"/>
              </a:defRPr>
            </a:lvl7pPr>
            <a:lvl8pPr algn="l">
              <a:buNone/>
              <a:defRPr sz="1650" b="1">
                <a:solidFill>
                  <a:srgbClr val="159E9C"/>
                </a:solidFill>
                <a:latin typeface="Helvetica Neue"/>
                <a:ea typeface="Helvetica Neue"/>
                <a:cs typeface="Helvetica Neue"/>
              </a:defRPr>
            </a:lvl8pPr>
            <a:lvl9pPr algn="l">
              <a:buNone/>
              <a:defRPr sz="1650" b="1">
                <a:solidFill>
                  <a:srgbClr val="159E9C"/>
                </a:solidFill>
                <a:latin typeface="Helvetica Neue"/>
                <a:ea typeface="Helvetica Neue"/>
                <a:cs typeface="Helvetica Neue"/>
              </a:defRPr>
            </a:lvl9pPr>
          </a:lstStyle>
          <a:p>
            <a:pPr algn="l">
              <a:buNone/>
              <a:defRPr sz="1650" b="1">
                <a:solidFill>
                  <a:srgbClr val="159E9C"/>
                </a:solidFill>
                <a:latin typeface="Helvetica Neue"/>
                <a:ea typeface="Helvetica Neue"/>
                <a:cs typeface="Helvetica Neue"/>
              </a:defRPr>
            </a:pPr>
            <a:r>
              <a:rPr sz="1500" b="1">
                <a:solidFill>
                  <a:srgbClr val="159E9C"/>
                </a:solidFill>
                <a:latin typeface="Helvetica Neue"/>
                <a:ea typeface="Helvetica Neue"/>
                <a:cs typeface="Helvetica Neue"/>
              </a:rPr>
              <a:t>Strategy A: mouth motion</a:t>
            </a:r>
            <a:endParaRPr sz="1500" b="1">
              <a:solidFill>
                <a:srgbClr val="159E9C"/>
              </a:solidFill>
              <a:latin typeface="Helvetica Neue"/>
              <a:ea typeface="Helvetica Neue"/>
              <a:cs typeface="Helvetica Neue"/>
            </a:endParaRPr>
          </a:p>
        </p:txBody>
      </p:sp>
      <p:sp>
        <p:nvSpPr>
          <p:cNvPr id="14" name="矩形 13"/>
          <p:cNvSpPr>
            <a:spLocks noGrp="1"/>
          </p:cNvSpPr>
          <p:nvPr/>
        </p:nvSpPr>
        <p:spPr>
          <a:xfrm>
            <a:off x="4267200" y="1876425"/>
            <a:ext cx="2609850" cy="723900"/>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Global vs compact windows</a:t>
            </a:r>
            <a:endParaRPr sz="1275" b="0">
              <a:solidFill>
                <a:srgbClr val="243B53"/>
              </a:solidFill>
              <a:latin typeface="Helvetica Neue"/>
              <a:ea typeface="Helvetica Neue"/>
              <a:cs typeface="Helvetica Neue"/>
            </a:endParaRPr>
          </a:p>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Viseme and shuffled controls</a:t>
            </a:r>
            <a:endParaRPr sz="1275" b="0">
              <a:solidFill>
                <a:srgbClr val="243B53"/>
              </a:solidFill>
              <a:latin typeface="Helvetica Neue"/>
              <a:ea typeface="Helvetica Neue"/>
              <a:cs typeface="Helvetica Neue"/>
            </a:endParaRPr>
          </a:p>
        </p:txBody>
      </p:sp>
      <p:sp>
        <p:nvSpPr>
          <p:cNvPr id="15" name="圆角矩形 14"/>
          <p:cNvSpPr>
            <a:spLocks noGrp="1"/>
          </p:cNvSpPr>
          <p:nvPr/>
        </p:nvSpPr>
        <p:spPr>
          <a:xfrm>
            <a:off x="4095750" y="4048125"/>
            <a:ext cx="2952750" cy="1333500"/>
          </a:xfrm>
          <a:prstGeom prst="roundRect">
            <a:avLst>
              <a:gd name="adj" fmla="val 5714"/>
            </a:avLst>
          </a:prstGeom>
          <a:solidFill>
            <a:srgbClr val="FCECEC"/>
          </a:solidFill>
          <a:ln w="19050">
            <a:solidFill>
              <a:srgbClr val="D64545"/>
            </a:solidFill>
          </a:ln>
        </p:spPr>
      </p:sp>
      <p:sp>
        <p:nvSpPr>
          <p:cNvPr id="16" name="矩形 15"/>
          <p:cNvSpPr>
            <a:spLocks noGrp="1"/>
          </p:cNvSpPr>
          <p:nvPr/>
        </p:nvSpPr>
        <p:spPr>
          <a:xfrm>
            <a:off x="4267200" y="4162425"/>
            <a:ext cx="2609850" cy="323850"/>
          </a:xfrm>
          <a:prstGeom prst="rect">
            <a:avLst/>
          </a:prstGeom>
          <a:noFill/>
          <a:ln w="0">
            <a:noFill/>
          </a:ln>
        </p:spPr>
        <p:txBody>
          <a:bodyPr anchor="ctr">
            <a:noAutofit/>
          </a:bodyPr>
          <a:lstStyle>
            <a:defPPr algn="l">
              <a:defRPr sz="1650" b="1">
                <a:solidFill>
                  <a:srgbClr val="D64545"/>
                </a:solidFill>
                <a:latin typeface="Helvetica Neue"/>
                <a:ea typeface="Helvetica Neue"/>
                <a:cs typeface="Helvetica Neue"/>
              </a:defRPr>
            </a:defPPr>
            <a:lvl1pPr algn="l">
              <a:buNone/>
              <a:defRPr sz="1650" b="1">
                <a:solidFill>
                  <a:srgbClr val="D64545"/>
                </a:solidFill>
                <a:latin typeface="Helvetica Neue"/>
                <a:ea typeface="Helvetica Neue"/>
                <a:cs typeface="Helvetica Neue"/>
              </a:defRPr>
            </a:lvl1pPr>
            <a:lvl2pPr algn="l">
              <a:buNone/>
              <a:defRPr sz="1650" b="1">
                <a:solidFill>
                  <a:srgbClr val="D64545"/>
                </a:solidFill>
                <a:latin typeface="Helvetica Neue"/>
                <a:ea typeface="Helvetica Neue"/>
                <a:cs typeface="Helvetica Neue"/>
              </a:defRPr>
            </a:lvl2pPr>
            <a:lvl3pPr algn="l">
              <a:buNone/>
              <a:defRPr sz="1650" b="1">
                <a:solidFill>
                  <a:srgbClr val="D64545"/>
                </a:solidFill>
                <a:latin typeface="Helvetica Neue"/>
                <a:ea typeface="Helvetica Neue"/>
                <a:cs typeface="Helvetica Neue"/>
              </a:defRPr>
            </a:lvl3pPr>
            <a:lvl4pPr algn="l">
              <a:buNone/>
              <a:defRPr sz="1650" b="1">
                <a:solidFill>
                  <a:srgbClr val="D64545"/>
                </a:solidFill>
                <a:latin typeface="Helvetica Neue"/>
                <a:ea typeface="Helvetica Neue"/>
                <a:cs typeface="Helvetica Neue"/>
              </a:defRPr>
            </a:lvl4pPr>
            <a:lvl5pPr algn="l">
              <a:buNone/>
              <a:defRPr sz="1650" b="1">
                <a:solidFill>
                  <a:srgbClr val="D64545"/>
                </a:solidFill>
                <a:latin typeface="Helvetica Neue"/>
                <a:ea typeface="Helvetica Neue"/>
                <a:cs typeface="Helvetica Neue"/>
              </a:defRPr>
            </a:lvl5pPr>
            <a:lvl6pPr algn="l">
              <a:buNone/>
              <a:defRPr sz="1650" b="1">
                <a:solidFill>
                  <a:srgbClr val="D64545"/>
                </a:solidFill>
                <a:latin typeface="Helvetica Neue"/>
                <a:ea typeface="Helvetica Neue"/>
                <a:cs typeface="Helvetica Neue"/>
              </a:defRPr>
            </a:lvl6pPr>
            <a:lvl7pPr algn="l">
              <a:buNone/>
              <a:defRPr sz="1650" b="1">
                <a:solidFill>
                  <a:srgbClr val="D64545"/>
                </a:solidFill>
                <a:latin typeface="Helvetica Neue"/>
                <a:ea typeface="Helvetica Neue"/>
                <a:cs typeface="Helvetica Neue"/>
              </a:defRPr>
            </a:lvl7pPr>
            <a:lvl8pPr algn="l">
              <a:buNone/>
              <a:defRPr sz="1650" b="1">
                <a:solidFill>
                  <a:srgbClr val="D64545"/>
                </a:solidFill>
                <a:latin typeface="Helvetica Neue"/>
                <a:ea typeface="Helvetica Neue"/>
                <a:cs typeface="Helvetica Neue"/>
              </a:defRPr>
            </a:lvl8pPr>
            <a:lvl9pPr algn="l">
              <a:buNone/>
              <a:defRPr sz="1650" b="1">
                <a:solidFill>
                  <a:srgbClr val="D64545"/>
                </a:solidFill>
                <a:latin typeface="Helvetica Neue"/>
                <a:ea typeface="Helvetica Neue"/>
                <a:cs typeface="Helvetica Neue"/>
              </a:defRPr>
            </a:lvl9pPr>
          </a:lstStyle>
          <a:p>
            <a:pPr algn="l">
              <a:buNone/>
              <a:defRPr sz="1650" b="1">
                <a:solidFill>
                  <a:srgbClr val="D64545"/>
                </a:solidFill>
                <a:latin typeface="Helvetica Neue"/>
                <a:ea typeface="Helvetica Neue"/>
                <a:cs typeface="Helvetica Neue"/>
              </a:defRPr>
            </a:pPr>
            <a:r>
              <a:rPr sz="1500" b="1">
                <a:solidFill>
                  <a:srgbClr val="D64545"/>
                </a:solidFill>
                <a:latin typeface="Helvetica Neue"/>
                <a:ea typeface="Helvetica Neue"/>
                <a:cs typeface="Helvetica Neue"/>
              </a:rPr>
              <a:t>Strategy B: colour traces</a:t>
            </a:r>
            <a:endParaRPr sz="1500" b="1">
              <a:solidFill>
                <a:srgbClr val="D64545"/>
              </a:solidFill>
              <a:latin typeface="Helvetica Neue"/>
              <a:ea typeface="Helvetica Neue"/>
              <a:cs typeface="Helvetica Neue"/>
            </a:endParaRPr>
          </a:p>
        </p:txBody>
      </p:sp>
      <p:sp>
        <p:nvSpPr>
          <p:cNvPr id="17" name="矩形 16"/>
          <p:cNvSpPr>
            <a:spLocks noGrp="1"/>
          </p:cNvSpPr>
          <p:nvPr/>
        </p:nvSpPr>
        <p:spPr>
          <a:xfrm>
            <a:off x="4267200" y="4543425"/>
            <a:ext cx="2609850" cy="723900"/>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Compare colour differences</a:t>
            </a:r>
          </a:p>
          <a:p>
            <a:pPr algn="l">
              <a:buNone/>
              <a:defRPr sz="1275"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Check encoding effects</a:t>
            </a:r>
          </a:p>
        </p:txBody>
      </p:sp>
      <p:sp>
        <p:nvSpPr>
          <p:cNvPr id="18" name="圆角矩形 17"/>
          <p:cNvSpPr>
            <a:spLocks noGrp="1"/>
          </p:cNvSpPr>
          <p:nvPr/>
        </p:nvSpPr>
        <p:spPr>
          <a:xfrm>
            <a:off x="8334375" y="1381125"/>
            <a:ext cx="2857500" cy="1333500"/>
          </a:xfrm>
          <a:prstGeom prst="roundRect">
            <a:avLst>
              <a:gd name="adj" fmla="val 5714"/>
            </a:avLst>
          </a:prstGeom>
          <a:solidFill>
            <a:srgbClr val="F4F7FB"/>
          </a:solidFill>
          <a:ln w="19050">
            <a:solidFill>
              <a:srgbClr val="102A43"/>
            </a:solidFill>
          </a:ln>
        </p:spPr>
      </p:sp>
      <p:sp>
        <p:nvSpPr>
          <p:cNvPr id="19" name="矩形 18"/>
          <p:cNvSpPr>
            <a:spLocks noGrp="1"/>
          </p:cNvSpPr>
          <p:nvPr/>
        </p:nvSpPr>
        <p:spPr>
          <a:xfrm>
            <a:off x="8505825" y="1495425"/>
            <a:ext cx="2514600" cy="323850"/>
          </a:xfrm>
          <a:prstGeom prst="rect">
            <a:avLst/>
          </a:prstGeom>
          <a:noFill/>
          <a:ln w="0">
            <a:noFill/>
          </a:ln>
        </p:spPr>
        <p:txBody>
          <a:bodyPr anchor="ctr">
            <a:noAutofit/>
          </a:bodyPr>
          <a:lstStyle>
            <a:defPPr algn="l">
              <a:defRPr sz="1650" b="1">
                <a:solidFill>
                  <a:srgbClr val="102A43"/>
                </a:solidFill>
                <a:latin typeface="Helvetica Neue"/>
                <a:ea typeface="Helvetica Neue"/>
                <a:cs typeface="Helvetica Neue"/>
              </a:defRPr>
            </a:defPPr>
            <a:lvl1pPr algn="l">
              <a:buNone/>
              <a:defRPr sz="1650" b="1">
                <a:solidFill>
                  <a:srgbClr val="102A43"/>
                </a:solidFill>
                <a:latin typeface="Helvetica Neue"/>
                <a:ea typeface="Helvetica Neue"/>
                <a:cs typeface="Helvetica Neue"/>
              </a:defRPr>
            </a:lvl1pPr>
            <a:lvl2pPr algn="l">
              <a:buNone/>
              <a:defRPr sz="1650" b="1">
                <a:solidFill>
                  <a:srgbClr val="102A43"/>
                </a:solidFill>
                <a:latin typeface="Helvetica Neue"/>
                <a:ea typeface="Helvetica Neue"/>
                <a:cs typeface="Helvetica Neue"/>
              </a:defRPr>
            </a:lvl2pPr>
            <a:lvl3pPr algn="l">
              <a:buNone/>
              <a:defRPr sz="1650" b="1">
                <a:solidFill>
                  <a:srgbClr val="102A43"/>
                </a:solidFill>
                <a:latin typeface="Helvetica Neue"/>
                <a:ea typeface="Helvetica Neue"/>
                <a:cs typeface="Helvetica Neue"/>
              </a:defRPr>
            </a:lvl3pPr>
            <a:lvl4pPr algn="l">
              <a:buNone/>
              <a:defRPr sz="1650" b="1">
                <a:solidFill>
                  <a:srgbClr val="102A43"/>
                </a:solidFill>
                <a:latin typeface="Helvetica Neue"/>
                <a:ea typeface="Helvetica Neue"/>
                <a:cs typeface="Helvetica Neue"/>
              </a:defRPr>
            </a:lvl4pPr>
            <a:lvl5pPr algn="l">
              <a:buNone/>
              <a:defRPr sz="1650" b="1">
                <a:solidFill>
                  <a:srgbClr val="102A43"/>
                </a:solidFill>
                <a:latin typeface="Helvetica Neue"/>
                <a:ea typeface="Helvetica Neue"/>
                <a:cs typeface="Helvetica Neue"/>
              </a:defRPr>
            </a:lvl5pPr>
            <a:lvl6pPr algn="l">
              <a:buNone/>
              <a:defRPr sz="1650" b="1">
                <a:solidFill>
                  <a:srgbClr val="102A43"/>
                </a:solidFill>
                <a:latin typeface="Helvetica Neue"/>
                <a:ea typeface="Helvetica Neue"/>
                <a:cs typeface="Helvetica Neue"/>
              </a:defRPr>
            </a:lvl6pPr>
            <a:lvl7pPr algn="l">
              <a:buNone/>
              <a:defRPr sz="1650" b="1">
                <a:solidFill>
                  <a:srgbClr val="102A43"/>
                </a:solidFill>
                <a:latin typeface="Helvetica Neue"/>
                <a:ea typeface="Helvetica Neue"/>
                <a:cs typeface="Helvetica Neue"/>
              </a:defRPr>
            </a:lvl7pPr>
            <a:lvl8pPr algn="l">
              <a:buNone/>
              <a:defRPr sz="1650" b="1">
                <a:solidFill>
                  <a:srgbClr val="102A43"/>
                </a:solidFill>
                <a:latin typeface="Helvetica Neue"/>
                <a:ea typeface="Helvetica Neue"/>
                <a:cs typeface="Helvetica Neue"/>
              </a:defRPr>
            </a:lvl8pPr>
            <a:lvl9pPr algn="l">
              <a:buNone/>
              <a:defRPr sz="1650" b="1">
                <a:solidFill>
                  <a:srgbClr val="102A43"/>
                </a:solidFill>
                <a:latin typeface="Helvetica Neue"/>
                <a:ea typeface="Helvetica Neue"/>
                <a:cs typeface="Helvetica Neue"/>
              </a:defRPr>
            </a:lvl9pPr>
          </a:lstStyle>
          <a:p>
            <a:pPr algn="l">
              <a:buNone/>
              <a:defRPr sz="1650" b="1">
                <a:solidFill>
                  <a:srgbClr val="102A43"/>
                </a:solidFill>
                <a:latin typeface="Helvetica Neue"/>
                <a:ea typeface="Helvetica Neue"/>
                <a:cs typeface="Helvetica Neue"/>
              </a:defRPr>
            </a:pPr>
            <a:r>
              <a:rPr sz="1575" b="1">
                <a:solidFill>
                  <a:srgbClr val="102A43"/>
                </a:solidFill>
                <a:latin typeface="Helvetica Neue"/>
                <a:ea typeface="Helvetica Neue"/>
                <a:cs typeface="Helvetica Neue"/>
              </a:rPr>
              <a:t>Tests grouped by speaker</a:t>
            </a:r>
          </a:p>
        </p:txBody>
      </p:sp>
      <p:sp>
        <p:nvSpPr>
          <p:cNvPr id="20" name="矩形 19"/>
          <p:cNvSpPr>
            <a:spLocks noGrp="1"/>
          </p:cNvSpPr>
          <p:nvPr/>
        </p:nvSpPr>
        <p:spPr>
          <a:xfrm>
            <a:off x="8505825" y="1876425"/>
            <a:ext cx="2514600" cy="904875"/>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20 repeated 4-fold tests</a:t>
            </a:r>
          </a:p>
          <a:p>
            <a:pPr algn="l">
              <a:buNone/>
              <a:defRPr sz="1275"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Tune the model inside training</a:t>
            </a:r>
          </a:p>
        </p:txBody>
      </p:sp>
      <p:sp>
        <p:nvSpPr>
          <p:cNvPr id="21" name="圆角矩形 20"/>
          <p:cNvSpPr>
            <a:spLocks noGrp="1"/>
          </p:cNvSpPr>
          <p:nvPr/>
        </p:nvSpPr>
        <p:spPr>
          <a:xfrm>
            <a:off x="8334375" y="4048125"/>
            <a:ext cx="2857500" cy="1333500"/>
          </a:xfrm>
          <a:prstGeom prst="roundRect">
            <a:avLst>
              <a:gd name="adj" fmla="val 5714"/>
            </a:avLst>
          </a:prstGeom>
          <a:solidFill>
            <a:srgbClr val="F4F7FB"/>
          </a:solidFill>
          <a:ln w="19050">
            <a:solidFill>
              <a:srgbClr val="102A43"/>
            </a:solidFill>
          </a:ln>
        </p:spPr>
      </p:sp>
      <p:sp>
        <p:nvSpPr>
          <p:cNvPr id="22" name="矩形 21"/>
          <p:cNvSpPr>
            <a:spLocks noGrp="1"/>
          </p:cNvSpPr>
          <p:nvPr/>
        </p:nvSpPr>
        <p:spPr>
          <a:xfrm>
            <a:off x="8505825" y="4162425"/>
            <a:ext cx="2514600" cy="323850"/>
          </a:xfrm>
          <a:prstGeom prst="rect">
            <a:avLst/>
          </a:prstGeom>
          <a:noFill/>
          <a:ln w="0">
            <a:noFill/>
          </a:ln>
        </p:spPr>
        <p:txBody>
          <a:bodyPr anchor="ctr">
            <a:noAutofit/>
          </a:bodyPr>
          <a:lstStyle>
            <a:defPPr algn="l">
              <a:defRPr sz="1650" b="1">
                <a:solidFill>
                  <a:srgbClr val="102A43"/>
                </a:solidFill>
                <a:latin typeface="Helvetica Neue"/>
                <a:ea typeface="Helvetica Neue"/>
                <a:cs typeface="Helvetica Neue"/>
              </a:defRPr>
            </a:defPPr>
            <a:lvl1pPr algn="l">
              <a:buNone/>
              <a:defRPr sz="1650" b="1">
                <a:solidFill>
                  <a:srgbClr val="102A43"/>
                </a:solidFill>
                <a:latin typeface="Helvetica Neue"/>
                <a:ea typeface="Helvetica Neue"/>
                <a:cs typeface="Helvetica Neue"/>
              </a:defRPr>
            </a:lvl1pPr>
            <a:lvl2pPr algn="l">
              <a:buNone/>
              <a:defRPr sz="1650" b="1">
                <a:solidFill>
                  <a:srgbClr val="102A43"/>
                </a:solidFill>
                <a:latin typeface="Helvetica Neue"/>
                <a:ea typeface="Helvetica Neue"/>
                <a:cs typeface="Helvetica Neue"/>
              </a:defRPr>
            </a:lvl2pPr>
            <a:lvl3pPr algn="l">
              <a:buNone/>
              <a:defRPr sz="1650" b="1">
                <a:solidFill>
                  <a:srgbClr val="102A43"/>
                </a:solidFill>
                <a:latin typeface="Helvetica Neue"/>
                <a:ea typeface="Helvetica Neue"/>
                <a:cs typeface="Helvetica Neue"/>
              </a:defRPr>
            </a:lvl3pPr>
            <a:lvl4pPr algn="l">
              <a:buNone/>
              <a:defRPr sz="1650" b="1">
                <a:solidFill>
                  <a:srgbClr val="102A43"/>
                </a:solidFill>
                <a:latin typeface="Helvetica Neue"/>
                <a:ea typeface="Helvetica Neue"/>
                <a:cs typeface="Helvetica Neue"/>
              </a:defRPr>
            </a:lvl4pPr>
            <a:lvl5pPr algn="l">
              <a:buNone/>
              <a:defRPr sz="1650" b="1">
                <a:solidFill>
                  <a:srgbClr val="102A43"/>
                </a:solidFill>
                <a:latin typeface="Helvetica Neue"/>
                <a:ea typeface="Helvetica Neue"/>
                <a:cs typeface="Helvetica Neue"/>
              </a:defRPr>
            </a:lvl5pPr>
            <a:lvl6pPr algn="l">
              <a:buNone/>
              <a:defRPr sz="1650" b="1">
                <a:solidFill>
                  <a:srgbClr val="102A43"/>
                </a:solidFill>
                <a:latin typeface="Helvetica Neue"/>
                <a:ea typeface="Helvetica Neue"/>
                <a:cs typeface="Helvetica Neue"/>
              </a:defRPr>
            </a:lvl6pPr>
            <a:lvl7pPr algn="l">
              <a:buNone/>
              <a:defRPr sz="1650" b="1">
                <a:solidFill>
                  <a:srgbClr val="102A43"/>
                </a:solidFill>
                <a:latin typeface="Helvetica Neue"/>
                <a:ea typeface="Helvetica Neue"/>
                <a:cs typeface="Helvetica Neue"/>
              </a:defRPr>
            </a:lvl7pPr>
            <a:lvl8pPr algn="l">
              <a:buNone/>
              <a:defRPr sz="1650" b="1">
                <a:solidFill>
                  <a:srgbClr val="102A43"/>
                </a:solidFill>
                <a:latin typeface="Helvetica Neue"/>
                <a:ea typeface="Helvetica Neue"/>
                <a:cs typeface="Helvetica Neue"/>
              </a:defRPr>
            </a:lvl8pPr>
            <a:lvl9pPr algn="l">
              <a:buNone/>
              <a:defRPr sz="1650" b="1">
                <a:solidFill>
                  <a:srgbClr val="102A43"/>
                </a:solidFill>
                <a:latin typeface="Helvetica Neue"/>
                <a:ea typeface="Helvetica Neue"/>
                <a:cs typeface="Helvetica Neue"/>
              </a:defRPr>
            </a:lvl9pPr>
          </a:lstStyle>
          <a:p>
            <a:pPr algn="l">
              <a:buNone/>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Paired evidence</a:t>
            </a:r>
            <a:endParaRPr sz="1650" b="1">
              <a:solidFill>
                <a:srgbClr val="102A43"/>
              </a:solidFill>
              <a:latin typeface="Helvetica Neue"/>
              <a:ea typeface="Helvetica Neue"/>
              <a:cs typeface="Helvetica Neue"/>
            </a:endParaRPr>
          </a:p>
        </p:txBody>
      </p:sp>
      <p:sp>
        <p:nvSpPr>
          <p:cNvPr id="23" name="矩形 22"/>
          <p:cNvSpPr>
            <a:spLocks noGrp="1"/>
          </p:cNvSpPr>
          <p:nvPr/>
        </p:nvSpPr>
        <p:spPr>
          <a:xfrm>
            <a:off x="8505825" y="4543425"/>
            <a:ext cx="2514600" cy="904875"/>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Check energy near 1.2 Hz</a:t>
            </a:r>
          </a:p>
          <a:p>
            <a:pPr algn="l">
              <a:buNone/>
              <a:defRPr sz="1275"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Compress, resize and lower FPS</a:t>
            </a:r>
          </a:p>
        </p:txBody>
      </p:sp>
      <p:sp>
        <p:nvSpPr>
          <p:cNvPr id="24" name="直接连接符 23"/>
          <p:cNvSpPr>
            <a:spLocks noGrp="1"/>
          </p:cNvSpPr>
          <p:nvPr/>
        </p:nvSpPr>
        <p:spPr>
          <a:xfrm>
            <a:off x="2962275" y="2047875"/>
            <a:ext cx="1133475" cy="0"/>
          </a:xfrm>
          <a:prstGeom prst="line">
            <a:avLst/>
          </a:prstGeom>
          <a:noFill/>
          <a:ln w="19050">
            <a:solidFill>
              <a:srgbClr val="2F6BFF"/>
            </a:solidFill>
          </a:ln>
        </p:spPr>
      </p:sp>
      <p:sp>
        <p:nvSpPr>
          <p:cNvPr id="25" name="直接连接符 24"/>
          <p:cNvSpPr>
            <a:spLocks noGrp="1"/>
          </p:cNvSpPr>
          <p:nvPr/>
        </p:nvSpPr>
        <p:spPr>
          <a:xfrm>
            <a:off x="7048500" y="2047875"/>
            <a:ext cx="1285875" cy="0"/>
          </a:xfrm>
          <a:prstGeom prst="line">
            <a:avLst/>
          </a:prstGeom>
          <a:noFill/>
          <a:ln w="19050">
            <a:solidFill>
              <a:srgbClr val="159E9C"/>
            </a:solidFill>
          </a:ln>
        </p:spPr>
      </p:sp>
      <p:sp>
        <p:nvSpPr>
          <p:cNvPr id="26" name="直接连接符 25"/>
          <p:cNvSpPr>
            <a:spLocks noGrp="1"/>
          </p:cNvSpPr>
          <p:nvPr/>
        </p:nvSpPr>
        <p:spPr>
          <a:xfrm>
            <a:off x="2962275" y="4714875"/>
            <a:ext cx="1133475" cy="0"/>
          </a:xfrm>
          <a:prstGeom prst="line">
            <a:avLst/>
          </a:prstGeom>
          <a:noFill/>
          <a:ln w="19050">
            <a:solidFill>
              <a:srgbClr val="E67E22"/>
            </a:solidFill>
          </a:ln>
        </p:spPr>
      </p:sp>
      <p:sp>
        <p:nvSpPr>
          <p:cNvPr id="27" name="直接连接符 26"/>
          <p:cNvSpPr>
            <a:spLocks noGrp="1"/>
          </p:cNvSpPr>
          <p:nvPr/>
        </p:nvSpPr>
        <p:spPr>
          <a:xfrm>
            <a:off x="7048500" y="4714875"/>
            <a:ext cx="1285875" cy="0"/>
          </a:xfrm>
          <a:prstGeom prst="line">
            <a:avLst/>
          </a:prstGeom>
          <a:noFill/>
          <a:ln w="19050">
            <a:solidFill>
              <a:srgbClr val="D64545"/>
            </a:solidFill>
          </a:ln>
        </p:spPr>
      </p:sp>
      <p:sp>
        <p:nvSpPr>
          <p:cNvPr id="28" name="矩形 27"/>
          <p:cNvSpPr>
            <a:spLocks noGrp="1"/>
          </p:cNvSpPr>
          <p:nvPr/>
        </p:nvSpPr>
        <p:spPr>
          <a:xfrm>
            <a:off x="1571625" y="5810250"/>
            <a:ext cx="9525000" cy="428625"/>
          </a:xfrm>
          <a:prstGeom prst="rect">
            <a:avLst/>
          </a:prstGeom>
          <a:noFill/>
          <a:ln w="0">
            <a:noFill/>
          </a:ln>
        </p:spPr>
        <p:txBody>
          <a:bodyPr anchor="ctr">
            <a:noAutofit/>
          </a:bodyPr>
          <a:lstStyle>
            <a:defPPr algn="ctr">
              <a:defRPr sz="1425" b="1">
                <a:solidFill>
                  <a:srgbClr val="102A43"/>
                </a:solidFill>
                <a:latin typeface="Helvetica Neue"/>
                <a:ea typeface="Helvetica Neue"/>
                <a:cs typeface="Helvetica Neue"/>
              </a:defRPr>
            </a:defPPr>
            <a:lvl1pPr algn="ctr">
              <a:buNone/>
              <a:defRPr sz="1425" b="1">
                <a:solidFill>
                  <a:srgbClr val="102A43"/>
                </a:solidFill>
                <a:latin typeface="Helvetica Neue"/>
                <a:ea typeface="Helvetica Neue"/>
                <a:cs typeface="Helvetica Neue"/>
              </a:defRPr>
            </a:lvl1pPr>
            <a:lvl2pPr algn="ctr">
              <a:buNone/>
              <a:defRPr sz="1425" b="1">
                <a:solidFill>
                  <a:srgbClr val="102A43"/>
                </a:solidFill>
                <a:latin typeface="Helvetica Neue"/>
                <a:ea typeface="Helvetica Neue"/>
                <a:cs typeface="Helvetica Neue"/>
              </a:defRPr>
            </a:lvl2pPr>
            <a:lvl3pPr algn="ctr">
              <a:buNone/>
              <a:defRPr sz="1425" b="1">
                <a:solidFill>
                  <a:srgbClr val="102A43"/>
                </a:solidFill>
                <a:latin typeface="Helvetica Neue"/>
                <a:ea typeface="Helvetica Neue"/>
                <a:cs typeface="Helvetica Neue"/>
              </a:defRPr>
            </a:lvl3pPr>
            <a:lvl4pPr algn="ctr">
              <a:buNone/>
              <a:defRPr sz="1425" b="1">
                <a:solidFill>
                  <a:srgbClr val="102A43"/>
                </a:solidFill>
                <a:latin typeface="Helvetica Neue"/>
                <a:ea typeface="Helvetica Neue"/>
                <a:cs typeface="Helvetica Neue"/>
              </a:defRPr>
            </a:lvl4pPr>
            <a:lvl5pPr algn="ctr">
              <a:buNone/>
              <a:defRPr sz="1425" b="1">
                <a:solidFill>
                  <a:srgbClr val="102A43"/>
                </a:solidFill>
                <a:latin typeface="Helvetica Neue"/>
                <a:ea typeface="Helvetica Neue"/>
                <a:cs typeface="Helvetica Neue"/>
              </a:defRPr>
            </a:lvl5pPr>
            <a:lvl6pPr algn="ctr">
              <a:buNone/>
              <a:defRPr sz="1425" b="1">
                <a:solidFill>
                  <a:srgbClr val="102A43"/>
                </a:solidFill>
                <a:latin typeface="Helvetica Neue"/>
                <a:ea typeface="Helvetica Neue"/>
                <a:cs typeface="Helvetica Neue"/>
              </a:defRPr>
            </a:lvl6pPr>
            <a:lvl7pPr algn="ctr">
              <a:buNone/>
              <a:defRPr sz="1425" b="1">
                <a:solidFill>
                  <a:srgbClr val="102A43"/>
                </a:solidFill>
                <a:latin typeface="Helvetica Neue"/>
                <a:ea typeface="Helvetica Neue"/>
                <a:cs typeface="Helvetica Neue"/>
              </a:defRPr>
            </a:lvl7pPr>
            <a:lvl8pPr algn="ctr">
              <a:buNone/>
              <a:defRPr sz="1425" b="1">
                <a:solidFill>
                  <a:srgbClr val="102A43"/>
                </a:solidFill>
                <a:latin typeface="Helvetica Neue"/>
                <a:ea typeface="Helvetica Neue"/>
                <a:cs typeface="Helvetica Neue"/>
              </a:defRPr>
            </a:lvl8pPr>
            <a:lvl9pPr algn="ctr">
              <a:buNone/>
              <a:defRPr sz="1425" b="1">
                <a:solidFill>
                  <a:srgbClr val="102A43"/>
                </a:solidFill>
                <a:latin typeface="Helvetica Neue"/>
                <a:ea typeface="Helvetica Neue"/>
                <a:cs typeface="Helvetica Neue"/>
              </a:defRPr>
            </a:lvl9pPr>
          </a:lstStyle>
          <a:p>
            <a:pPr algn="ctr">
              <a:buNone/>
              <a:defRPr sz="1425" b="1">
                <a:solidFill>
                  <a:srgbClr val="102A43"/>
                </a:solidFill>
                <a:latin typeface="Helvetica Neue"/>
                <a:ea typeface="Helvetica Neue"/>
                <a:cs typeface="Helvetica Neue"/>
              </a:defRPr>
            </a:pPr>
            <a:r>
              <a:rPr sz="1575" b="1">
                <a:solidFill>
                  <a:srgbClr val="102A43"/>
                </a:solidFill>
                <a:latin typeface="Helvetica Neue"/>
                <a:ea typeface="Helvetica Neue"/>
                <a:cs typeface="Helvetica Neue"/>
              </a:rPr>
              <a:t>We report the methods separately. One attacked pair cannot validate fusion.</a:t>
            </a:r>
          </a:p>
        </p:txBody>
      </p:sp>
    </p:spTree>
  </p:cSld>
  <p:clrMapOvr>
    <a:masterClrMapping/>
  </p:clrMapOvr>
</p:sld>
</file>

<file path=ppt/slides/slide4.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p:sp>
        <p:nvSpPr>
          <p:cNvPr id="22" name="矩形 21"/>
          <p:cNvSpPr>
            <a:spLocks noGrp="1"/>
          </p:cNvSpPr>
          <p:nvPr/>
        </p:nvSpPr>
        <p:spPr>
          <a:xfrm>
            <a:off x="609600" y="323850"/>
            <a:ext cx="10334625" cy="533400"/>
          </a:xfrm>
          <a:prstGeom prst="rect">
            <a:avLst/>
          </a:prstGeom>
          <a:noFill/>
          <a:ln w="0">
            <a:noFill/>
          </a:ln>
        </p:spPr>
        <p:txBody>
          <a:bodyPr anchor="ctr">
            <a:noAutofit/>
          </a:bodyPr>
          <a:lstStyle>
            <a:defPPr algn="l">
              <a:defRPr sz="2550" b="1">
                <a:solidFill>
                  <a:srgbClr val="102A43"/>
                </a:solidFill>
                <a:latin typeface="Helvetica Neue"/>
                <a:ea typeface="Helvetica Neue"/>
                <a:cs typeface="Helvetica Neue"/>
              </a:defRPr>
            </a:defPPr>
            <a:lvl1pPr algn="l">
              <a:buNone/>
              <a:defRPr sz="2550" b="1">
                <a:solidFill>
                  <a:srgbClr val="102A43"/>
                </a:solidFill>
                <a:latin typeface="Helvetica Neue"/>
                <a:ea typeface="Helvetica Neue"/>
                <a:cs typeface="Helvetica Neue"/>
              </a:defRPr>
            </a:lvl1pPr>
            <a:lvl2pPr algn="l">
              <a:buNone/>
              <a:defRPr sz="2550" b="1">
                <a:solidFill>
                  <a:srgbClr val="102A43"/>
                </a:solidFill>
                <a:latin typeface="Helvetica Neue"/>
                <a:ea typeface="Helvetica Neue"/>
                <a:cs typeface="Helvetica Neue"/>
              </a:defRPr>
            </a:lvl2pPr>
            <a:lvl3pPr algn="l">
              <a:buNone/>
              <a:defRPr sz="2550" b="1">
                <a:solidFill>
                  <a:srgbClr val="102A43"/>
                </a:solidFill>
                <a:latin typeface="Helvetica Neue"/>
                <a:ea typeface="Helvetica Neue"/>
                <a:cs typeface="Helvetica Neue"/>
              </a:defRPr>
            </a:lvl3pPr>
            <a:lvl4pPr algn="l">
              <a:buNone/>
              <a:defRPr sz="2550" b="1">
                <a:solidFill>
                  <a:srgbClr val="102A43"/>
                </a:solidFill>
                <a:latin typeface="Helvetica Neue"/>
                <a:ea typeface="Helvetica Neue"/>
                <a:cs typeface="Helvetica Neue"/>
              </a:defRPr>
            </a:lvl4pPr>
            <a:lvl5pPr algn="l">
              <a:buNone/>
              <a:defRPr sz="2550" b="1">
                <a:solidFill>
                  <a:srgbClr val="102A43"/>
                </a:solidFill>
                <a:latin typeface="Helvetica Neue"/>
                <a:ea typeface="Helvetica Neue"/>
                <a:cs typeface="Helvetica Neue"/>
              </a:defRPr>
            </a:lvl5pPr>
            <a:lvl6pPr algn="l">
              <a:buNone/>
              <a:defRPr sz="2550" b="1">
                <a:solidFill>
                  <a:srgbClr val="102A43"/>
                </a:solidFill>
                <a:latin typeface="Helvetica Neue"/>
                <a:ea typeface="Helvetica Neue"/>
                <a:cs typeface="Helvetica Neue"/>
              </a:defRPr>
            </a:lvl6pPr>
            <a:lvl7pPr algn="l">
              <a:buNone/>
              <a:defRPr sz="2550" b="1">
                <a:solidFill>
                  <a:srgbClr val="102A43"/>
                </a:solidFill>
                <a:latin typeface="Helvetica Neue"/>
                <a:ea typeface="Helvetica Neue"/>
                <a:cs typeface="Helvetica Neue"/>
              </a:defRPr>
            </a:lvl7pPr>
            <a:lvl8pPr algn="l">
              <a:buNone/>
              <a:defRPr sz="2550" b="1">
                <a:solidFill>
                  <a:srgbClr val="102A43"/>
                </a:solidFill>
                <a:latin typeface="Helvetica Neue"/>
                <a:ea typeface="Helvetica Neue"/>
                <a:cs typeface="Helvetica Neue"/>
              </a:defRPr>
            </a:lvl8pPr>
            <a:lvl9pPr algn="l">
              <a:buNone/>
              <a:defRPr sz="2550" b="1">
                <a:solidFill>
                  <a:srgbClr val="102A43"/>
                </a:solidFill>
                <a:latin typeface="Helvetica Neue"/>
                <a:ea typeface="Helvetica Neue"/>
                <a:cs typeface="Helvetica Neue"/>
              </a:defRPr>
            </a:lvl9pPr>
          </a:lstStyle>
          <a:p>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Dark.Mimic: attack goal and our response</a:t>
            </a:r>
            <a:endParaRPr sz="2550" b="1">
              <a:solidFill>
                <a:srgbClr val="102A43"/>
              </a:solidFill>
              <a:latin typeface="Helvetica Neue"/>
              <a:ea typeface="Helvetica Neue"/>
              <a:cs typeface="Helvetica Neue"/>
            </a:endParaRPr>
          </a:p>
        </p:txBody>
      </p:sp>
      <p:sp>
        <p:nvSpPr>
          <p:cNvPr id="2" name="矩形 1"/>
          <p:cNvSpPr>
            <a:spLocks noGrp="1"/>
          </p:cNvSpPr>
          <p:nvPr/>
        </p:nvSpPr>
        <p:spPr>
          <a:xfrm>
            <a:off x="11049000" y="371475"/>
            <a:ext cx="571500" cy="381000"/>
          </a:xfrm>
          <a:prstGeom prst="rect">
            <a:avLst/>
          </a:prstGeom>
          <a:noFill/>
          <a:ln w="0">
            <a:noFill/>
          </a:ln>
        </p:spPr>
        <p:txBody>
          <a:bodyPr anchor="ctr">
            <a:noAutofit/>
          </a:bodyPr>
          <a:lstStyle>
            <a:defPPr algn="r">
              <a:defRPr sz="1350" b="1">
                <a:solidFill>
                  <a:srgbClr val="2F6BFF"/>
                </a:solidFill>
                <a:latin typeface="Helvetica Neue"/>
                <a:ea typeface="Helvetica Neue"/>
                <a:cs typeface="Helvetica Neue"/>
              </a:defRPr>
            </a:defPPr>
            <a:lvl1pPr algn="r">
              <a:buNone/>
              <a:defRPr sz="1350" b="1">
                <a:solidFill>
                  <a:srgbClr val="2F6BFF"/>
                </a:solidFill>
                <a:latin typeface="Helvetica Neue"/>
                <a:ea typeface="Helvetica Neue"/>
                <a:cs typeface="Helvetica Neue"/>
              </a:defRPr>
            </a:lvl1pPr>
            <a:lvl2pPr algn="r">
              <a:buNone/>
              <a:defRPr sz="1350" b="1">
                <a:solidFill>
                  <a:srgbClr val="2F6BFF"/>
                </a:solidFill>
                <a:latin typeface="Helvetica Neue"/>
                <a:ea typeface="Helvetica Neue"/>
                <a:cs typeface="Helvetica Neue"/>
              </a:defRPr>
            </a:lvl2pPr>
            <a:lvl3pPr algn="r">
              <a:buNone/>
              <a:defRPr sz="1350" b="1">
                <a:solidFill>
                  <a:srgbClr val="2F6BFF"/>
                </a:solidFill>
                <a:latin typeface="Helvetica Neue"/>
                <a:ea typeface="Helvetica Neue"/>
                <a:cs typeface="Helvetica Neue"/>
              </a:defRPr>
            </a:lvl3pPr>
            <a:lvl4pPr algn="r">
              <a:buNone/>
              <a:defRPr sz="1350" b="1">
                <a:solidFill>
                  <a:srgbClr val="2F6BFF"/>
                </a:solidFill>
                <a:latin typeface="Helvetica Neue"/>
                <a:ea typeface="Helvetica Neue"/>
                <a:cs typeface="Helvetica Neue"/>
              </a:defRPr>
            </a:lvl4pPr>
            <a:lvl5pPr algn="r">
              <a:buNone/>
              <a:defRPr sz="1350" b="1">
                <a:solidFill>
                  <a:srgbClr val="2F6BFF"/>
                </a:solidFill>
                <a:latin typeface="Helvetica Neue"/>
                <a:ea typeface="Helvetica Neue"/>
                <a:cs typeface="Helvetica Neue"/>
              </a:defRPr>
            </a:lvl5pPr>
            <a:lvl6pPr algn="r">
              <a:buNone/>
              <a:defRPr sz="1350" b="1">
                <a:solidFill>
                  <a:srgbClr val="2F6BFF"/>
                </a:solidFill>
                <a:latin typeface="Helvetica Neue"/>
                <a:ea typeface="Helvetica Neue"/>
                <a:cs typeface="Helvetica Neue"/>
              </a:defRPr>
            </a:lvl6pPr>
            <a:lvl7pPr algn="r">
              <a:buNone/>
              <a:defRPr sz="1350" b="1">
                <a:solidFill>
                  <a:srgbClr val="2F6BFF"/>
                </a:solidFill>
                <a:latin typeface="Helvetica Neue"/>
                <a:ea typeface="Helvetica Neue"/>
                <a:cs typeface="Helvetica Neue"/>
              </a:defRPr>
            </a:lvl7pPr>
            <a:lvl8pPr algn="r">
              <a:buNone/>
              <a:defRPr sz="1350" b="1">
                <a:solidFill>
                  <a:srgbClr val="2F6BFF"/>
                </a:solidFill>
                <a:latin typeface="Helvetica Neue"/>
                <a:ea typeface="Helvetica Neue"/>
                <a:cs typeface="Helvetica Neue"/>
              </a:defRPr>
            </a:lvl8pPr>
            <a:lvl9pPr algn="r">
              <a:buNone/>
              <a:defRPr sz="1350" b="1">
                <a:solidFill>
                  <a:srgbClr val="2F6BFF"/>
                </a:solidFill>
                <a:latin typeface="Helvetica Neue"/>
                <a:ea typeface="Helvetica Neue"/>
                <a:cs typeface="Helvetica Neue"/>
              </a:defRPr>
            </a:lvl9pPr>
          </a:lstStyle>
          <a:p>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04</a:t>
            </a:r>
            <a:endParaRPr sz="1350" b="1">
              <a:solidFill>
                <a:srgbClr val="2F6BFF"/>
              </a:solidFill>
              <a:latin typeface="Helvetica Neue"/>
              <a:ea typeface="Helvetica Neue"/>
              <a:cs typeface="Helvetica Neue"/>
            </a:endParaRPr>
          </a:p>
        </p:txBody>
      </p:sp>
      <p:sp>
        <p:nvSpPr>
          <p:cNvPr id="3" name="矩形 2"/>
          <p:cNvSpPr>
            <a:spLocks noGrp="1"/>
          </p:cNvSpPr>
          <p:nvPr/>
        </p:nvSpPr>
        <p:spPr>
          <a:xfrm>
            <a:off x="609600" y="952500"/>
            <a:ext cx="11010900" cy="38100"/>
          </a:xfrm>
          <a:prstGeom prst="rect">
            <a:avLst/>
          </a:prstGeom>
          <a:solidFill>
            <a:srgbClr val="2F6BFF"/>
          </a:solidFill>
          <a:ln w="0">
            <a:noFill/>
          </a:ln>
        </p:spPr>
      </p:sp>
      <p:sp>
        <p:nvSpPr>
          <p:cNvPr id="4" name="矩形 3"/>
          <p:cNvSpPr>
            <a:spLocks noGrp="1"/>
          </p:cNvSpPr>
          <p:nvPr/>
        </p:nvSpPr>
        <p:spPr>
          <a:xfrm>
            <a:off x="609600" y="6496050"/>
            <a:ext cx="5334000" cy="209550"/>
          </a:xfrm>
          <a:prstGeom prst="rect">
            <a:avLst/>
          </a:prstGeom>
          <a:noFill/>
          <a:ln w="0">
            <a:noFill/>
          </a:ln>
        </p:spPr>
        <p:txBody>
          <a:bodyPr anchor="ctr">
            <a:noAutofit/>
          </a:bodyPr>
          <a:lstStyle>
            <a:defPPr algn="l">
              <a:defRPr sz="900" b="0">
                <a:solidFill>
                  <a:srgbClr val="627D98"/>
                </a:solidFill>
                <a:latin typeface="Helvetica Neue"/>
                <a:ea typeface="Helvetica Neue"/>
                <a:cs typeface="Helvetica Neue"/>
              </a:defRPr>
            </a:defPPr>
            <a:lvl1pPr algn="l">
              <a:buNone/>
              <a:defRPr sz="900" b="0">
                <a:solidFill>
                  <a:srgbClr val="627D98"/>
                </a:solidFill>
                <a:latin typeface="Helvetica Neue"/>
                <a:ea typeface="Helvetica Neue"/>
                <a:cs typeface="Helvetica Neue"/>
              </a:defRPr>
            </a:lvl1pPr>
            <a:lvl2pPr algn="l">
              <a:buNone/>
              <a:defRPr sz="900" b="0">
                <a:solidFill>
                  <a:srgbClr val="627D98"/>
                </a:solidFill>
                <a:latin typeface="Helvetica Neue"/>
                <a:ea typeface="Helvetica Neue"/>
                <a:cs typeface="Helvetica Neue"/>
              </a:defRPr>
            </a:lvl2pPr>
            <a:lvl3pPr algn="l">
              <a:buNone/>
              <a:defRPr sz="900" b="0">
                <a:solidFill>
                  <a:srgbClr val="627D98"/>
                </a:solidFill>
                <a:latin typeface="Helvetica Neue"/>
                <a:ea typeface="Helvetica Neue"/>
                <a:cs typeface="Helvetica Neue"/>
              </a:defRPr>
            </a:lvl3pPr>
            <a:lvl4pPr algn="l">
              <a:buNone/>
              <a:defRPr sz="900" b="0">
                <a:solidFill>
                  <a:srgbClr val="627D98"/>
                </a:solidFill>
                <a:latin typeface="Helvetica Neue"/>
                <a:ea typeface="Helvetica Neue"/>
                <a:cs typeface="Helvetica Neue"/>
              </a:defRPr>
            </a:lvl4pPr>
            <a:lvl5pPr algn="l">
              <a:buNone/>
              <a:defRPr sz="900" b="0">
                <a:solidFill>
                  <a:srgbClr val="627D98"/>
                </a:solidFill>
                <a:latin typeface="Helvetica Neue"/>
                <a:ea typeface="Helvetica Neue"/>
                <a:cs typeface="Helvetica Neue"/>
              </a:defRPr>
            </a:lvl5pPr>
            <a:lvl6pPr algn="l">
              <a:buNone/>
              <a:defRPr sz="900" b="0">
                <a:solidFill>
                  <a:srgbClr val="627D98"/>
                </a:solidFill>
                <a:latin typeface="Helvetica Neue"/>
                <a:ea typeface="Helvetica Neue"/>
                <a:cs typeface="Helvetica Neue"/>
              </a:defRPr>
            </a:lvl6pPr>
            <a:lvl7pPr algn="l">
              <a:buNone/>
              <a:defRPr sz="900" b="0">
                <a:solidFill>
                  <a:srgbClr val="627D98"/>
                </a:solidFill>
                <a:latin typeface="Helvetica Neue"/>
                <a:ea typeface="Helvetica Neue"/>
                <a:cs typeface="Helvetica Neue"/>
              </a:defRPr>
            </a:lvl7pPr>
            <a:lvl8pPr algn="l">
              <a:buNone/>
              <a:defRPr sz="900" b="0">
                <a:solidFill>
                  <a:srgbClr val="627D98"/>
                </a:solidFill>
                <a:latin typeface="Helvetica Neue"/>
                <a:ea typeface="Helvetica Neue"/>
                <a:cs typeface="Helvetica Neue"/>
              </a:defRPr>
            </a:lvl8pPr>
            <a:lvl9pPr algn="l">
              <a:buNone/>
              <a:defRPr sz="900" b="0">
                <a:solidFill>
                  <a:srgbClr val="627D98"/>
                </a:solidFill>
                <a:latin typeface="Helvetica Neue"/>
                <a:ea typeface="Helvetica Neue"/>
                <a:cs typeface="Helvetica Neue"/>
              </a:defRPr>
            </a:lvl9pPr>
          </a:lstStyle>
          <a:p>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endParaRPr sz="900" b="0">
              <a:solidFill>
                <a:srgbClr val="627D98"/>
              </a:solidFill>
              <a:latin typeface="Helvetica Neue"/>
              <a:ea typeface="Helvetica Neue"/>
              <a:cs typeface="Helvetica Neue"/>
            </a:endParaRPr>
          </a:p>
        </p:txBody>
      </p:sp>
      <p:sp>
        <p:nvSpPr>
          <p:cNvPr id="5" name="矩形 4"/>
          <p:cNvSpPr>
            <a:spLocks noGrp="1"/>
          </p:cNvSpPr>
          <p:nvPr/>
        </p:nvSpPr>
        <p:spPr>
          <a:xfrm>
            <a:off x="10191750" y="6496050"/>
            <a:ext cx="1428750" cy="209550"/>
          </a:xfrm>
          <a:prstGeom prst="rect">
            <a:avLst/>
          </a:prstGeom>
          <a:noFill/>
          <a:ln w="0">
            <a:noFill/>
          </a:ln>
        </p:spPr>
        <p:txBody>
          <a:bodyPr anchor="ctr">
            <a:noAutofit/>
          </a:bodyPr>
          <a:lstStyle>
            <a:defPPr algn="r">
              <a:defRPr sz="900" b="0">
                <a:solidFill>
                  <a:srgbClr val="627D98"/>
                </a:solidFill>
                <a:latin typeface="Helvetica Neue"/>
                <a:ea typeface="Helvetica Neue"/>
                <a:cs typeface="Helvetica Neue"/>
              </a:defRPr>
            </a:defPPr>
            <a:lvl1pPr algn="r">
              <a:buNone/>
              <a:defRPr sz="900" b="0">
                <a:solidFill>
                  <a:srgbClr val="627D98"/>
                </a:solidFill>
                <a:latin typeface="Helvetica Neue"/>
                <a:ea typeface="Helvetica Neue"/>
                <a:cs typeface="Helvetica Neue"/>
              </a:defRPr>
            </a:lvl1pPr>
            <a:lvl2pPr algn="r">
              <a:buNone/>
              <a:defRPr sz="900" b="0">
                <a:solidFill>
                  <a:srgbClr val="627D98"/>
                </a:solidFill>
                <a:latin typeface="Helvetica Neue"/>
                <a:ea typeface="Helvetica Neue"/>
                <a:cs typeface="Helvetica Neue"/>
              </a:defRPr>
            </a:lvl2pPr>
            <a:lvl3pPr algn="r">
              <a:buNone/>
              <a:defRPr sz="900" b="0">
                <a:solidFill>
                  <a:srgbClr val="627D98"/>
                </a:solidFill>
                <a:latin typeface="Helvetica Neue"/>
                <a:ea typeface="Helvetica Neue"/>
                <a:cs typeface="Helvetica Neue"/>
              </a:defRPr>
            </a:lvl3pPr>
            <a:lvl4pPr algn="r">
              <a:buNone/>
              <a:defRPr sz="900" b="0">
                <a:solidFill>
                  <a:srgbClr val="627D98"/>
                </a:solidFill>
                <a:latin typeface="Helvetica Neue"/>
                <a:ea typeface="Helvetica Neue"/>
                <a:cs typeface="Helvetica Neue"/>
              </a:defRPr>
            </a:lvl4pPr>
            <a:lvl5pPr algn="r">
              <a:buNone/>
              <a:defRPr sz="900" b="0">
                <a:solidFill>
                  <a:srgbClr val="627D98"/>
                </a:solidFill>
                <a:latin typeface="Helvetica Neue"/>
                <a:ea typeface="Helvetica Neue"/>
                <a:cs typeface="Helvetica Neue"/>
              </a:defRPr>
            </a:lvl5pPr>
            <a:lvl6pPr algn="r">
              <a:buNone/>
              <a:defRPr sz="900" b="0">
                <a:solidFill>
                  <a:srgbClr val="627D98"/>
                </a:solidFill>
                <a:latin typeface="Helvetica Neue"/>
                <a:ea typeface="Helvetica Neue"/>
                <a:cs typeface="Helvetica Neue"/>
              </a:defRPr>
            </a:lvl6pPr>
            <a:lvl7pPr algn="r">
              <a:buNone/>
              <a:defRPr sz="900" b="0">
                <a:solidFill>
                  <a:srgbClr val="627D98"/>
                </a:solidFill>
                <a:latin typeface="Helvetica Neue"/>
                <a:ea typeface="Helvetica Neue"/>
                <a:cs typeface="Helvetica Neue"/>
              </a:defRPr>
            </a:lvl7pPr>
            <a:lvl8pPr algn="r">
              <a:buNone/>
              <a:defRPr sz="900" b="0">
                <a:solidFill>
                  <a:srgbClr val="627D98"/>
                </a:solidFill>
                <a:latin typeface="Helvetica Neue"/>
                <a:ea typeface="Helvetica Neue"/>
                <a:cs typeface="Helvetica Neue"/>
              </a:defRPr>
            </a:lvl8pPr>
            <a:lvl9pPr algn="r">
              <a:buNone/>
              <a:defRPr sz="900" b="0">
                <a:solidFill>
                  <a:srgbClr val="627D98"/>
                </a:solidFill>
                <a:latin typeface="Helvetica Neue"/>
                <a:ea typeface="Helvetica Neue"/>
                <a:cs typeface="Helvetica Neue"/>
              </a:defRPr>
            </a:lvl9pPr>
          </a:lstStyle>
          <a:p>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4/11</a:t>
            </a:r>
            <a:endParaRPr sz="900" b="0">
              <a:solidFill>
                <a:srgbClr val="627D98"/>
              </a:solidFill>
              <a:latin typeface="Helvetica Neue"/>
              <a:ea typeface="Helvetica Neue"/>
              <a:cs typeface="Helvetica Neue"/>
            </a:endParaRPr>
          </a:p>
        </p:txBody>
      </p:sp>
      <p:sp>
        <p:nvSpPr>
          <p:cNvPr id="6" name="圆角矩形 5"/>
          <p:cNvSpPr>
            <a:spLocks noGrp="1"/>
          </p:cNvSpPr>
          <p:nvPr/>
        </p:nvSpPr>
        <p:spPr>
          <a:xfrm>
            <a:off x="666750" y="1666875"/>
            <a:ext cx="2619375" cy="1238250"/>
          </a:xfrm>
          <a:prstGeom prst="roundRect">
            <a:avLst>
              <a:gd name="adj" fmla="val 6154"/>
            </a:avLst>
          </a:prstGeom>
          <a:solidFill>
            <a:srgbClr val="F4F7FB"/>
          </a:solidFill>
          <a:ln w="19050">
            <a:solidFill>
              <a:srgbClr val="102A43"/>
            </a:solidFill>
          </a:ln>
        </p:spPr>
      </p:sp>
      <p:sp>
        <p:nvSpPr>
          <p:cNvPr id="7" name="矩形 6"/>
          <p:cNvSpPr>
            <a:spLocks noGrp="1"/>
          </p:cNvSpPr>
          <p:nvPr/>
        </p:nvSpPr>
        <p:spPr>
          <a:xfrm>
            <a:off x="838200" y="1781175"/>
            <a:ext cx="2276475" cy="323850"/>
          </a:xfrm>
          <a:prstGeom prst="rect">
            <a:avLst/>
          </a:prstGeom>
          <a:noFill/>
          <a:ln w="0">
            <a:noFill/>
          </a:ln>
        </p:spPr>
        <p:txBody>
          <a:bodyPr anchor="ctr">
            <a:noAutofit/>
          </a:bodyPr>
          <a:lstStyle>
            <a:defPPr algn="l">
              <a:defRPr sz="1650" b="1">
                <a:solidFill>
                  <a:srgbClr val="102A43"/>
                </a:solidFill>
                <a:latin typeface="Helvetica Neue"/>
                <a:ea typeface="Helvetica Neue"/>
                <a:cs typeface="Helvetica Neue"/>
              </a:defRPr>
            </a:defPPr>
            <a:lvl1pPr algn="l">
              <a:buNone/>
              <a:defRPr sz="1650" b="1">
                <a:solidFill>
                  <a:srgbClr val="102A43"/>
                </a:solidFill>
                <a:latin typeface="Helvetica Neue"/>
                <a:ea typeface="Helvetica Neue"/>
                <a:cs typeface="Helvetica Neue"/>
              </a:defRPr>
            </a:lvl1pPr>
            <a:lvl2pPr algn="l">
              <a:buNone/>
              <a:defRPr sz="1650" b="1">
                <a:solidFill>
                  <a:srgbClr val="102A43"/>
                </a:solidFill>
                <a:latin typeface="Helvetica Neue"/>
                <a:ea typeface="Helvetica Neue"/>
                <a:cs typeface="Helvetica Neue"/>
              </a:defRPr>
            </a:lvl2pPr>
            <a:lvl3pPr algn="l">
              <a:buNone/>
              <a:defRPr sz="1650" b="1">
                <a:solidFill>
                  <a:srgbClr val="102A43"/>
                </a:solidFill>
                <a:latin typeface="Helvetica Neue"/>
                <a:ea typeface="Helvetica Neue"/>
                <a:cs typeface="Helvetica Neue"/>
              </a:defRPr>
            </a:lvl3pPr>
            <a:lvl4pPr algn="l">
              <a:buNone/>
              <a:defRPr sz="1650" b="1">
                <a:solidFill>
                  <a:srgbClr val="102A43"/>
                </a:solidFill>
                <a:latin typeface="Helvetica Neue"/>
                <a:ea typeface="Helvetica Neue"/>
                <a:cs typeface="Helvetica Neue"/>
              </a:defRPr>
            </a:lvl4pPr>
            <a:lvl5pPr algn="l">
              <a:buNone/>
              <a:defRPr sz="1650" b="1">
                <a:solidFill>
                  <a:srgbClr val="102A43"/>
                </a:solidFill>
                <a:latin typeface="Helvetica Neue"/>
                <a:ea typeface="Helvetica Neue"/>
                <a:cs typeface="Helvetica Neue"/>
              </a:defRPr>
            </a:lvl5pPr>
            <a:lvl6pPr algn="l">
              <a:buNone/>
              <a:defRPr sz="1650" b="1">
                <a:solidFill>
                  <a:srgbClr val="102A43"/>
                </a:solidFill>
                <a:latin typeface="Helvetica Neue"/>
                <a:ea typeface="Helvetica Neue"/>
                <a:cs typeface="Helvetica Neue"/>
              </a:defRPr>
            </a:lvl6pPr>
            <a:lvl7pPr algn="l">
              <a:buNone/>
              <a:defRPr sz="1650" b="1">
                <a:solidFill>
                  <a:srgbClr val="102A43"/>
                </a:solidFill>
                <a:latin typeface="Helvetica Neue"/>
                <a:ea typeface="Helvetica Neue"/>
                <a:cs typeface="Helvetica Neue"/>
              </a:defRPr>
            </a:lvl7pPr>
            <a:lvl8pPr algn="l">
              <a:buNone/>
              <a:defRPr sz="1650" b="1">
                <a:solidFill>
                  <a:srgbClr val="102A43"/>
                </a:solidFill>
                <a:latin typeface="Helvetica Neue"/>
                <a:ea typeface="Helvetica Neue"/>
                <a:cs typeface="Helvetica Neue"/>
              </a:defRPr>
            </a:lvl8pPr>
            <a:lvl9pPr algn="l">
              <a:buNone/>
              <a:defRPr sz="1650" b="1">
                <a:solidFill>
                  <a:srgbClr val="102A43"/>
                </a:solidFill>
                <a:latin typeface="Helvetica Neue"/>
                <a:ea typeface="Helvetica Neue"/>
                <a:cs typeface="Helvetica Neue"/>
              </a:defRPr>
            </a:lvl9pPr>
          </a:lstStyle>
          <a:p>
            <a:pPr algn="l">
              <a:buNone/>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Generated talking face</a:t>
            </a:r>
            <a:endParaRPr sz="1650" b="1">
              <a:solidFill>
                <a:srgbClr val="102A43"/>
              </a:solidFill>
              <a:latin typeface="Helvetica Neue"/>
              <a:ea typeface="Helvetica Neue"/>
              <a:cs typeface="Helvetica Neue"/>
            </a:endParaRPr>
          </a:p>
        </p:txBody>
      </p:sp>
      <p:sp>
        <p:nvSpPr>
          <p:cNvPr id="8" name="矩形 7"/>
          <p:cNvSpPr>
            <a:spLocks noGrp="1"/>
          </p:cNvSpPr>
          <p:nvPr/>
        </p:nvSpPr>
        <p:spPr>
          <a:xfrm>
            <a:off x="838200" y="2162175"/>
            <a:ext cx="2276475" cy="628650"/>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650" b="0">
                <a:solidFill>
                  <a:srgbClr val="243B53"/>
                </a:solidFill>
                <a:latin typeface="Helvetica Neue"/>
                <a:ea typeface="Helvetica Neue"/>
                <a:cs typeface="Helvetica Neue"/>
              </a:rPr>
              <a:t>AI-generated talking face</a:t>
            </a:r>
          </a:p>
        </p:txBody>
      </p:sp>
      <p:sp>
        <p:nvSpPr>
          <p:cNvPr id="9" name="圆角矩形 8"/>
          <p:cNvSpPr>
            <a:spLocks noGrp="1"/>
          </p:cNvSpPr>
          <p:nvPr/>
        </p:nvSpPr>
        <p:spPr>
          <a:xfrm>
            <a:off x="4810125" y="1666875"/>
            <a:ext cx="2619375" cy="1238250"/>
          </a:xfrm>
          <a:prstGeom prst="roundRect">
            <a:avLst>
              <a:gd name="adj" fmla="val 6154"/>
            </a:avLst>
          </a:prstGeom>
          <a:solidFill>
            <a:srgbClr val="FFF2E2"/>
          </a:solidFill>
          <a:ln w="19050">
            <a:solidFill>
              <a:srgbClr val="E67E22"/>
            </a:solidFill>
          </a:ln>
        </p:spPr>
      </p:sp>
      <p:sp>
        <p:nvSpPr>
          <p:cNvPr id="10" name="矩形 9"/>
          <p:cNvSpPr>
            <a:spLocks noGrp="1"/>
          </p:cNvSpPr>
          <p:nvPr/>
        </p:nvSpPr>
        <p:spPr>
          <a:xfrm>
            <a:off x="4981575" y="1781175"/>
            <a:ext cx="2276475" cy="323850"/>
          </a:xfrm>
          <a:prstGeom prst="rect">
            <a:avLst/>
          </a:prstGeom>
          <a:noFill/>
          <a:ln w="0">
            <a:noFill/>
          </a:ln>
        </p:spPr>
        <p:txBody>
          <a:bodyPr anchor="ctr">
            <a:noAutofit/>
          </a:bodyPr>
          <a:lstStyle>
            <a:defPPr algn="l">
              <a:defRPr sz="1650" b="1">
                <a:solidFill>
                  <a:srgbClr val="E67E22"/>
                </a:solidFill>
                <a:latin typeface="Helvetica Neue"/>
                <a:ea typeface="Helvetica Neue"/>
                <a:cs typeface="Helvetica Neue"/>
              </a:defRPr>
            </a:defPPr>
            <a:lvl1pPr algn="l">
              <a:buNone/>
              <a:defRPr sz="1650" b="1">
                <a:solidFill>
                  <a:srgbClr val="E67E22"/>
                </a:solidFill>
                <a:latin typeface="Helvetica Neue"/>
                <a:ea typeface="Helvetica Neue"/>
                <a:cs typeface="Helvetica Neue"/>
              </a:defRPr>
            </a:lvl1pPr>
            <a:lvl2pPr algn="l">
              <a:buNone/>
              <a:defRPr sz="1650" b="1">
                <a:solidFill>
                  <a:srgbClr val="E67E22"/>
                </a:solidFill>
                <a:latin typeface="Helvetica Neue"/>
                <a:ea typeface="Helvetica Neue"/>
                <a:cs typeface="Helvetica Neue"/>
              </a:defRPr>
            </a:lvl2pPr>
            <a:lvl3pPr algn="l">
              <a:buNone/>
              <a:defRPr sz="1650" b="1">
                <a:solidFill>
                  <a:srgbClr val="E67E22"/>
                </a:solidFill>
                <a:latin typeface="Helvetica Neue"/>
                <a:ea typeface="Helvetica Neue"/>
                <a:cs typeface="Helvetica Neue"/>
              </a:defRPr>
            </a:lvl3pPr>
            <a:lvl4pPr algn="l">
              <a:buNone/>
              <a:defRPr sz="1650" b="1">
                <a:solidFill>
                  <a:srgbClr val="E67E22"/>
                </a:solidFill>
                <a:latin typeface="Helvetica Neue"/>
                <a:ea typeface="Helvetica Neue"/>
                <a:cs typeface="Helvetica Neue"/>
              </a:defRPr>
            </a:lvl4pPr>
            <a:lvl5pPr algn="l">
              <a:buNone/>
              <a:defRPr sz="1650" b="1">
                <a:solidFill>
                  <a:srgbClr val="E67E22"/>
                </a:solidFill>
                <a:latin typeface="Helvetica Neue"/>
                <a:ea typeface="Helvetica Neue"/>
                <a:cs typeface="Helvetica Neue"/>
              </a:defRPr>
            </a:lvl5pPr>
            <a:lvl6pPr algn="l">
              <a:buNone/>
              <a:defRPr sz="1650" b="1">
                <a:solidFill>
                  <a:srgbClr val="E67E22"/>
                </a:solidFill>
                <a:latin typeface="Helvetica Neue"/>
                <a:ea typeface="Helvetica Neue"/>
                <a:cs typeface="Helvetica Neue"/>
              </a:defRPr>
            </a:lvl6pPr>
            <a:lvl7pPr algn="l">
              <a:buNone/>
              <a:defRPr sz="1650" b="1">
                <a:solidFill>
                  <a:srgbClr val="E67E22"/>
                </a:solidFill>
                <a:latin typeface="Helvetica Neue"/>
                <a:ea typeface="Helvetica Neue"/>
                <a:cs typeface="Helvetica Neue"/>
              </a:defRPr>
            </a:lvl7pPr>
            <a:lvl8pPr algn="l">
              <a:buNone/>
              <a:defRPr sz="1650" b="1">
                <a:solidFill>
                  <a:srgbClr val="E67E22"/>
                </a:solidFill>
                <a:latin typeface="Helvetica Neue"/>
                <a:ea typeface="Helvetica Neue"/>
                <a:cs typeface="Helvetica Neue"/>
              </a:defRPr>
            </a:lvl8pPr>
            <a:lvl9pPr algn="l">
              <a:buNone/>
              <a:defRPr sz="1650" b="1">
                <a:solidFill>
                  <a:srgbClr val="E67E22"/>
                </a:solidFill>
                <a:latin typeface="Helvetica Neue"/>
                <a:ea typeface="Helvetica Neue"/>
                <a:cs typeface="Helvetica Neue"/>
              </a:defRPr>
            </a:lvl9pPr>
          </a:lstStyle>
          <a:p>
            <a:pPr algn="l">
              <a:buNone/>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Periodic colour change</a:t>
            </a:r>
            <a:endParaRPr sz="1650" b="1">
              <a:solidFill>
                <a:srgbClr val="E67E22"/>
              </a:solidFill>
              <a:latin typeface="Helvetica Neue"/>
              <a:ea typeface="Helvetica Neue"/>
              <a:cs typeface="Helvetica Neue"/>
            </a:endParaRPr>
          </a:p>
        </p:txBody>
      </p:sp>
      <p:sp>
        <p:nvSpPr>
          <p:cNvPr id="11" name="矩形 10"/>
          <p:cNvSpPr>
            <a:spLocks noGrp="1"/>
          </p:cNvSpPr>
          <p:nvPr/>
        </p:nvSpPr>
        <p:spPr>
          <a:xfrm>
            <a:off x="4981575" y="2162175"/>
            <a:ext cx="2276475" cy="628650"/>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575" b="0">
                <a:solidFill>
                  <a:srgbClr val="243B53"/>
                </a:solidFill>
                <a:latin typeface="Helvetica Neue"/>
                <a:ea typeface="Helvetica Neue"/>
                <a:cs typeface="Helvetica Neue"/>
              </a:rPr>
              <a:t>72 changes per minute</a:t>
            </a:r>
          </a:p>
          <a:p>
            <a:pPr algn="l">
              <a:buNone/>
              <a:defRPr sz="1275" b="0">
                <a:solidFill>
                  <a:srgbClr val="243B53"/>
                </a:solidFill>
                <a:latin typeface="Helvetica Neue"/>
                <a:ea typeface="Helvetica Neue"/>
                <a:cs typeface="Helvetica Neue"/>
              </a:defRPr>
            </a:pPr>
            <a:r>
              <a:rPr sz="1575" b="0">
                <a:solidFill>
                  <a:srgbClr val="243B53"/>
                </a:solidFill>
                <a:latin typeface="Helvetica Neue"/>
                <a:ea typeface="Helvetica Neue"/>
                <a:cs typeface="Helvetica Neue"/>
              </a:rPr>
              <a:t>1.2 Hz, amplitude A=1</a:t>
            </a:r>
          </a:p>
        </p:txBody>
      </p:sp>
      <p:sp>
        <p:nvSpPr>
          <p:cNvPr id="12" name="圆角矩形 11"/>
          <p:cNvSpPr>
            <a:spLocks noGrp="1"/>
          </p:cNvSpPr>
          <p:nvPr/>
        </p:nvSpPr>
        <p:spPr>
          <a:xfrm>
            <a:off x="8905875" y="1666875"/>
            <a:ext cx="2619375" cy="1238250"/>
          </a:xfrm>
          <a:prstGeom prst="roundRect">
            <a:avLst>
              <a:gd name="adj" fmla="val 6154"/>
            </a:avLst>
          </a:prstGeom>
          <a:solidFill>
            <a:srgbClr val="EAF1FF"/>
          </a:solidFill>
          <a:ln w="19050">
            <a:solidFill>
              <a:srgbClr val="2F6BFF"/>
            </a:solidFill>
          </a:ln>
        </p:spPr>
      </p:sp>
      <p:sp>
        <p:nvSpPr>
          <p:cNvPr id="13" name="矩形 12"/>
          <p:cNvSpPr>
            <a:spLocks noGrp="1"/>
          </p:cNvSpPr>
          <p:nvPr/>
        </p:nvSpPr>
        <p:spPr>
          <a:xfrm>
            <a:off x="9077325" y="1781175"/>
            <a:ext cx="2276475" cy="323850"/>
          </a:xfrm>
          <a:prstGeom prst="rect">
            <a:avLst/>
          </a:prstGeom>
          <a:noFill/>
          <a:ln w="0">
            <a:noFill/>
          </a:ln>
        </p:spPr>
        <p:txBody>
          <a:bodyPr anchor="ctr">
            <a:noAutofit/>
          </a:bodyPr>
          <a:lstStyle>
            <a:defPPr algn="l">
              <a:defRPr sz="1650" b="1">
                <a:solidFill>
                  <a:srgbClr val="2F6BFF"/>
                </a:solidFill>
                <a:latin typeface="Helvetica Neue"/>
                <a:ea typeface="Helvetica Neue"/>
                <a:cs typeface="Helvetica Neue"/>
              </a:defRPr>
            </a:defPPr>
            <a:lvl1pPr algn="l">
              <a:buNone/>
              <a:defRPr sz="1650" b="1">
                <a:solidFill>
                  <a:srgbClr val="2F6BFF"/>
                </a:solidFill>
                <a:latin typeface="Helvetica Neue"/>
                <a:ea typeface="Helvetica Neue"/>
                <a:cs typeface="Helvetica Neue"/>
              </a:defRPr>
            </a:lvl1pPr>
            <a:lvl2pPr algn="l">
              <a:buNone/>
              <a:defRPr sz="1650" b="1">
                <a:solidFill>
                  <a:srgbClr val="2F6BFF"/>
                </a:solidFill>
                <a:latin typeface="Helvetica Neue"/>
                <a:ea typeface="Helvetica Neue"/>
                <a:cs typeface="Helvetica Neue"/>
              </a:defRPr>
            </a:lvl2pPr>
            <a:lvl3pPr algn="l">
              <a:buNone/>
              <a:defRPr sz="1650" b="1">
                <a:solidFill>
                  <a:srgbClr val="2F6BFF"/>
                </a:solidFill>
                <a:latin typeface="Helvetica Neue"/>
                <a:ea typeface="Helvetica Neue"/>
                <a:cs typeface="Helvetica Neue"/>
              </a:defRPr>
            </a:lvl3pPr>
            <a:lvl4pPr algn="l">
              <a:buNone/>
              <a:defRPr sz="1650" b="1">
                <a:solidFill>
                  <a:srgbClr val="2F6BFF"/>
                </a:solidFill>
                <a:latin typeface="Helvetica Neue"/>
                <a:ea typeface="Helvetica Neue"/>
                <a:cs typeface="Helvetica Neue"/>
              </a:defRPr>
            </a:lvl4pPr>
            <a:lvl5pPr algn="l">
              <a:buNone/>
              <a:defRPr sz="1650" b="1">
                <a:solidFill>
                  <a:srgbClr val="2F6BFF"/>
                </a:solidFill>
                <a:latin typeface="Helvetica Neue"/>
                <a:ea typeface="Helvetica Neue"/>
                <a:cs typeface="Helvetica Neue"/>
              </a:defRPr>
            </a:lvl5pPr>
            <a:lvl6pPr algn="l">
              <a:buNone/>
              <a:defRPr sz="1650" b="1">
                <a:solidFill>
                  <a:srgbClr val="2F6BFF"/>
                </a:solidFill>
                <a:latin typeface="Helvetica Neue"/>
                <a:ea typeface="Helvetica Neue"/>
                <a:cs typeface="Helvetica Neue"/>
              </a:defRPr>
            </a:lvl6pPr>
            <a:lvl7pPr algn="l">
              <a:buNone/>
              <a:defRPr sz="1650" b="1">
                <a:solidFill>
                  <a:srgbClr val="2F6BFF"/>
                </a:solidFill>
                <a:latin typeface="Helvetica Neue"/>
                <a:ea typeface="Helvetica Neue"/>
                <a:cs typeface="Helvetica Neue"/>
              </a:defRPr>
            </a:lvl7pPr>
            <a:lvl8pPr algn="l">
              <a:buNone/>
              <a:defRPr sz="1650" b="1">
                <a:solidFill>
                  <a:srgbClr val="2F6BFF"/>
                </a:solidFill>
                <a:latin typeface="Helvetica Neue"/>
                <a:ea typeface="Helvetica Neue"/>
                <a:cs typeface="Helvetica Neue"/>
              </a:defRPr>
            </a:lvl8pPr>
            <a:lvl9pPr algn="l">
              <a:buNone/>
              <a:defRPr sz="1650" b="1">
                <a:solidFill>
                  <a:srgbClr val="2F6BFF"/>
                </a:solidFill>
                <a:latin typeface="Helvetica Neue"/>
                <a:ea typeface="Helvetica Neue"/>
                <a:cs typeface="Helvetica Neue"/>
              </a:defRPr>
            </a:lvl9pPr>
          </a:lstStyle>
          <a:p>
            <a:pPr algn="l">
              <a:buNone/>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rPPG detector</a:t>
            </a:r>
            <a:endParaRPr sz="1650" b="1">
              <a:solidFill>
                <a:srgbClr val="2F6BFF"/>
              </a:solidFill>
              <a:latin typeface="Helvetica Neue"/>
              <a:ea typeface="Helvetica Neue"/>
              <a:cs typeface="Helvetica Neue"/>
            </a:endParaRPr>
          </a:p>
        </p:txBody>
      </p:sp>
      <p:sp>
        <p:nvSpPr>
          <p:cNvPr id="14" name="矩形 13"/>
          <p:cNvSpPr>
            <a:spLocks noGrp="1"/>
          </p:cNvSpPr>
          <p:nvPr/>
        </p:nvSpPr>
        <p:spPr>
          <a:xfrm>
            <a:off x="9077325" y="2162175"/>
            <a:ext cx="2276475" cy="628650"/>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575" b="0">
                <a:solidFill>
                  <a:srgbClr val="243B53"/>
                </a:solidFill>
                <a:latin typeface="Helvetica Neue"/>
                <a:ea typeface="Helvetica Neue"/>
                <a:cs typeface="Helvetica Neue"/>
              </a:rPr>
              <a:t>Goal: imitate a pulse</a:t>
            </a:r>
          </a:p>
          <a:p>
            <a:pPr algn="l">
              <a:buNone/>
              <a:defRPr sz="1275" b="0">
                <a:solidFill>
                  <a:srgbClr val="243B53"/>
                </a:solidFill>
                <a:latin typeface="Helvetica Neue"/>
                <a:ea typeface="Helvetica Neue"/>
                <a:cs typeface="Helvetica Neue"/>
              </a:defRPr>
            </a:pPr>
            <a:r>
              <a:rPr sz="1575" b="0">
                <a:solidFill>
                  <a:srgbClr val="243B53"/>
                </a:solidFill>
                <a:latin typeface="Helvetica Neue"/>
                <a:ea typeface="Helvetica Neue"/>
                <a:cs typeface="Helvetica Neue"/>
              </a:rPr>
              <a:t>to fool an rPPG detector</a:t>
            </a:r>
          </a:p>
        </p:txBody>
      </p:sp>
      <p:sp>
        <p:nvSpPr>
          <p:cNvPr id="15" name="直接连接符 14"/>
          <p:cNvSpPr>
            <a:spLocks noGrp="1"/>
          </p:cNvSpPr>
          <p:nvPr/>
        </p:nvSpPr>
        <p:spPr>
          <a:xfrm>
            <a:off x="3286125" y="2286000"/>
            <a:ext cx="1524000" cy="0"/>
          </a:xfrm>
          <a:prstGeom prst="line">
            <a:avLst/>
          </a:prstGeom>
          <a:noFill/>
          <a:ln w="19050">
            <a:solidFill>
              <a:srgbClr val="E67E22"/>
            </a:solidFill>
          </a:ln>
        </p:spPr>
      </p:sp>
      <p:sp>
        <p:nvSpPr>
          <p:cNvPr id="16" name="直接连接符 15"/>
          <p:cNvSpPr>
            <a:spLocks noGrp="1"/>
          </p:cNvSpPr>
          <p:nvPr/>
        </p:nvSpPr>
        <p:spPr>
          <a:xfrm>
            <a:off x="7429500" y="2286000"/>
            <a:ext cx="1476375" cy="0"/>
          </a:xfrm>
          <a:prstGeom prst="line">
            <a:avLst/>
          </a:prstGeom>
          <a:noFill/>
          <a:ln w="19050">
            <a:solidFill>
              <a:srgbClr val="2F6BFF"/>
            </a:solidFill>
          </a:ln>
        </p:spPr>
      </p:sp>
      <p:sp>
        <p:nvSpPr>
          <p:cNvPr id="17" name="矩形 16"/>
          <p:cNvSpPr>
            <a:spLocks noGrp="1"/>
          </p:cNvSpPr>
          <p:nvPr/>
        </p:nvSpPr>
        <p:spPr>
          <a:xfrm>
            <a:off x="1666875" y="3714750"/>
            <a:ext cx="8858250" cy="38100"/>
          </a:xfrm>
          <a:prstGeom prst="rect">
            <a:avLst/>
          </a:prstGeom>
          <a:solidFill>
            <a:srgbClr val="159E9C"/>
          </a:solidFill>
          <a:ln w="0">
            <a:noFill/>
          </a:ln>
        </p:spPr>
      </p:sp>
      <p:sp>
        <p:nvSpPr>
          <p:cNvPr id="18" name="矩形 17"/>
          <p:cNvSpPr>
            <a:spLocks noGrp="1"/>
          </p:cNvSpPr>
          <p:nvPr/>
        </p:nvSpPr>
        <p:spPr>
          <a:xfrm>
            <a:off x="666750" y="4048125"/>
            <a:ext cx="2619375" cy="381000"/>
          </a:xfrm>
          <a:prstGeom prst="rect">
            <a:avLst/>
          </a:prstGeom>
          <a:noFill/>
          <a:ln w="0">
            <a:noFill/>
          </a:ln>
        </p:spPr>
        <p:txBody>
          <a:bodyPr anchor="ctr">
            <a:noAutofit/>
          </a:bodyPr>
          <a:lstStyle>
            <a:defPPr algn="l">
              <a:defRPr sz="1800" b="1">
                <a:solidFill>
                  <a:srgbClr val="159E9C"/>
                </a:solidFill>
                <a:latin typeface="Helvetica Neue"/>
                <a:ea typeface="Helvetica Neue"/>
                <a:cs typeface="Helvetica Neue"/>
              </a:defRPr>
            </a:defPPr>
            <a:lvl1pPr algn="l">
              <a:buNone/>
              <a:defRPr sz="1800" b="1">
                <a:solidFill>
                  <a:srgbClr val="159E9C"/>
                </a:solidFill>
                <a:latin typeface="Helvetica Neue"/>
                <a:ea typeface="Helvetica Neue"/>
                <a:cs typeface="Helvetica Neue"/>
              </a:defRPr>
            </a:lvl1pPr>
            <a:lvl2pPr algn="l">
              <a:buNone/>
              <a:defRPr sz="1800" b="1">
                <a:solidFill>
                  <a:srgbClr val="159E9C"/>
                </a:solidFill>
                <a:latin typeface="Helvetica Neue"/>
                <a:ea typeface="Helvetica Neue"/>
                <a:cs typeface="Helvetica Neue"/>
              </a:defRPr>
            </a:lvl2pPr>
            <a:lvl3pPr algn="l">
              <a:buNone/>
              <a:defRPr sz="1800" b="1">
                <a:solidFill>
                  <a:srgbClr val="159E9C"/>
                </a:solidFill>
                <a:latin typeface="Helvetica Neue"/>
                <a:ea typeface="Helvetica Neue"/>
                <a:cs typeface="Helvetica Neue"/>
              </a:defRPr>
            </a:lvl3pPr>
            <a:lvl4pPr algn="l">
              <a:buNone/>
              <a:defRPr sz="1800" b="1">
                <a:solidFill>
                  <a:srgbClr val="159E9C"/>
                </a:solidFill>
                <a:latin typeface="Helvetica Neue"/>
                <a:ea typeface="Helvetica Neue"/>
                <a:cs typeface="Helvetica Neue"/>
              </a:defRPr>
            </a:lvl4pPr>
            <a:lvl5pPr algn="l">
              <a:buNone/>
              <a:defRPr sz="1800" b="1">
                <a:solidFill>
                  <a:srgbClr val="159E9C"/>
                </a:solidFill>
                <a:latin typeface="Helvetica Neue"/>
                <a:ea typeface="Helvetica Neue"/>
                <a:cs typeface="Helvetica Neue"/>
              </a:defRPr>
            </a:lvl5pPr>
            <a:lvl6pPr algn="l">
              <a:buNone/>
              <a:defRPr sz="1800" b="1">
                <a:solidFill>
                  <a:srgbClr val="159E9C"/>
                </a:solidFill>
                <a:latin typeface="Helvetica Neue"/>
                <a:ea typeface="Helvetica Neue"/>
                <a:cs typeface="Helvetica Neue"/>
              </a:defRPr>
            </a:lvl6pPr>
            <a:lvl7pPr algn="l">
              <a:buNone/>
              <a:defRPr sz="1800" b="1">
                <a:solidFill>
                  <a:srgbClr val="159E9C"/>
                </a:solidFill>
                <a:latin typeface="Helvetica Neue"/>
                <a:ea typeface="Helvetica Neue"/>
                <a:cs typeface="Helvetica Neue"/>
              </a:defRPr>
            </a:lvl7pPr>
            <a:lvl8pPr algn="l">
              <a:buNone/>
              <a:defRPr sz="1800" b="1">
                <a:solidFill>
                  <a:srgbClr val="159E9C"/>
                </a:solidFill>
                <a:latin typeface="Helvetica Neue"/>
                <a:ea typeface="Helvetica Neue"/>
                <a:cs typeface="Helvetica Neue"/>
              </a:defRPr>
            </a:lvl8pPr>
            <a:lvl9pPr algn="l">
              <a:buNone/>
              <a:defRPr sz="1800" b="1">
                <a:solidFill>
                  <a:srgbClr val="159E9C"/>
                </a:solidFill>
                <a:latin typeface="Helvetica Neue"/>
                <a:ea typeface="Helvetica Neue"/>
                <a:cs typeface="Helvetica Neue"/>
              </a:defRPr>
            </a:lvl9pPr>
          </a:lstStyle>
          <a:p>
            <a:pPr algn="l">
              <a:buNone/>
              <a:defRPr sz="1800" b="1">
                <a:solidFill>
                  <a:srgbClr val="159E9C"/>
                </a:solidFill>
                <a:latin typeface="Helvetica Neue"/>
                <a:ea typeface="Helvetica Neue"/>
                <a:cs typeface="Helvetica Neue"/>
              </a:defRPr>
            </a:pPr>
            <a:r>
              <a:rPr sz="1800" b="1">
                <a:solidFill>
                  <a:srgbClr val="159E9C"/>
                </a:solidFill>
                <a:latin typeface="Helvetica Neue"/>
                <a:ea typeface="Helvetica Neue"/>
                <a:cs typeface="Helvetica Neue"/>
              </a:rPr>
              <a:t>Light-side question</a:t>
            </a:r>
            <a:endParaRPr sz="1800" b="1">
              <a:solidFill>
                <a:srgbClr val="159E9C"/>
              </a:solidFill>
              <a:latin typeface="Helvetica Neue"/>
              <a:ea typeface="Helvetica Neue"/>
              <a:cs typeface="Helvetica Neue"/>
            </a:endParaRPr>
          </a:p>
        </p:txBody>
      </p:sp>
      <p:sp>
        <p:nvSpPr>
          <p:cNvPr id="19" name="矩形 18"/>
          <p:cNvSpPr>
            <a:spLocks noGrp="1"/>
          </p:cNvSpPr>
          <p:nvPr/>
        </p:nvSpPr>
        <p:spPr>
          <a:xfrm>
            <a:off x="3190875" y="3943350"/>
            <a:ext cx="8239125" cy="523875"/>
          </a:xfrm>
          <a:prstGeom prst="rect">
            <a:avLst/>
          </a:prstGeom>
          <a:noFill/>
          <a:ln w="0">
            <a:noFill/>
          </a:ln>
        </p:spPr>
        <p:txBody>
          <a:bodyPr anchor="ctr">
            <a:noAutofit/>
          </a:bodyPr>
          <a:lstStyle>
            <a:defPPr algn="ctr">
              <a:defRPr sz="2250" b="1">
                <a:solidFill>
                  <a:srgbClr val="102A43"/>
                </a:solidFill>
                <a:latin typeface="Helvetica Neue"/>
                <a:ea typeface="Helvetica Neue"/>
                <a:cs typeface="Helvetica Neue"/>
              </a:defRPr>
            </a:defPPr>
            <a:lvl1pPr algn="ctr">
              <a:buNone/>
              <a:defRPr sz="2250" b="1">
                <a:solidFill>
                  <a:srgbClr val="102A43"/>
                </a:solidFill>
                <a:latin typeface="Helvetica Neue"/>
                <a:ea typeface="Helvetica Neue"/>
                <a:cs typeface="Helvetica Neue"/>
              </a:defRPr>
            </a:lvl1pPr>
            <a:lvl2pPr algn="ctr">
              <a:buNone/>
              <a:defRPr sz="2250" b="1">
                <a:solidFill>
                  <a:srgbClr val="102A43"/>
                </a:solidFill>
                <a:latin typeface="Helvetica Neue"/>
                <a:ea typeface="Helvetica Neue"/>
                <a:cs typeface="Helvetica Neue"/>
              </a:defRPr>
            </a:lvl2pPr>
            <a:lvl3pPr algn="ctr">
              <a:buNone/>
              <a:defRPr sz="2250" b="1">
                <a:solidFill>
                  <a:srgbClr val="102A43"/>
                </a:solidFill>
                <a:latin typeface="Helvetica Neue"/>
                <a:ea typeface="Helvetica Neue"/>
                <a:cs typeface="Helvetica Neue"/>
              </a:defRPr>
            </a:lvl3pPr>
            <a:lvl4pPr algn="ctr">
              <a:buNone/>
              <a:defRPr sz="2250" b="1">
                <a:solidFill>
                  <a:srgbClr val="102A43"/>
                </a:solidFill>
                <a:latin typeface="Helvetica Neue"/>
                <a:ea typeface="Helvetica Neue"/>
                <a:cs typeface="Helvetica Neue"/>
              </a:defRPr>
            </a:lvl4pPr>
            <a:lvl5pPr algn="ctr">
              <a:buNone/>
              <a:defRPr sz="2250" b="1">
                <a:solidFill>
                  <a:srgbClr val="102A43"/>
                </a:solidFill>
                <a:latin typeface="Helvetica Neue"/>
                <a:ea typeface="Helvetica Neue"/>
                <a:cs typeface="Helvetica Neue"/>
              </a:defRPr>
            </a:lvl5pPr>
            <a:lvl6pPr algn="ctr">
              <a:buNone/>
              <a:defRPr sz="2250" b="1">
                <a:solidFill>
                  <a:srgbClr val="102A43"/>
                </a:solidFill>
                <a:latin typeface="Helvetica Neue"/>
                <a:ea typeface="Helvetica Neue"/>
                <a:cs typeface="Helvetica Neue"/>
              </a:defRPr>
            </a:lvl6pPr>
            <a:lvl7pPr algn="ctr">
              <a:buNone/>
              <a:defRPr sz="2250" b="1">
                <a:solidFill>
                  <a:srgbClr val="102A43"/>
                </a:solidFill>
                <a:latin typeface="Helvetica Neue"/>
                <a:ea typeface="Helvetica Neue"/>
                <a:cs typeface="Helvetica Neue"/>
              </a:defRPr>
            </a:lvl7pPr>
            <a:lvl8pPr algn="ctr">
              <a:buNone/>
              <a:defRPr sz="2250" b="1">
                <a:solidFill>
                  <a:srgbClr val="102A43"/>
                </a:solidFill>
                <a:latin typeface="Helvetica Neue"/>
                <a:ea typeface="Helvetica Neue"/>
                <a:cs typeface="Helvetica Neue"/>
              </a:defRPr>
            </a:lvl8pPr>
            <a:lvl9pPr algn="ctr">
              <a:buNone/>
              <a:defRPr sz="2250" b="1">
                <a:solidFill>
                  <a:srgbClr val="102A43"/>
                </a:solidFill>
                <a:latin typeface="Helvetica Neue"/>
                <a:ea typeface="Helvetica Neue"/>
                <a:cs typeface="Helvetica Neue"/>
              </a:defRPr>
            </a:lvl9pPr>
          </a:lstStyle>
          <a:p>
            <a:pPr algn="ctr">
              <a:buNone/>
              <a:defRPr sz="2250" b="1">
                <a:solidFill>
                  <a:srgbClr val="102A43"/>
                </a:solidFill>
                <a:latin typeface="Helvetica Neue"/>
                <a:ea typeface="Helvetica Neue"/>
                <a:cs typeface="Helvetica Neue"/>
              </a:defRPr>
            </a:pPr>
            <a:r>
              <a:rPr lang="en-US" altLang="zh-CN" sz="1875" b="1">
                <a:solidFill>
                  <a:srgbClr val="102A43"/>
                </a:solidFill>
                <a:latin typeface="Helvetica Neue"/>
                <a:ea typeface="Helvetica Neue"/>
                <a:cs typeface="Helvetica Neue"/>
              </a:rPr>
              <a:t>Does the added colour signal leave a trace?</a:t>
            </a:r>
            <a:endParaRPr lang="en-US" altLang="zh-CN" sz="1875" b="1">
              <a:solidFill>
                <a:srgbClr val="102A43"/>
              </a:solidFill>
              <a:latin typeface="Helvetica Neue"/>
              <a:ea typeface="Helvetica Neue"/>
              <a:cs typeface="Helvetica Neue"/>
            </a:endParaRPr>
          </a:p>
        </p:txBody>
      </p:sp>
      <p:sp>
        <p:nvSpPr>
          <p:cNvPr id="20" name="矩形 19"/>
          <p:cNvSpPr>
            <a:spLocks noGrp="1"/>
          </p:cNvSpPr>
          <p:nvPr/>
        </p:nvSpPr>
        <p:spPr>
          <a:xfrm>
            <a:off x="1143000" y="4810125"/>
            <a:ext cx="10096500" cy="571500"/>
          </a:xfrm>
          <a:prstGeom prst="rect">
            <a:avLst/>
          </a:prstGeom>
          <a:noFill/>
          <a:ln w="0">
            <a:noFill/>
          </a:ln>
        </p:spPr>
        <p:txBody>
          <a:bodyPr anchor="ctr">
            <a:noAutofit/>
          </a:bodyPr>
          <a:lstStyle>
            <a:defPPr algn="ctr">
              <a:defRPr sz="1500" b="0">
                <a:solidFill>
                  <a:srgbClr val="243B53"/>
                </a:solidFill>
                <a:latin typeface="Helvetica Neue"/>
                <a:ea typeface="Helvetica Neue"/>
                <a:cs typeface="Helvetica Neue"/>
              </a:defRPr>
            </a:defPPr>
            <a:lvl1pPr algn="ctr">
              <a:buNone/>
              <a:defRPr sz="1500" b="0">
                <a:solidFill>
                  <a:srgbClr val="243B53"/>
                </a:solidFill>
                <a:latin typeface="Helvetica Neue"/>
                <a:ea typeface="Helvetica Neue"/>
                <a:cs typeface="Helvetica Neue"/>
              </a:defRPr>
            </a:lvl1pPr>
            <a:lvl2pPr algn="ctr">
              <a:buNone/>
              <a:defRPr sz="1500" b="0">
                <a:solidFill>
                  <a:srgbClr val="243B53"/>
                </a:solidFill>
                <a:latin typeface="Helvetica Neue"/>
                <a:ea typeface="Helvetica Neue"/>
                <a:cs typeface="Helvetica Neue"/>
              </a:defRPr>
            </a:lvl2pPr>
            <a:lvl3pPr algn="ctr">
              <a:buNone/>
              <a:defRPr sz="1500" b="0">
                <a:solidFill>
                  <a:srgbClr val="243B53"/>
                </a:solidFill>
                <a:latin typeface="Helvetica Neue"/>
                <a:ea typeface="Helvetica Neue"/>
                <a:cs typeface="Helvetica Neue"/>
              </a:defRPr>
            </a:lvl3pPr>
            <a:lvl4pPr algn="ctr">
              <a:buNone/>
              <a:defRPr sz="1500" b="0">
                <a:solidFill>
                  <a:srgbClr val="243B53"/>
                </a:solidFill>
                <a:latin typeface="Helvetica Neue"/>
                <a:ea typeface="Helvetica Neue"/>
                <a:cs typeface="Helvetica Neue"/>
              </a:defRPr>
            </a:lvl4pPr>
            <a:lvl5pPr algn="ctr">
              <a:buNone/>
              <a:defRPr sz="1500" b="0">
                <a:solidFill>
                  <a:srgbClr val="243B53"/>
                </a:solidFill>
                <a:latin typeface="Helvetica Neue"/>
                <a:ea typeface="Helvetica Neue"/>
                <a:cs typeface="Helvetica Neue"/>
              </a:defRPr>
            </a:lvl5pPr>
            <a:lvl6pPr algn="ctr">
              <a:buNone/>
              <a:defRPr sz="1500" b="0">
                <a:solidFill>
                  <a:srgbClr val="243B53"/>
                </a:solidFill>
                <a:latin typeface="Helvetica Neue"/>
                <a:ea typeface="Helvetica Neue"/>
                <a:cs typeface="Helvetica Neue"/>
              </a:defRPr>
            </a:lvl6pPr>
            <a:lvl7pPr algn="ctr">
              <a:buNone/>
              <a:defRPr sz="1500" b="0">
                <a:solidFill>
                  <a:srgbClr val="243B53"/>
                </a:solidFill>
                <a:latin typeface="Helvetica Neue"/>
                <a:ea typeface="Helvetica Neue"/>
                <a:cs typeface="Helvetica Neue"/>
              </a:defRPr>
            </a:lvl7pPr>
            <a:lvl8pPr algn="ctr">
              <a:buNone/>
              <a:defRPr sz="1500" b="0">
                <a:solidFill>
                  <a:srgbClr val="243B53"/>
                </a:solidFill>
                <a:latin typeface="Helvetica Neue"/>
                <a:ea typeface="Helvetica Neue"/>
                <a:cs typeface="Helvetica Neue"/>
              </a:defRPr>
            </a:lvl8pPr>
            <a:lvl9pPr algn="ctr">
              <a:buNone/>
              <a:defRPr sz="1500" b="0">
                <a:solidFill>
                  <a:srgbClr val="243B53"/>
                </a:solidFill>
                <a:latin typeface="Helvetica Neue"/>
                <a:ea typeface="Helvetica Neue"/>
                <a:cs typeface="Helvetica Neue"/>
              </a:defRPr>
            </a:lvl9pPr>
          </a:lstStyle>
          <a:p>
            <a:pPr algn="ctr">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Earlier check: same audio and almost the same mouth movement (r = 0.997 to 0.999).</a:t>
            </a:r>
          </a:p>
        </p:txBody>
      </p:sp>
      <p:sp>
        <p:nvSpPr>
          <p:cNvPr id="21" name="矩形 20"/>
          <p:cNvSpPr>
            <a:spLocks noGrp="1"/>
          </p:cNvSpPr>
          <p:nvPr/>
        </p:nvSpPr>
        <p:spPr>
          <a:xfrm>
            <a:off x="1143000" y="5429250"/>
            <a:ext cx="10096500" cy="523875"/>
          </a:xfrm>
          <a:prstGeom prst="rect">
            <a:avLst/>
          </a:prstGeom>
          <a:noFill/>
          <a:ln w="0">
            <a:noFill/>
          </a:ln>
        </p:spPr>
        <p:txBody>
          <a:bodyPr anchor="ctr">
            <a:noAutofit/>
          </a:bodyPr>
          <a:lstStyle>
            <a:defPPr algn="ctr">
              <a:defRPr sz="1500" b="1">
                <a:solidFill>
                  <a:srgbClr val="D64545"/>
                </a:solidFill>
                <a:latin typeface="Helvetica Neue"/>
                <a:ea typeface="Helvetica Neue"/>
                <a:cs typeface="Helvetica Neue"/>
              </a:defRPr>
            </a:defPPr>
            <a:lvl1pPr algn="ctr">
              <a:buNone/>
              <a:defRPr sz="1500" b="1">
                <a:solidFill>
                  <a:srgbClr val="D64545"/>
                </a:solidFill>
                <a:latin typeface="Helvetica Neue"/>
                <a:ea typeface="Helvetica Neue"/>
                <a:cs typeface="Helvetica Neue"/>
              </a:defRPr>
            </a:lvl1pPr>
            <a:lvl2pPr algn="ctr">
              <a:buNone/>
              <a:defRPr sz="1500" b="1">
                <a:solidFill>
                  <a:srgbClr val="D64545"/>
                </a:solidFill>
                <a:latin typeface="Helvetica Neue"/>
                <a:ea typeface="Helvetica Neue"/>
                <a:cs typeface="Helvetica Neue"/>
              </a:defRPr>
            </a:lvl2pPr>
            <a:lvl3pPr algn="ctr">
              <a:buNone/>
              <a:defRPr sz="1500" b="1">
                <a:solidFill>
                  <a:srgbClr val="D64545"/>
                </a:solidFill>
                <a:latin typeface="Helvetica Neue"/>
                <a:ea typeface="Helvetica Neue"/>
                <a:cs typeface="Helvetica Neue"/>
              </a:defRPr>
            </a:lvl3pPr>
            <a:lvl4pPr algn="ctr">
              <a:buNone/>
              <a:defRPr sz="1500" b="1">
                <a:solidFill>
                  <a:srgbClr val="D64545"/>
                </a:solidFill>
                <a:latin typeface="Helvetica Neue"/>
                <a:ea typeface="Helvetica Neue"/>
                <a:cs typeface="Helvetica Neue"/>
              </a:defRPr>
            </a:lvl4pPr>
            <a:lvl5pPr algn="ctr">
              <a:buNone/>
              <a:defRPr sz="1500" b="1">
                <a:solidFill>
                  <a:srgbClr val="D64545"/>
                </a:solidFill>
                <a:latin typeface="Helvetica Neue"/>
                <a:ea typeface="Helvetica Neue"/>
                <a:cs typeface="Helvetica Neue"/>
              </a:defRPr>
            </a:lvl5pPr>
            <a:lvl6pPr algn="ctr">
              <a:buNone/>
              <a:defRPr sz="1500" b="1">
                <a:solidFill>
                  <a:srgbClr val="D64545"/>
                </a:solidFill>
                <a:latin typeface="Helvetica Neue"/>
                <a:ea typeface="Helvetica Neue"/>
                <a:cs typeface="Helvetica Neue"/>
              </a:defRPr>
            </a:lvl6pPr>
            <a:lvl7pPr algn="ctr">
              <a:buNone/>
              <a:defRPr sz="1500" b="1">
                <a:solidFill>
                  <a:srgbClr val="D64545"/>
                </a:solidFill>
                <a:latin typeface="Helvetica Neue"/>
                <a:ea typeface="Helvetica Neue"/>
                <a:cs typeface="Helvetica Neue"/>
              </a:defRPr>
            </a:lvl7pPr>
            <a:lvl8pPr algn="ctr">
              <a:buNone/>
              <a:defRPr sz="1500" b="1">
                <a:solidFill>
                  <a:srgbClr val="D64545"/>
                </a:solidFill>
                <a:latin typeface="Helvetica Neue"/>
                <a:ea typeface="Helvetica Neue"/>
                <a:cs typeface="Helvetica Neue"/>
              </a:defRPr>
            </a:lvl8pPr>
            <a:lvl9pPr algn="ctr">
              <a:buNone/>
              <a:defRPr sz="1500" b="1">
                <a:solidFill>
                  <a:srgbClr val="D64545"/>
                </a:solidFill>
                <a:latin typeface="Helvetica Neue"/>
                <a:ea typeface="Helvetica Neue"/>
                <a:cs typeface="Helvetica Neue"/>
              </a:defRPr>
            </a:lvl9pPr>
          </a:lstStyle>
          <a:p>
            <a:pPr algn="ctr">
              <a:buNone/>
              <a:defRPr sz="1500" b="1">
                <a:solidFill>
                  <a:srgbClr val="D64545"/>
                </a:solidFill>
                <a:latin typeface="Helvetica Neue"/>
                <a:ea typeface="Helvetica Neue"/>
                <a:cs typeface="Helvetica Neue"/>
              </a:defRPr>
            </a:pPr>
            <a:r>
              <a:rPr sz="1500" b="1">
                <a:solidFill>
                  <a:srgbClr val="D64545"/>
                </a:solidFill>
                <a:latin typeface="Helvetica Neue"/>
                <a:ea typeface="Helvetica Neue"/>
                <a:cs typeface="Helvetica Neue"/>
              </a:rPr>
              <a:t>M3 adds control tests. We did not test whether RhythmFormer was fooled.</a:t>
            </a:r>
          </a:p>
        </p:txBody>
      </p:sp>
    </p:spTree>
  </p:cSld>
  <p:clrMapOvr>
    <a:masterClrMapping/>
  </p:clrMapOvr>
</p:sld>
</file>

<file path=ppt/slides/slide5.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p:sp>
        <p:nvSpPr>
          <p:cNvPr id="30" name="矩形 29"/>
          <p:cNvSpPr>
            <a:spLocks noGrp="1"/>
          </p:cNvSpPr>
          <p:nvPr/>
        </p:nvSpPr>
        <p:spPr>
          <a:xfrm>
            <a:off x="609600" y="323850"/>
            <a:ext cx="10334625" cy="533400"/>
          </a:xfrm>
          <a:prstGeom prst="rect">
            <a:avLst/>
          </a:prstGeom>
          <a:noFill/>
          <a:ln w="0">
            <a:noFill/>
          </a:ln>
        </p:spPr>
        <p:txBody>
          <a:bodyPr anchor="ctr">
            <a:noAutofit/>
          </a:bodyPr>
          <a:lstStyle>
            <a:defPPr algn="l">
              <a:defRPr sz="2550" b="1">
                <a:solidFill>
                  <a:srgbClr val="102A43"/>
                </a:solidFill>
                <a:latin typeface="Helvetica Neue"/>
                <a:ea typeface="Helvetica Neue"/>
                <a:cs typeface="Helvetica Neue"/>
              </a:defRPr>
            </a:defPPr>
            <a:lvl1pPr algn="l">
              <a:buNone/>
              <a:defRPr sz="2550" b="1">
                <a:solidFill>
                  <a:srgbClr val="102A43"/>
                </a:solidFill>
                <a:latin typeface="Helvetica Neue"/>
                <a:ea typeface="Helvetica Neue"/>
                <a:cs typeface="Helvetica Neue"/>
              </a:defRPr>
            </a:lvl1pPr>
            <a:lvl2pPr algn="l">
              <a:buNone/>
              <a:defRPr sz="2550" b="1">
                <a:solidFill>
                  <a:srgbClr val="102A43"/>
                </a:solidFill>
                <a:latin typeface="Helvetica Neue"/>
                <a:ea typeface="Helvetica Neue"/>
                <a:cs typeface="Helvetica Neue"/>
              </a:defRPr>
            </a:lvl2pPr>
            <a:lvl3pPr algn="l">
              <a:buNone/>
              <a:defRPr sz="2550" b="1">
                <a:solidFill>
                  <a:srgbClr val="102A43"/>
                </a:solidFill>
                <a:latin typeface="Helvetica Neue"/>
                <a:ea typeface="Helvetica Neue"/>
                <a:cs typeface="Helvetica Neue"/>
              </a:defRPr>
            </a:lvl3pPr>
            <a:lvl4pPr algn="l">
              <a:buNone/>
              <a:defRPr sz="2550" b="1">
                <a:solidFill>
                  <a:srgbClr val="102A43"/>
                </a:solidFill>
                <a:latin typeface="Helvetica Neue"/>
                <a:ea typeface="Helvetica Neue"/>
                <a:cs typeface="Helvetica Neue"/>
              </a:defRPr>
            </a:lvl4pPr>
            <a:lvl5pPr algn="l">
              <a:buNone/>
              <a:defRPr sz="2550" b="1">
                <a:solidFill>
                  <a:srgbClr val="102A43"/>
                </a:solidFill>
                <a:latin typeface="Helvetica Neue"/>
                <a:ea typeface="Helvetica Neue"/>
                <a:cs typeface="Helvetica Neue"/>
              </a:defRPr>
            </a:lvl5pPr>
            <a:lvl6pPr algn="l">
              <a:buNone/>
              <a:defRPr sz="2550" b="1">
                <a:solidFill>
                  <a:srgbClr val="102A43"/>
                </a:solidFill>
                <a:latin typeface="Helvetica Neue"/>
                <a:ea typeface="Helvetica Neue"/>
                <a:cs typeface="Helvetica Neue"/>
              </a:defRPr>
            </a:lvl6pPr>
            <a:lvl7pPr algn="l">
              <a:buNone/>
              <a:defRPr sz="2550" b="1">
                <a:solidFill>
                  <a:srgbClr val="102A43"/>
                </a:solidFill>
                <a:latin typeface="Helvetica Neue"/>
                <a:ea typeface="Helvetica Neue"/>
                <a:cs typeface="Helvetica Neue"/>
              </a:defRPr>
            </a:lvl7pPr>
            <a:lvl8pPr algn="l">
              <a:buNone/>
              <a:defRPr sz="2550" b="1">
                <a:solidFill>
                  <a:srgbClr val="102A43"/>
                </a:solidFill>
                <a:latin typeface="Helvetica Neue"/>
                <a:ea typeface="Helvetica Neue"/>
                <a:cs typeface="Helvetica Neue"/>
              </a:defRPr>
            </a:lvl8pPr>
            <a:lvl9pPr algn="l">
              <a:buNone/>
              <a:defRPr sz="2550" b="1">
                <a:solidFill>
                  <a:srgbClr val="102A43"/>
                </a:solidFill>
                <a:latin typeface="Helvetica Neue"/>
                <a:ea typeface="Helvetica Neue"/>
                <a:cs typeface="Helvetica Neue"/>
              </a:defRPr>
            </a:lvl9pPr>
          </a:lstStyle>
          <a:p>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Strategy A: mouth movement and speech context</a:t>
            </a:r>
          </a:p>
        </p:txBody>
      </p:sp>
      <p:sp>
        <p:nvSpPr>
          <p:cNvPr id="2" name="矩形 1"/>
          <p:cNvSpPr>
            <a:spLocks noGrp="1"/>
          </p:cNvSpPr>
          <p:nvPr/>
        </p:nvSpPr>
        <p:spPr>
          <a:xfrm>
            <a:off x="11049000" y="371475"/>
            <a:ext cx="571500" cy="381000"/>
          </a:xfrm>
          <a:prstGeom prst="rect">
            <a:avLst/>
          </a:prstGeom>
          <a:noFill/>
          <a:ln w="0">
            <a:noFill/>
          </a:ln>
        </p:spPr>
        <p:txBody>
          <a:bodyPr anchor="ctr">
            <a:noAutofit/>
          </a:bodyPr>
          <a:lstStyle>
            <a:defPPr algn="r">
              <a:defRPr sz="1350" b="1">
                <a:solidFill>
                  <a:srgbClr val="2F6BFF"/>
                </a:solidFill>
                <a:latin typeface="Helvetica Neue"/>
                <a:ea typeface="Helvetica Neue"/>
                <a:cs typeface="Helvetica Neue"/>
              </a:defRPr>
            </a:defPPr>
            <a:lvl1pPr algn="r">
              <a:buNone/>
              <a:defRPr sz="1350" b="1">
                <a:solidFill>
                  <a:srgbClr val="2F6BFF"/>
                </a:solidFill>
                <a:latin typeface="Helvetica Neue"/>
                <a:ea typeface="Helvetica Neue"/>
                <a:cs typeface="Helvetica Neue"/>
              </a:defRPr>
            </a:lvl1pPr>
            <a:lvl2pPr algn="r">
              <a:buNone/>
              <a:defRPr sz="1350" b="1">
                <a:solidFill>
                  <a:srgbClr val="2F6BFF"/>
                </a:solidFill>
                <a:latin typeface="Helvetica Neue"/>
                <a:ea typeface="Helvetica Neue"/>
                <a:cs typeface="Helvetica Neue"/>
              </a:defRPr>
            </a:lvl2pPr>
            <a:lvl3pPr algn="r">
              <a:buNone/>
              <a:defRPr sz="1350" b="1">
                <a:solidFill>
                  <a:srgbClr val="2F6BFF"/>
                </a:solidFill>
                <a:latin typeface="Helvetica Neue"/>
                <a:ea typeface="Helvetica Neue"/>
                <a:cs typeface="Helvetica Neue"/>
              </a:defRPr>
            </a:lvl3pPr>
            <a:lvl4pPr algn="r">
              <a:buNone/>
              <a:defRPr sz="1350" b="1">
                <a:solidFill>
                  <a:srgbClr val="2F6BFF"/>
                </a:solidFill>
                <a:latin typeface="Helvetica Neue"/>
                <a:ea typeface="Helvetica Neue"/>
                <a:cs typeface="Helvetica Neue"/>
              </a:defRPr>
            </a:lvl4pPr>
            <a:lvl5pPr algn="r">
              <a:buNone/>
              <a:defRPr sz="1350" b="1">
                <a:solidFill>
                  <a:srgbClr val="2F6BFF"/>
                </a:solidFill>
                <a:latin typeface="Helvetica Neue"/>
                <a:ea typeface="Helvetica Neue"/>
                <a:cs typeface="Helvetica Neue"/>
              </a:defRPr>
            </a:lvl5pPr>
            <a:lvl6pPr algn="r">
              <a:buNone/>
              <a:defRPr sz="1350" b="1">
                <a:solidFill>
                  <a:srgbClr val="2F6BFF"/>
                </a:solidFill>
                <a:latin typeface="Helvetica Neue"/>
                <a:ea typeface="Helvetica Neue"/>
                <a:cs typeface="Helvetica Neue"/>
              </a:defRPr>
            </a:lvl6pPr>
            <a:lvl7pPr algn="r">
              <a:buNone/>
              <a:defRPr sz="1350" b="1">
                <a:solidFill>
                  <a:srgbClr val="2F6BFF"/>
                </a:solidFill>
                <a:latin typeface="Helvetica Neue"/>
                <a:ea typeface="Helvetica Neue"/>
                <a:cs typeface="Helvetica Neue"/>
              </a:defRPr>
            </a:lvl7pPr>
            <a:lvl8pPr algn="r">
              <a:buNone/>
              <a:defRPr sz="1350" b="1">
                <a:solidFill>
                  <a:srgbClr val="2F6BFF"/>
                </a:solidFill>
                <a:latin typeface="Helvetica Neue"/>
                <a:ea typeface="Helvetica Neue"/>
                <a:cs typeface="Helvetica Neue"/>
              </a:defRPr>
            </a:lvl8pPr>
            <a:lvl9pPr algn="r">
              <a:buNone/>
              <a:defRPr sz="1350" b="1">
                <a:solidFill>
                  <a:srgbClr val="2F6BFF"/>
                </a:solidFill>
                <a:latin typeface="Helvetica Neue"/>
                <a:ea typeface="Helvetica Neue"/>
                <a:cs typeface="Helvetica Neue"/>
              </a:defRPr>
            </a:lvl9pPr>
          </a:lstStyle>
          <a:p>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05</a:t>
            </a:r>
            <a:endParaRPr sz="1350" b="1">
              <a:solidFill>
                <a:srgbClr val="2F6BFF"/>
              </a:solidFill>
              <a:latin typeface="Helvetica Neue"/>
              <a:ea typeface="Helvetica Neue"/>
              <a:cs typeface="Helvetica Neue"/>
            </a:endParaRPr>
          </a:p>
        </p:txBody>
      </p:sp>
      <p:sp>
        <p:nvSpPr>
          <p:cNvPr id="3" name="矩形 2"/>
          <p:cNvSpPr>
            <a:spLocks noGrp="1"/>
          </p:cNvSpPr>
          <p:nvPr/>
        </p:nvSpPr>
        <p:spPr>
          <a:xfrm>
            <a:off x="609600" y="952500"/>
            <a:ext cx="11010900" cy="38100"/>
          </a:xfrm>
          <a:prstGeom prst="rect">
            <a:avLst/>
          </a:prstGeom>
          <a:solidFill>
            <a:srgbClr val="2F6BFF"/>
          </a:solidFill>
          <a:ln w="0">
            <a:noFill/>
          </a:ln>
        </p:spPr>
      </p:sp>
      <p:sp>
        <p:nvSpPr>
          <p:cNvPr id="4" name="矩形 3"/>
          <p:cNvSpPr>
            <a:spLocks noGrp="1"/>
          </p:cNvSpPr>
          <p:nvPr/>
        </p:nvSpPr>
        <p:spPr>
          <a:xfrm>
            <a:off x="609600" y="6496050"/>
            <a:ext cx="5334000" cy="209550"/>
          </a:xfrm>
          <a:prstGeom prst="rect">
            <a:avLst/>
          </a:prstGeom>
          <a:noFill/>
          <a:ln w="0">
            <a:noFill/>
          </a:ln>
        </p:spPr>
        <p:txBody>
          <a:bodyPr anchor="ctr">
            <a:noAutofit/>
          </a:bodyPr>
          <a:lstStyle>
            <a:defPPr algn="l">
              <a:defRPr sz="900" b="0">
                <a:solidFill>
                  <a:srgbClr val="627D98"/>
                </a:solidFill>
                <a:latin typeface="Helvetica Neue"/>
                <a:ea typeface="Helvetica Neue"/>
                <a:cs typeface="Helvetica Neue"/>
              </a:defRPr>
            </a:defPPr>
            <a:lvl1pPr algn="l">
              <a:buNone/>
              <a:defRPr sz="900" b="0">
                <a:solidFill>
                  <a:srgbClr val="627D98"/>
                </a:solidFill>
                <a:latin typeface="Helvetica Neue"/>
                <a:ea typeface="Helvetica Neue"/>
                <a:cs typeface="Helvetica Neue"/>
              </a:defRPr>
            </a:lvl1pPr>
            <a:lvl2pPr algn="l">
              <a:buNone/>
              <a:defRPr sz="900" b="0">
                <a:solidFill>
                  <a:srgbClr val="627D98"/>
                </a:solidFill>
                <a:latin typeface="Helvetica Neue"/>
                <a:ea typeface="Helvetica Neue"/>
                <a:cs typeface="Helvetica Neue"/>
              </a:defRPr>
            </a:lvl2pPr>
            <a:lvl3pPr algn="l">
              <a:buNone/>
              <a:defRPr sz="900" b="0">
                <a:solidFill>
                  <a:srgbClr val="627D98"/>
                </a:solidFill>
                <a:latin typeface="Helvetica Neue"/>
                <a:ea typeface="Helvetica Neue"/>
                <a:cs typeface="Helvetica Neue"/>
              </a:defRPr>
            </a:lvl3pPr>
            <a:lvl4pPr algn="l">
              <a:buNone/>
              <a:defRPr sz="900" b="0">
                <a:solidFill>
                  <a:srgbClr val="627D98"/>
                </a:solidFill>
                <a:latin typeface="Helvetica Neue"/>
                <a:ea typeface="Helvetica Neue"/>
                <a:cs typeface="Helvetica Neue"/>
              </a:defRPr>
            </a:lvl4pPr>
            <a:lvl5pPr algn="l">
              <a:buNone/>
              <a:defRPr sz="900" b="0">
                <a:solidFill>
                  <a:srgbClr val="627D98"/>
                </a:solidFill>
                <a:latin typeface="Helvetica Neue"/>
                <a:ea typeface="Helvetica Neue"/>
                <a:cs typeface="Helvetica Neue"/>
              </a:defRPr>
            </a:lvl5pPr>
            <a:lvl6pPr algn="l">
              <a:buNone/>
              <a:defRPr sz="900" b="0">
                <a:solidFill>
                  <a:srgbClr val="627D98"/>
                </a:solidFill>
                <a:latin typeface="Helvetica Neue"/>
                <a:ea typeface="Helvetica Neue"/>
                <a:cs typeface="Helvetica Neue"/>
              </a:defRPr>
            </a:lvl6pPr>
            <a:lvl7pPr algn="l">
              <a:buNone/>
              <a:defRPr sz="900" b="0">
                <a:solidFill>
                  <a:srgbClr val="627D98"/>
                </a:solidFill>
                <a:latin typeface="Helvetica Neue"/>
                <a:ea typeface="Helvetica Neue"/>
                <a:cs typeface="Helvetica Neue"/>
              </a:defRPr>
            </a:lvl7pPr>
            <a:lvl8pPr algn="l">
              <a:buNone/>
              <a:defRPr sz="900" b="0">
                <a:solidFill>
                  <a:srgbClr val="627D98"/>
                </a:solidFill>
                <a:latin typeface="Helvetica Neue"/>
                <a:ea typeface="Helvetica Neue"/>
                <a:cs typeface="Helvetica Neue"/>
              </a:defRPr>
            </a:lvl8pPr>
            <a:lvl9pPr algn="l">
              <a:buNone/>
              <a:defRPr sz="900" b="0">
                <a:solidFill>
                  <a:srgbClr val="627D98"/>
                </a:solidFill>
                <a:latin typeface="Helvetica Neue"/>
                <a:ea typeface="Helvetica Neue"/>
                <a:cs typeface="Helvetica Neue"/>
              </a:defRPr>
            </a:lvl9pPr>
          </a:lstStyle>
          <a:p>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endParaRPr sz="900" b="0">
              <a:solidFill>
                <a:srgbClr val="627D98"/>
              </a:solidFill>
              <a:latin typeface="Helvetica Neue"/>
              <a:ea typeface="Helvetica Neue"/>
              <a:cs typeface="Helvetica Neue"/>
            </a:endParaRPr>
          </a:p>
        </p:txBody>
      </p:sp>
      <p:sp>
        <p:nvSpPr>
          <p:cNvPr id="5" name="矩形 4"/>
          <p:cNvSpPr>
            <a:spLocks noGrp="1"/>
          </p:cNvSpPr>
          <p:nvPr/>
        </p:nvSpPr>
        <p:spPr>
          <a:xfrm>
            <a:off x="10191750" y="6496050"/>
            <a:ext cx="1428750" cy="209550"/>
          </a:xfrm>
          <a:prstGeom prst="rect">
            <a:avLst/>
          </a:prstGeom>
          <a:noFill/>
          <a:ln w="0">
            <a:noFill/>
          </a:ln>
        </p:spPr>
        <p:txBody>
          <a:bodyPr anchor="ctr">
            <a:noAutofit/>
          </a:bodyPr>
          <a:lstStyle>
            <a:defPPr algn="r">
              <a:defRPr sz="900" b="0">
                <a:solidFill>
                  <a:srgbClr val="627D98"/>
                </a:solidFill>
                <a:latin typeface="Helvetica Neue"/>
                <a:ea typeface="Helvetica Neue"/>
                <a:cs typeface="Helvetica Neue"/>
              </a:defRPr>
            </a:defPPr>
            <a:lvl1pPr algn="r">
              <a:buNone/>
              <a:defRPr sz="900" b="0">
                <a:solidFill>
                  <a:srgbClr val="627D98"/>
                </a:solidFill>
                <a:latin typeface="Helvetica Neue"/>
                <a:ea typeface="Helvetica Neue"/>
                <a:cs typeface="Helvetica Neue"/>
              </a:defRPr>
            </a:lvl1pPr>
            <a:lvl2pPr algn="r">
              <a:buNone/>
              <a:defRPr sz="900" b="0">
                <a:solidFill>
                  <a:srgbClr val="627D98"/>
                </a:solidFill>
                <a:latin typeface="Helvetica Neue"/>
                <a:ea typeface="Helvetica Neue"/>
                <a:cs typeface="Helvetica Neue"/>
              </a:defRPr>
            </a:lvl2pPr>
            <a:lvl3pPr algn="r">
              <a:buNone/>
              <a:defRPr sz="900" b="0">
                <a:solidFill>
                  <a:srgbClr val="627D98"/>
                </a:solidFill>
                <a:latin typeface="Helvetica Neue"/>
                <a:ea typeface="Helvetica Neue"/>
                <a:cs typeface="Helvetica Neue"/>
              </a:defRPr>
            </a:lvl3pPr>
            <a:lvl4pPr algn="r">
              <a:buNone/>
              <a:defRPr sz="900" b="0">
                <a:solidFill>
                  <a:srgbClr val="627D98"/>
                </a:solidFill>
                <a:latin typeface="Helvetica Neue"/>
                <a:ea typeface="Helvetica Neue"/>
                <a:cs typeface="Helvetica Neue"/>
              </a:defRPr>
            </a:lvl4pPr>
            <a:lvl5pPr algn="r">
              <a:buNone/>
              <a:defRPr sz="900" b="0">
                <a:solidFill>
                  <a:srgbClr val="627D98"/>
                </a:solidFill>
                <a:latin typeface="Helvetica Neue"/>
                <a:ea typeface="Helvetica Neue"/>
                <a:cs typeface="Helvetica Neue"/>
              </a:defRPr>
            </a:lvl5pPr>
            <a:lvl6pPr algn="r">
              <a:buNone/>
              <a:defRPr sz="900" b="0">
                <a:solidFill>
                  <a:srgbClr val="627D98"/>
                </a:solidFill>
                <a:latin typeface="Helvetica Neue"/>
                <a:ea typeface="Helvetica Neue"/>
                <a:cs typeface="Helvetica Neue"/>
              </a:defRPr>
            </a:lvl6pPr>
            <a:lvl7pPr algn="r">
              <a:buNone/>
              <a:defRPr sz="900" b="0">
                <a:solidFill>
                  <a:srgbClr val="627D98"/>
                </a:solidFill>
                <a:latin typeface="Helvetica Neue"/>
                <a:ea typeface="Helvetica Neue"/>
                <a:cs typeface="Helvetica Neue"/>
              </a:defRPr>
            </a:lvl7pPr>
            <a:lvl8pPr algn="r">
              <a:buNone/>
              <a:defRPr sz="900" b="0">
                <a:solidFill>
                  <a:srgbClr val="627D98"/>
                </a:solidFill>
                <a:latin typeface="Helvetica Neue"/>
                <a:ea typeface="Helvetica Neue"/>
                <a:cs typeface="Helvetica Neue"/>
              </a:defRPr>
            </a:lvl8pPr>
            <a:lvl9pPr algn="r">
              <a:buNone/>
              <a:defRPr sz="900" b="0">
                <a:solidFill>
                  <a:srgbClr val="627D98"/>
                </a:solidFill>
                <a:latin typeface="Helvetica Neue"/>
                <a:ea typeface="Helvetica Neue"/>
                <a:cs typeface="Helvetica Neue"/>
              </a:defRPr>
            </a:lvl9pPr>
          </a:lstStyle>
          <a:p>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5/11</a:t>
            </a:r>
            <a:endParaRPr sz="900" b="0">
              <a:solidFill>
                <a:srgbClr val="627D98"/>
              </a:solidFill>
              <a:latin typeface="Helvetica Neue"/>
              <a:ea typeface="Helvetica Neue"/>
              <a:cs typeface="Helvetica Neue"/>
            </a:endParaRPr>
          </a:p>
        </p:txBody>
      </p:sp>
      <p:sp>
        <p:nvSpPr>
          <p:cNvPr id="6" name="圆角矩形 5"/>
          <p:cNvSpPr>
            <a:spLocks noGrp="1"/>
          </p:cNvSpPr>
          <p:nvPr/>
        </p:nvSpPr>
        <p:spPr>
          <a:xfrm>
            <a:off x="476250" y="2000250"/>
            <a:ext cx="1952625" cy="1524000"/>
          </a:xfrm>
          <a:prstGeom prst="roundRect">
            <a:avLst>
              <a:gd name="adj" fmla="val 5000"/>
            </a:avLst>
          </a:prstGeom>
          <a:solidFill>
            <a:srgbClr val="EAF1FF"/>
          </a:solidFill>
          <a:ln w="19050">
            <a:solidFill>
              <a:srgbClr val="2F6BFF"/>
            </a:solidFill>
          </a:ln>
        </p:spPr>
      </p:sp>
      <p:sp>
        <p:nvSpPr>
          <p:cNvPr id="7" name="矩形 6"/>
          <p:cNvSpPr>
            <a:spLocks noGrp="1"/>
          </p:cNvSpPr>
          <p:nvPr/>
        </p:nvSpPr>
        <p:spPr>
          <a:xfrm>
            <a:off x="647700" y="2114550"/>
            <a:ext cx="1609725" cy="323850"/>
          </a:xfrm>
          <a:prstGeom prst="rect">
            <a:avLst/>
          </a:prstGeom>
          <a:noFill/>
          <a:ln w="0">
            <a:noFill/>
          </a:ln>
        </p:spPr>
        <p:txBody>
          <a:bodyPr anchor="ctr">
            <a:noAutofit/>
          </a:bodyPr>
          <a:lstStyle>
            <a:defPPr algn="l">
              <a:defRPr sz="1650" b="1">
                <a:solidFill>
                  <a:srgbClr val="2F6BFF"/>
                </a:solidFill>
                <a:latin typeface="Helvetica Neue"/>
                <a:ea typeface="Helvetica Neue"/>
                <a:cs typeface="Helvetica Neue"/>
              </a:defRPr>
            </a:defPPr>
            <a:lvl1pPr algn="l">
              <a:buNone/>
              <a:defRPr sz="1650" b="1">
                <a:solidFill>
                  <a:srgbClr val="2F6BFF"/>
                </a:solidFill>
                <a:latin typeface="Helvetica Neue"/>
                <a:ea typeface="Helvetica Neue"/>
                <a:cs typeface="Helvetica Neue"/>
              </a:defRPr>
            </a:lvl1pPr>
            <a:lvl2pPr algn="l">
              <a:buNone/>
              <a:defRPr sz="1650" b="1">
                <a:solidFill>
                  <a:srgbClr val="2F6BFF"/>
                </a:solidFill>
                <a:latin typeface="Helvetica Neue"/>
                <a:ea typeface="Helvetica Neue"/>
                <a:cs typeface="Helvetica Neue"/>
              </a:defRPr>
            </a:lvl2pPr>
            <a:lvl3pPr algn="l">
              <a:buNone/>
              <a:defRPr sz="1650" b="1">
                <a:solidFill>
                  <a:srgbClr val="2F6BFF"/>
                </a:solidFill>
                <a:latin typeface="Helvetica Neue"/>
                <a:ea typeface="Helvetica Neue"/>
                <a:cs typeface="Helvetica Neue"/>
              </a:defRPr>
            </a:lvl3pPr>
            <a:lvl4pPr algn="l">
              <a:buNone/>
              <a:defRPr sz="1650" b="1">
                <a:solidFill>
                  <a:srgbClr val="2F6BFF"/>
                </a:solidFill>
                <a:latin typeface="Helvetica Neue"/>
                <a:ea typeface="Helvetica Neue"/>
                <a:cs typeface="Helvetica Neue"/>
              </a:defRPr>
            </a:lvl4pPr>
            <a:lvl5pPr algn="l">
              <a:buNone/>
              <a:defRPr sz="1650" b="1">
                <a:solidFill>
                  <a:srgbClr val="2F6BFF"/>
                </a:solidFill>
                <a:latin typeface="Helvetica Neue"/>
                <a:ea typeface="Helvetica Neue"/>
                <a:cs typeface="Helvetica Neue"/>
              </a:defRPr>
            </a:lvl5pPr>
            <a:lvl6pPr algn="l">
              <a:buNone/>
              <a:defRPr sz="1650" b="1">
                <a:solidFill>
                  <a:srgbClr val="2F6BFF"/>
                </a:solidFill>
                <a:latin typeface="Helvetica Neue"/>
                <a:ea typeface="Helvetica Neue"/>
                <a:cs typeface="Helvetica Neue"/>
              </a:defRPr>
            </a:lvl6pPr>
            <a:lvl7pPr algn="l">
              <a:buNone/>
              <a:defRPr sz="1650" b="1">
                <a:solidFill>
                  <a:srgbClr val="2F6BFF"/>
                </a:solidFill>
                <a:latin typeface="Helvetica Neue"/>
                <a:ea typeface="Helvetica Neue"/>
                <a:cs typeface="Helvetica Neue"/>
              </a:defRPr>
            </a:lvl7pPr>
            <a:lvl8pPr algn="l">
              <a:buNone/>
              <a:defRPr sz="1650" b="1">
                <a:solidFill>
                  <a:srgbClr val="2F6BFF"/>
                </a:solidFill>
                <a:latin typeface="Helvetica Neue"/>
                <a:ea typeface="Helvetica Neue"/>
                <a:cs typeface="Helvetica Neue"/>
              </a:defRPr>
            </a:lvl8pPr>
            <a:lvl9pPr algn="l">
              <a:buNone/>
              <a:defRPr sz="1650" b="1">
                <a:solidFill>
                  <a:srgbClr val="2F6BFF"/>
                </a:solidFill>
                <a:latin typeface="Helvetica Neue"/>
                <a:ea typeface="Helvetica Neue"/>
                <a:cs typeface="Helvetica Neue"/>
              </a:defRPr>
            </a:lvl9pPr>
          </a:lstStyle>
          <a:p>
            <a:pPr algn="l">
              <a:buNone/>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36 pairs</a:t>
            </a:r>
            <a:endParaRPr sz="1650" b="1">
              <a:solidFill>
                <a:srgbClr val="2F6BFF"/>
              </a:solidFill>
              <a:latin typeface="Helvetica Neue"/>
              <a:ea typeface="Helvetica Neue"/>
              <a:cs typeface="Helvetica Neue"/>
            </a:endParaRPr>
          </a:p>
        </p:txBody>
      </p:sp>
      <p:sp>
        <p:nvSpPr>
          <p:cNvPr id="8" name="矩形 7"/>
          <p:cNvSpPr>
            <a:spLocks noGrp="1"/>
          </p:cNvSpPr>
          <p:nvPr/>
        </p:nvSpPr>
        <p:spPr>
          <a:xfrm>
            <a:off x="647700" y="2495550"/>
            <a:ext cx="1609725" cy="952500"/>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425" b="0">
                <a:solidFill>
                  <a:srgbClr val="243B53"/>
                </a:solidFill>
                <a:latin typeface="Helvetica Neue"/>
                <a:ea typeface="Helvetica Neue"/>
                <a:cs typeface="Helvetica Neue"/>
              </a:rPr>
              <a:t>Same person and audio</a:t>
            </a:r>
          </a:p>
          <a:p>
            <a:pPr algn="l">
              <a:buNone/>
              <a:defRPr sz="1275" b="0">
                <a:solidFill>
                  <a:srgbClr val="243B53"/>
                </a:solidFill>
                <a:latin typeface="Helvetica Neue"/>
                <a:ea typeface="Helvetica Neue"/>
                <a:cs typeface="Helvetica Neue"/>
              </a:defRPr>
            </a:pPr>
            <a:r>
              <a:rPr sz="1425" b="0">
                <a:solidFill>
                  <a:srgbClr val="243B53"/>
                </a:solidFill>
                <a:latin typeface="Helvetica Neue"/>
                <a:ea typeface="Helvetica Neue"/>
                <a:cs typeface="Helvetica Neue"/>
              </a:rPr>
              <a:t>36 real + 36 fake</a:t>
            </a:r>
          </a:p>
        </p:txBody>
      </p:sp>
      <p:sp>
        <p:nvSpPr>
          <p:cNvPr id="9" name="直接连接符 8"/>
          <p:cNvSpPr>
            <a:spLocks noGrp="1"/>
          </p:cNvSpPr>
          <p:nvPr/>
        </p:nvSpPr>
        <p:spPr>
          <a:xfrm>
            <a:off x="2428875" y="2762250"/>
            <a:ext cx="381000" cy="0"/>
          </a:xfrm>
          <a:prstGeom prst="line">
            <a:avLst/>
          </a:prstGeom>
          <a:noFill/>
          <a:ln w="19050">
            <a:solidFill>
              <a:srgbClr val="627D98"/>
            </a:solidFill>
          </a:ln>
        </p:spPr>
      </p:sp>
      <p:sp>
        <p:nvSpPr>
          <p:cNvPr id="10" name="圆角矩形 9"/>
          <p:cNvSpPr>
            <a:spLocks noGrp="1"/>
          </p:cNvSpPr>
          <p:nvPr/>
        </p:nvSpPr>
        <p:spPr>
          <a:xfrm>
            <a:off x="2809875" y="2000250"/>
            <a:ext cx="1952625" cy="1524000"/>
          </a:xfrm>
          <a:prstGeom prst="roundRect">
            <a:avLst>
              <a:gd name="adj" fmla="val 5000"/>
            </a:avLst>
          </a:prstGeom>
          <a:solidFill>
            <a:srgbClr val="E7F7F5"/>
          </a:solidFill>
          <a:ln w="19050">
            <a:solidFill>
              <a:srgbClr val="159E9C"/>
            </a:solidFill>
          </a:ln>
        </p:spPr>
      </p:sp>
      <p:sp>
        <p:nvSpPr>
          <p:cNvPr id="11" name="矩形 10"/>
          <p:cNvSpPr>
            <a:spLocks noGrp="1"/>
          </p:cNvSpPr>
          <p:nvPr/>
        </p:nvSpPr>
        <p:spPr>
          <a:xfrm>
            <a:off x="2981325" y="2114550"/>
            <a:ext cx="1609725" cy="323850"/>
          </a:xfrm>
          <a:prstGeom prst="rect">
            <a:avLst/>
          </a:prstGeom>
          <a:noFill/>
          <a:ln w="0">
            <a:noFill/>
          </a:ln>
        </p:spPr>
        <p:txBody>
          <a:bodyPr anchor="ctr">
            <a:noAutofit/>
          </a:bodyPr>
          <a:lstStyle>
            <a:defPPr algn="l">
              <a:defRPr sz="1650" b="1">
                <a:solidFill>
                  <a:srgbClr val="159E9C"/>
                </a:solidFill>
                <a:latin typeface="Helvetica Neue"/>
                <a:ea typeface="Helvetica Neue"/>
                <a:cs typeface="Helvetica Neue"/>
              </a:defRPr>
            </a:defPPr>
            <a:lvl1pPr algn="l">
              <a:buNone/>
              <a:defRPr sz="1650" b="1">
                <a:solidFill>
                  <a:srgbClr val="159E9C"/>
                </a:solidFill>
                <a:latin typeface="Helvetica Neue"/>
                <a:ea typeface="Helvetica Neue"/>
                <a:cs typeface="Helvetica Neue"/>
              </a:defRPr>
            </a:lvl1pPr>
            <a:lvl2pPr algn="l">
              <a:buNone/>
              <a:defRPr sz="1650" b="1">
                <a:solidFill>
                  <a:srgbClr val="159E9C"/>
                </a:solidFill>
                <a:latin typeface="Helvetica Neue"/>
                <a:ea typeface="Helvetica Neue"/>
                <a:cs typeface="Helvetica Neue"/>
              </a:defRPr>
            </a:lvl2pPr>
            <a:lvl3pPr algn="l">
              <a:buNone/>
              <a:defRPr sz="1650" b="1">
                <a:solidFill>
                  <a:srgbClr val="159E9C"/>
                </a:solidFill>
                <a:latin typeface="Helvetica Neue"/>
                <a:ea typeface="Helvetica Neue"/>
                <a:cs typeface="Helvetica Neue"/>
              </a:defRPr>
            </a:lvl3pPr>
            <a:lvl4pPr algn="l">
              <a:buNone/>
              <a:defRPr sz="1650" b="1">
                <a:solidFill>
                  <a:srgbClr val="159E9C"/>
                </a:solidFill>
                <a:latin typeface="Helvetica Neue"/>
                <a:ea typeface="Helvetica Neue"/>
                <a:cs typeface="Helvetica Neue"/>
              </a:defRPr>
            </a:lvl4pPr>
            <a:lvl5pPr algn="l">
              <a:buNone/>
              <a:defRPr sz="1650" b="1">
                <a:solidFill>
                  <a:srgbClr val="159E9C"/>
                </a:solidFill>
                <a:latin typeface="Helvetica Neue"/>
                <a:ea typeface="Helvetica Neue"/>
                <a:cs typeface="Helvetica Neue"/>
              </a:defRPr>
            </a:lvl5pPr>
            <a:lvl6pPr algn="l">
              <a:buNone/>
              <a:defRPr sz="1650" b="1">
                <a:solidFill>
                  <a:srgbClr val="159E9C"/>
                </a:solidFill>
                <a:latin typeface="Helvetica Neue"/>
                <a:ea typeface="Helvetica Neue"/>
                <a:cs typeface="Helvetica Neue"/>
              </a:defRPr>
            </a:lvl6pPr>
            <a:lvl7pPr algn="l">
              <a:buNone/>
              <a:defRPr sz="1650" b="1">
                <a:solidFill>
                  <a:srgbClr val="159E9C"/>
                </a:solidFill>
                <a:latin typeface="Helvetica Neue"/>
                <a:ea typeface="Helvetica Neue"/>
                <a:cs typeface="Helvetica Neue"/>
              </a:defRPr>
            </a:lvl7pPr>
            <a:lvl8pPr algn="l">
              <a:buNone/>
              <a:defRPr sz="1650" b="1">
                <a:solidFill>
                  <a:srgbClr val="159E9C"/>
                </a:solidFill>
                <a:latin typeface="Helvetica Neue"/>
                <a:ea typeface="Helvetica Neue"/>
                <a:cs typeface="Helvetica Neue"/>
              </a:defRPr>
            </a:lvl8pPr>
            <a:lvl9pPr algn="l">
              <a:buNone/>
              <a:defRPr sz="1650" b="1">
                <a:solidFill>
                  <a:srgbClr val="159E9C"/>
                </a:solidFill>
                <a:latin typeface="Helvetica Neue"/>
                <a:ea typeface="Helvetica Neue"/>
                <a:cs typeface="Helvetica Neue"/>
              </a:defRPr>
            </a:lvl9pPr>
          </a:lstStyle>
          <a:p>
            <a:pPr algn="l">
              <a:buNone/>
              <a:defRPr sz="1650" b="1">
                <a:solidFill>
                  <a:srgbClr val="159E9C"/>
                </a:solidFill>
                <a:latin typeface="Helvetica Neue"/>
                <a:ea typeface="Helvetica Neue"/>
                <a:cs typeface="Helvetica Neue"/>
              </a:defRPr>
            </a:pPr>
            <a:r>
              <a:rPr sz="1650" b="1">
                <a:solidFill>
                  <a:srgbClr val="159E9C"/>
                </a:solidFill>
                <a:latin typeface="Helvetica Neue"/>
                <a:ea typeface="Helvetica Neue"/>
                <a:cs typeface="Helvetica Neue"/>
              </a:rPr>
              <a:t>Mouth signals</a:t>
            </a:r>
            <a:endParaRPr sz="1650" b="1">
              <a:solidFill>
                <a:srgbClr val="159E9C"/>
              </a:solidFill>
              <a:latin typeface="Helvetica Neue"/>
              <a:ea typeface="Helvetica Neue"/>
              <a:cs typeface="Helvetica Neue"/>
            </a:endParaRPr>
          </a:p>
        </p:txBody>
      </p:sp>
      <p:sp>
        <p:nvSpPr>
          <p:cNvPr id="12" name="矩形 11"/>
          <p:cNvSpPr>
            <a:spLocks noGrp="1"/>
          </p:cNvSpPr>
          <p:nvPr/>
        </p:nvSpPr>
        <p:spPr>
          <a:xfrm>
            <a:off x="2981325" y="2495550"/>
            <a:ext cx="1609725" cy="952500"/>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425" b="0">
                <a:solidFill>
                  <a:srgbClr val="243B53"/>
                </a:solidFill>
                <a:latin typeface="Helvetica Neue"/>
                <a:ea typeface="Helvetica Neue"/>
                <a:cs typeface="Helvetica Neue"/>
              </a:rPr>
              <a:t>Opening and width</a:t>
            </a:r>
          </a:p>
          <a:p>
            <a:pPr algn="l">
              <a:buNone/>
              <a:defRPr sz="1275" b="0">
                <a:solidFill>
                  <a:srgbClr val="243B53"/>
                </a:solidFill>
                <a:latin typeface="Helvetica Neue"/>
                <a:ea typeface="Helvetica Neue"/>
                <a:cs typeface="Helvetica Neue"/>
              </a:defRPr>
            </a:pPr>
            <a:r>
              <a:rPr sz="1425" b="0">
                <a:solidFill>
                  <a:srgbClr val="243B53"/>
                </a:solidFill>
                <a:latin typeface="Helvetica Neue"/>
                <a:ea typeface="Helvetica Neue"/>
                <a:cs typeface="Helvetica Neue"/>
              </a:rPr>
              <a:t>Movement speed</a:t>
            </a:r>
          </a:p>
        </p:txBody>
      </p:sp>
      <p:sp>
        <p:nvSpPr>
          <p:cNvPr id="13" name="直接连接符 12"/>
          <p:cNvSpPr>
            <a:spLocks noGrp="1"/>
          </p:cNvSpPr>
          <p:nvPr/>
        </p:nvSpPr>
        <p:spPr>
          <a:xfrm>
            <a:off x="4762500" y="2762250"/>
            <a:ext cx="381000" cy="0"/>
          </a:xfrm>
          <a:prstGeom prst="line">
            <a:avLst/>
          </a:prstGeom>
          <a:noFill/>
          <a:ln w="19050">
            <a:solidFill>
              <a:srgbClr val="627D98"/>
            </a:solidFill>
          </a:ln>
        </p:spPr>
      </p:sp>
      <p:sp>
        <p:nvSpPr>
          <p:cNvPr id="14" name="圆角矩形 13"/>
          <p:cNvSpPr>
            <a:spLocks noGrp="1"/>
          </p:cNvSpPr>
          <p:nvPr/>
        </p:nvSpPr>
        <p:spPr>
          <a:xfrm>
            <a:off x="5143500" y="2000250"/>
            <a:ext cx="1952625" cy="1524000"/>
          </a:xfrm>
          <a:prstGeom prst="roundRect">
            <a:avLst>
              <a:gd name="adj" fmla="val 5000"/>
            </a:avLst>
          </a:prstGeom>
          <a:solidFill>
            <a:srgbClr val="FFF2E2"/>
          </a:solidFill>
          <a:ln w="19050">
            <a:solidFill>
              <a:srgbClr val="E67E22"/>
            </a:solidFill>
          </a:ln>
        </p:spPr>
      </p:sp>
      <p:sp>
        <p:nvSpPr>
          <p:cNvPr id="15" name="矩形 14"/>
          <p:cNvSpPr>
            <a:spLocks noGrp="1"/>
          </p:cNvSpPr>
          <p:nvPr/>
        </p:nvSpPr>
        <p:spPr>
          <a:xfrm>
            <a:off x="5314950" y="2114550"/>
            <a:ext cx="1609725" cy="323850"/>
          </a:xfrm>
          <a:prstGeom prst="rect">
            <a:avLst/>
          </a:prstGeom>
          <a:noFill/>
          <a:ln w="0">
            <a:noFill/>
          </a:ln>
        </p:spPr>
        <p:txBody>
          <a:bodyPr anchor="ctr">
            <a:noAutofit/>
          </a:bodyPr>
          <a:lstStyle>
            <a:defPPr algn="l">
              <a:defRPr sz="1650" b="1">
                <a:solidFill>
                  <a:srgbClr val="E67E22"/>
                </a:solidFill>
                <a:latin typeface="Helvetica Neue"/>
                <a:ea typeface="Helvetica Neue"/>
                <a:cs typeface="Helvetica Neue"/>
              </a:defRPr>
            </a:defPPr>
            <a:lvl1pPr algn="l">
              <a:buNone/>
              <a:defRPr sz="1650" b="1">
                <a:solidFill>
                  <a:srgbClr val="E67E22"/>
                </a:solidFill>
                <a:latin typeface="Helvetica Neue"/>
                <a:ea typeface="Helvetica Neue"/>
                <a:cs typeface="Helvetica Neue"/>
              </a:defRPr>
            </a:lvl1pPr>
            <a:lvl2pPr algn="l">
              <a:buNone/>
              <a:defRPr sz="1650" b="1">
                <a:solidFill>
                  <a:srgbClr val="E67E22"/>
                </a:solidFill>
                <a:latin typeface="Helvetica Neue"/>
                <a:ea typeface="Helvetica Neue"/>
                <a:cs typeface="Helvetica Neue"/>
              </a:defRPr>
            </a:lvl2pPr>
            <a:lvl3pPr algn="l">
              <a:buNone/>
              <a:defRPr sz="1650" b="1">
                <a:solidFill>
                  <a:srgbClr val="E67E22"/>
                </a:solidFill>
                <a:latin typeface="Helvetica Neue"/>
                <a:ea typeface="Helvetica Neue"/>
                <a:cs typeface="Helvetica Neue"/>
              </a:defRPr>
            </a:lvl3pPr>
            <a:lvl4pPr algn="l">
              <a:buNone/>
              <a:defRPr sz="1650" b="1">
                <a:solidFill>
                  <a:srgbClr val="E67E22"/>
                </a:solidFill>
                <a:latin typeface="Helvetica Neue"/>
                <a:ea typeface="Helvetica Neue"/>
                <a:cs typeface="Helvetica Neue"/>
              </a:defRPr>
            </a:lvl4pPr>
            <a:lvl5pPr algn="l">
              <a:buNone/>
              <a:defRPr sz="1650" b="1">
                <a:solidFill>
                  <a:srgbClr val="E67E22"/>
                </a:solidFill>
                <a:latin typeface="Helvetica Neue"/>
                <a:ea typeface="Helvetica Neue"/>
                <a:cs typeface="Helvetica Neue"/>
              </a:defRPr>
            </a:lvl5pPr>
            <a:lvl6pPr algn="l">
              <a:buNone/>
              <a:defRPr sz="1650" b="1">
                <a:solidFill>
                  <a:srgbClr val="E67E22"/>
                </a:solidFill>
                <a:latin typeface="Helvetica Neue"/>
                <a:ea typeface="Helvetica Neue"/>
                <a:cs typeface="Helvetica Neue"/>
              </a:defRPr>
            </a:lvl6pPr>
            <a:lvl7pPr algn="l">
              <a:buNone/>
              <a:defRPr sz="1650" b="1">
                <a:solidFill>
                  <a:srgbClr val="E67E22"/>
                </a:solidFill>
                <a:latin typeface="Helvetica Neue"/>
                <a:ea typeface="Helvetica Neue"/>
                <a:cs typeface="Helvetica Neue"/>
              </a:defRPr>
            </a:lvl7pPr>
            <a:lvl8pPr algn="l">
              <a:buNone/>
              <a:defRPr sz="1650" b="1">
                <a:solidFill>
                  <a:srgbClr val="E67E22"/>
                </a:solidFill>
                <a:latin typeface="Helvetica Neue"/>
                <a:ea typeface="Helvetica Neue"/>
                <a:cs typeface="Helvetica Neue"/>
              </a:defRPr>
            </a:lvl8pPr>
            <a:lvl9pPr algn="l">
              <a:buNone/>
              <a:defRPr sz="1650" b="1">
                <a:solidFill>
                  <a:srgbClr val="E67E22"/>
                </a:solidFill>
                <a:latin typeface="Helvetica Neue"/>
                <a:ea typeface="Helvetica Neue"/>
                <a:cs typeface="Helvetica Neue"/>
              </a:defRPr>
            </a:lvl9pPr>
          </a:lstStyle>
          <a:p>
            <a:pPr algn="l">
              <a:buNone/>
              <a:defRPr sz="1650" b="1">
                <a:solidFill>
                  <a:srgbClr val="E67E22"/>
                </a:solidFill>
                <a:latin typeface="Helvetica Neue"/>
                <a:ea typeface="Helvetica Neue"/>
                <a:cs typeface="Helvetica Neue"/>
              </a:defRPr>
            </a:pPr>
            <a:r>
              <a:rPr sz="1575" b="1">
                <a:solidFill>
                  <a:srgbClr val="E67E22"/>
                </a:solidFill>
                <a:latin typeface="Helvetica Neue"/>
                <a:ea typeface="Helvetica Neue"/>
                <a:cs typeface="Helvetica Neue"/>
              </a:rPr>
              <a:t>Speech timing</a:t>
            </a:r>
          </a:p>
        </p:txBody>
      </p:sp>
      <p:sp>
        <p:nvSpPr>
          <p:cNvPr id="16" name="矩形 15"/>
          <p:cNvSpPr>
            <a:spLocks noGrp="1"/>
          </p:cNvSpPr>
          <p:nvPr/>
        </p:nvSpPr>
        <p:spPr>
          <a:xfrm>
            <a:off x="5314950" y="2495550"/>
            <a:ext cx="1609725" cy="952500"/>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425" b="0">
                <a:solidFill>
                  <a:srgbClr val="243B53"/>
                </a:solidFill>
                <a:latin typeface="Helvetica Neue"/>
                <a:ea typeface="Helvetica Neue"/>
                <a:cs typeface="Helvetica Neue"/>
              </a:rPr>
              <a:t>Whisper word times</a:t>
            </a:r>
          </a:p>
          <a:p>
            <a:pPr algn="l">
              <a:buNone/>
              <a:defRPr sz="1275" b="0">
                <a:solidFill>
                  <a:srgbClr val="243B53"/>
                </a:solidFill>
                <a:latin typeface="Helvetica Neue"/>
                <a:ea typeface="Helvetica Neue"/>
                <a:cs typeface="Helvetica Neue"/>
              </a:defRPr>
            </a:pPr>
            <a:r>
              <a:rPr sz="1425" b="0">
                <a:solidFill>
                  <a:srgbClr val="243B53"/>
                </a:solidFill>
                <a:latin typeface="Helvetica Neue"/>
                <a:ea typeface="Helvetica Neue"/>
                <a:cs typeface="Helvetica Neue"/>
              </a:rPr>
              <a:t>Approximate phones</a:t>
            </a:r>
          </a:p>
        </p:txBody>
      </p:sp>
      <p:sp>
        <p:nvSpPr>
          <p:cNvPr id="17" name="直接连接符 16"/>
          <p:cNvSpPr>
            <a:spLocks noGrp="1"/>
          </p:cNvSpPr>
          <p:nvPr/>
        </p:nvSpPr>
        <p:spPr>
          <a:xfrm>
            <a:off x="7096125" y="2762250"/>
            <a:ext cx="381000" cy="0"/>
          </a:xfrm>
          <a:prstGeom prst="line">
            <a:avLst/>
          </a:prstGeom>
          <a:noFill/>
          <a:ln w="19050">
            <a:solidFill>
              <a:srgbClr val="627D98"/>
            </a:solidFill>
          </a:ln>
        </p:spPr>
      </p:sp>
      <p:sp>
        <p:nvSpPr>
          <p:cNvPr id="18" name="圆角矩形 17"/>
          <p:cNvSpPr>
            <a:spLocks noGrp="1"/>
          </p:cNvSpPr>
          <p:nvPr/>
        </p:nvSpPr>
        <p:spPr>
          <a:xfrm>
            <a:off x="7477125" y="2000250"/>
            <a:ext cx="1952625" cy="1524000"/>
          </a:xfrm>
          <a:prstGeom prst="roundRect">
            <a:avLst>
              <a:gd name="adj" fmla="val 5000"/>
            </a:avLst>
          </a:prstGeom>
          <a:solidFill>
            <a:srgbClr val="FCECEC"/>
          </a:solidFill>
          <a:ln w="19050">
            <a:solidFill>
              <a:srgbClr val="D64545"/>
            </a:solidFill>
          </a:ln>
        </p:spPr>
      </p:sp>
      <p:sp>
        <p:nvSpPr>
          <p:cNvPr id="19" name="矩形 18"/>
          <p:cNvSpPr>
            <a:spLocks noGrp="1"/>
          </p:cNvSpPr>
          <p:nvPr/>
        </p:nvSpPr>
        <p:spPr>
          <a:xfrm>
            <a:off x="7648575" y="2114550"/>
            <a:ext cx="1609725" cy="323850"/>
          </a:xfrm>
          <a:prstGeom prst="rect">
            <a:avLst/>
          </a:prstGeom>
          <a:noFill/>
          <a:ln w="0">
            <a:noFill/>
          </a:ln>
        </p:spPr>
        <p:txBody>
          <a:bodyPr anchor="ctr">
            <a:noAutofit/>
          </a:bodyPr>
          <a:lstStyle>
            <a:defPPr algn="l">
              <a:defRPr sz="1650" b="1">
                <a:solidFill>
                  <a:srgbClr val="D64545"/>
                </a:solidFill>
                <a:latin typeface="Helvetica Neue"/>
                <a:ea typeface="Helvetica Neue"/>
                <a:cs typeface="Helvetica Neue"/>
              </a:defRPr>
            </a:defPPr>
            <a:lvl1pPr algn="l">
              <a:buNone/>
              <a:defRPr sz="1650" b="1">
                <a:solidFill>
                  <a:srgbClr val="D64545"/>
                </a:solidFill>
                <a:latin typeface="Helvetica Neue"/>
                <a:ea typeface="Helvetica Neue"/>
                <a:cs typeface="Helvetica Neue"/>
              </a:defRPr>
            </a:lvl1pPr>
            <a:lvl2pPr algn="l">
              <a:buNone/>
              <a:defRPr sz="1650" b="1">
                <a:solidFill>
                  <a:srgbClr val="D64545"/>
                </a:solidFill>
                <a:latin typeface="Helvetica Neue"/>
                <a:ea typeface="Helvetica Neue"/>
                <a:cs typeface="Helvetica Neue"/>
              </a:defRPr>
            </a:lvl2pPr>
            <a:lvl3pPr algn="l">
              <a:buNone/>
              <a:defRPr sz="1650" b="1">
                <a:solidFill>
                  <a:srgbClr val="D64545"/>
                </a:solidFill>
                <a:latin typeface="Helvetica Neue"/>
                <a:ea typeface="Helvetica Neue"/>
                <a:cs typeface="Helvetica Neue"/>
              </a:defRPr>
            </a:lvl3pPr>
            <a:lvl4pPr algn="l">
              <a:buNone/>
              <a:defRPr sz="1650" b="1">
                <a:solidFill>
                  <a:srgbClr val="D64545"/>
                </a:solidFill>
                <a:latin typeface="Helvetica Neue"/>
                <a:ea typeface="Helvetica Neue"/>
                <a:cs typeface="Helvetica Neue"/>
              </a:defRPr>
            </a:lvl4pPr>
            <a:lvl5pPr algn="l">
              <a:buNone/>
              <a:defRPr sz="1650" b="1">
                <a:solidFill>
                  <a:srgbClr val="D64545"/>
                </a:solidFill>
                <a:latin typeface="Helvetica Neue"/>
                <a:ea typeface="Helvetica Neue"/>
                <a:cs typeface="Helvetica Neue"/>
              </a:defRPr>
            </a:lvl5pPr>
            <a:lvl6pPr algn="l">
              <a:buNone/>
              <a:defRPr sz="1650" b="1">
                <a:solidFill>
                  <a:srgbClr val="D64545"/>
                </a:solidFill>
                <a:latin typeface="Helvetica Neue"/>
                <a:ea typeface="Helvetica Neue"/>
                <a:cs typeface="Helvetica Neue"/>
              </a:defRPr>
            </a:lvl6pPr>
            <a:lvl7pPr algn="l">
              <a:buNone/>
              <a:defRPr sz="1650" b="1">
                <a:solidFill>
                  <a:srgbClr val="D64545"/>
                </a:solidFill>
                <a:latin typeface="Helvetica Neue"/>
                <a:ea typeface="Helvetica Neue"/>
                <a:cs typeface="Helvetica Neue"/>
              </a:defRPr>
            </a:lvl7pPr>
            <a:lvl8pPr algn="l">
              <a:buNone/>
              <a:defRPr sz="1650" b="1">
                <a:solidFill>
                  <a:srgbClr val="D64545"/>
                </a:solidFill>
                <a:latin typeface="Helvetica Neue"/>
                <a:ea typeface="Helvetica Neue"/>
                <a:cs typeface="Helvetica Neue"/>
              </a:defRPr>
            </a:lvl8pPr>
            <a:lvl9pPr algn="l">
              <a:buNone/>
              <a:defRPr sz="1650" b="1">
                <a:solidFill>
                  <a:srgbClr val="D64545"/>
                </a:solidFill>
                <a:latin typeface="Helvetica Neue"/>
                <a:ea typeface="Helvetica Neue"/>
                <a:cs typeface="Helvetica Neue"/>
              </a:defRPr>
            </a:lvl9pPr>
          </a:lstStyle>
          <a:p>
            <a:pPr algn="l">
              <a:buNone/>
              <a:defRPr sz="1650" b="1">
                <a:solidFill>
                  <a:srgbClr val="D64545"/>
                </a:solidFill>
                <a:latin typeface="Helvetica Neue"/>
                <a:ea typeface="Helvetica Neue"/>
                <a:cs typeface="Helvetica Neue"/>
              </a:defRPr>
            </a:pPr>
            <a:r>
              <a:rPr sz="1575" b="1">
                <a:solidFill>
                  <a:srgbClr val="D64545"/>
                </a:solidFill>
                <a:latin typeface="Helvetica Neue"/>
                <a:ea typeface="Helvetica Neue"/>
                <a:cs typeface="Helvetica Neue"/>
              </a:rPr>
              <a:t>Feature sets</a:t>
            </a:r>
          </a:p>
        </p:txBody>
      </p:sp>
      <p:sp>
        <p:nvSpPr>
          <p:cNvPr id="20" name="矩形 19"/>
          <p:cNvSpPr>
            <a:spLocks noGrp="1"/>
          </p:cNvSpPr>
          <p:nvPr/>
        </p:nvSpPr>
        <p:spPr>
          <a:xfrm>
            <a:off x="7648575" y="2495550"/>
            <a:ext cx="1609725" cy="952500"/>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24 global features</a:t>
            </a:r>
          </a:p>
          <a:p>
            <a:pPr algn="l">
              <a:buNone/>
              <a:defRPr sz="1275"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60 window features</a:t>
            </a:r>
          </a:p>
          <a:p>
            <a:pPr algn="l">
              <a:buNone/>
              <a:defRPr sz="1275"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Context + shuffled</a:t>
            </a:r>
          </a:p>
        </p:txBody>
      </p:sp>
      <p:sp>
        <p:nvSpPr>
          <p:cNvPr id="21" name="直接连接符 20"/>
          <p:cNvSpPr>
            <a:spLocks noGrp="1"/>
          </p:cNvSpPr>
          <p:nvPr/>
        </p:nvSpPr>
        <p:spPr>
          <a:xfrm>
            <a:off x="9429750" y="2762250"/>
            <a:ext cx="381000" cy="0"/>
          </a:xfrm>
          <a:prstGeom prst="line">
            <a:avLst/>
          </a:prstGeom>
          <a:noFill/>
          <a:ln w="19050">
            <a:solidFill>
              <a:srgbClr val="627D98"/>
            </a:solidFill>
          </a:ln>
        </p:spPr>
      </p:sp>
      <p:sp>
        <p:nvSpPr>
          <p:cNvPr id="22" name="圆角矩形 21"/>
          <p:cNvSpPr>
            <a:spLocks noGrp="1"/>
          </p:cNvSpPr>
          <p:nvPr/>
        </p:nvSpPr>
        <p:spPr>
          <a:xfrm>
            <a:off x="9810750" y="2000250"/>
            <a:ext cx="1952625" cy="1524000"/>
          </a:xfrm>
          <a:prstGeom prst="roundRect">
            <a:avLst>
              <a:gd name="adj" fmla="val 5000"/>
            </a:avLst>
          </a:prstGeom>
          <a:solidFill>
            <a:srgbClr val="F4F7FB"/>
          </a:solidFill>
          <a:ln w="19050">
            <a:solidFill>
              <a:srgbClr val="102A43"/>
            </a:solidFill>
          </a:ln>
        </p:spPr>
      </p:sp>
      <p:sp>
        <p:nvSpPr>
          <p:cNvPr id="23" name="矩形 22"/>
          <p:cNvSpPr>
            <a:spLocks noGrp="1"/>
          </p:cNvSpPr>
          <p:nvPr/>
        </p:nvSpPr>
        <p:spPr>
          <a:xfrm>
            <a:off x="9982200" y="2114550"/>
            <a:ext cx="1609725" cy="323850"/>
          </a:xfrm>
          <a:prstGeom prst="rect">
            <a:avLst/>
          </a:prstGeom>
          <a:noFill/>
          <a:ln w="0">
            <a:noFill/>
          </a:ln>
        </p:spPr>
        <p:txBody>
          <a:bodyPr anchor="ctr">
            <a:noAutofit/>
          </a:bodyPr>
          <a:lstStyle>
            <a:defPPr algn="l">
              <a:defRPr sz="1650" b="1">
                <a:solidFill>
                  <a:srgbClr val="102A43"/>
                </a:solidFill>
                <a:latin typeface="Helvetica Neue"/>
                <a:ea typeface="Helvetica Neue"/>
                <a:cs typeface="Helvetica Neue"/>
              </a:defRPr>
            </a:defPPr>
            <a:lvl1pPr algn="l">
              <a:buNone/>
              <a:defRPr sz="1650" b="1">
                <a:solidFill>
                  <a:srgbClr val="102A43"/>
                </a:solidFill>
                <a:latin typeface="Helvetica Neue"/>
                <a:ea typeface="Helvetica Neue"/>
                <a:cs typeface="Helvetica Neue"/>
              </a:defRPr>
            </a:lvl1pPr>
            <a:lvl2pPr algn="l">
              <a:buNone/>
              <a:defRPr sz="1650" b="1">
                <a:solidFill>
                  <a:srgbClr val="102A43"/>
                </a:solidFill>
                <a:latin typeface="Helvetica Neue"/>
                <a:ea typeface="Helvetica Neue"/>
                <a:cs typeface="Helvetica Neue"/>
              </a:defRPr>
            </a:lvl2pPr>
            <a:lvl3pPr algn="l">
              <a:buNone/>
              <a:defRPr sz="1650" b="1">
                <a:solidFill>
                  <a:srgbClr val="102A43"/>
                </a:solidFill>
                <a:latin typeface="Helvetica Neue"/>
                <a:ea typeface="Helvetica Neue"/>
                <a:cs typeface="Helvetica Neue"/>
              </a:defRPr>
            </a:lvl3pPr>
            <a:lvl4pPr algn="l">
              <a:buNone/>
              <a:defRPr sz="1650" b="1">
                <a:solidFill>
                  <a:srgbClr val="102A43"/>
                </a:solidFill>
                <a:latin typeface="Helvetica Neue"/>
                <a:ea typeface="Helvetica Neue"/>
                <a:cs typeface="Helvetica Neue"/>
              </a:defRPr>
            </a:lvl4pPr>
            <a:lvl5pPr algn="l">
              <a:buNone/>
              <a:defRPr sz="1650" b="1">
                <a:solidFill>
                  <a:srgbClr val="102A43"/>
                </a:solidFill>
                <a:latin typeface="Helvetica Neue"/>
                <a:ea typeface="Helvetica Neue"/>
                <a:cs typeface="Helvetica Neue"/>
              </a:defRPr>
            </a:lvl5pPr>
            <a:lvl6pPr algn="l">
              <a:buNone/>
              <a:defRPr sz="1650" b="1">
                <a:solidFill>
                  <a:srgbClr val="102A43"/>
                </a:solidFill>
                <a:latin typeface="Helvetica Neue"/>
                <a:ea typeface="Helvetica Neue"/>
                <a:cs typeface="Helvetica Neue"/>
              </a:defRPr>
            </a:lvl6pPr>
            <a:lvl7pPr algn="l">
              <a:buNone/>
              <a:defRPr sz="1650" b="1">
                <a:solidFill>
                  <a:srgbClr val="102A43"/>
                </a:solidFill>
                <a:latin typeface="Helvetica Neue"/>
                <a:ea typeface="Helvetica Neue"/>
                <a:cs typeface="Helvetica Neue"/>
              </a:defRPr>
            </a:lvl7pPr>
            <a:lvl8pPr algn="l">
              <a:buNone/>
              <a:defRPr sz="1650" b="1">
                <a:solidFill>
                  <a:srgbClr val="102A43"/>
                </a:solidFill>
                <a:latin typeface="Helvetica Neue"/>
                <a:ea typeface="Helvetica Neue"/>
                <a:cs typeface="Helvetica Neue"/>
              </a:defRPr>
            </a:lvl8pPr>
            <a:lvl9pPr algn="l">
              <a:buNone/>
              <a:defRPr sz="1650" b="1">
                <a:solidFill>
                  <a:srgbClr val="102A43"/>
                </a:solidFill>
                <a:latin typeface="Helvetica Neue"/>
                <a:ea typeface="Helvetica Neue"/>
                <a:cs typeface="Helvetica Neue"/>
              </a:defRPr>
            </a:lvl9pPr>
          </a:lstStyle>
          <a:p>
            <a:pPr algn="l">
              <a:buNone/>
              <a:defRPr sz="1650" b="1">
                <a:solidFill>
                  <a:srgbClr val="102A43"/>
                </a:solidFill>
                <a:latin typeface="Helvetica Neue"/>
                <a:ea typeface="Helvetica Neue"/>
                <a:cs typeface="Helvetica Neue"/>
              </a:defRPr>
            </a:pPr>
            <a:r>
              <a:rPr sz="1575" b="1">
                <a:solidFill>
                  <a:srgbClr val="102A43"/>
                </a:solidFill>
                <a:latin typeface="Helvetica Neue"/>
                <a:ea typeface="Helvetica Neue"/>
                <a:cs typeface="Helvetica Neue"/>
              </a:rPr>
              <a:t>Grouped tests</a:t>
            </a:r>
          </a:p>
        </p:txBody>
      </p:sp>
      <p:sp>
        <p:nvSpPr>
          <p:cNvPr id="24" name="矩形 23"/>
          <p:cNvSpPr>
            <a:spLocks noGrp="1"/>
          </p:cNvSpPr>
          <p:nvPr/>
        </p:nvSpPr>
        <p:spPr>
          <a:xfrm>
            <a:off x="9982200" y="2495550"/>
            <a:ext cx="1609725" cy="952500"/>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20 runs, 4 folds each</a:t>
            </a:r>
          </a:p>
          <a:p>
            <a:pPr algn="l">
              <a:buNone/>
              <a:defRPr sz="1275"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Tune C in training</a:t>
            </a:r>
          </a:p>
        </p:txBody>
      </p:sp>
      <p:sp>
        <p:nvSpPr>
          <p:cNvPr id="25" name="矩形 24"/>
          <p:cNvSpPr>
            <a:spLocks noGrp="1"/>
          </p:cNvSpPr>
          <p:nvPr/>
        </p:nvSpPr>
        <p:spPr>
          <a:xfrm>
            <a:off x="809625" y="4048125"/>
            <a:ext cx="4953000" cy="476250"/>
          </a:xfrm>
          <a:prstGeom prst="rect">
            <a:avLst/>
          </a:prstGeom>
          <a:noFill/>
          <a:ln w="0">
            <a:noFill/>
          </a:ln>
        </p:spPr>
        <p:txBody>
          <a:bodyPr anchor="ctr">
            <a:noAutofit/>
          </a:bodyPr>
          <a:lstStyle>
            <a:defPPr algn="l">
              <a:defRPr sz="1650" b="1">
                <a:solidFill>
                  <a:srgbClr val="102A43"/>
                </a:solidFill>
                <a:latin typeface="Helvetica Neue"/>
                <a:ea typeface="Helvetica Neue"/>
                <a:cs typeface="Helvetica Neue"/>
              </a:defRPr>
            </a:defPPr>
            <a:lvl1pPr algn="l">
              <a:buNone/>
              <a:defRPr sz="1650" b="1">
                <a:solidFill>
                  <a:srgbClr val="102A43"/>
                </a:solidFill>
                <a:latin typeface="Helvetica Neue"/>
                <a:ea typeface="Helvetica Neue"/>
                <a:cs typeface="Helvetica Neue"/>
              </a:defRPr>
            </a:lvl1pPr>
            <a:lvl2pPr algn="l">
              <a:buNone/>
              <a:defRPr sz="1650" b="1">
                <a:solidFill>
                  <a:srgbClr val="102A43"/>
                </a:solidFill>
                <a:latin typeface="Helvetica Neue"/>
                <a:ea typeface="Helvetica Neue"/>
                <a:cs typeface="Helvetica Neue"/>
              </a:defRPr>
            </a:lvl2pPr>
            <a:lvl3pPr algn="l">
              <a:buNone/>
              <a:defRPr sz="1650" b="1">
                <a:solidFill>
                  <a:srgbClr val="102A43"/>
                </a:solidFill>
                <a:latin typeface="Helvetica Neue"/>
                <a:ea typeface="Helvetica Neue"/>
                <a:cs typeface="Helvetica Neue"/>
              </a:defRPr>
            </a:lvl3pPr>
            <a:lvl4pPr algn="l">
              <a:buNone/>
              <a:defRPr sz="1650" b="1">
                <a:solidFill>
                  <a:srgbClr val="102A43"/>
                </a:solidFill>
                <a:latin typeface="Helvetica Neue"/>
                <a:ea typeface="Helvetica Neue"/>
                <a:cs typeface="Helvetica Neue"/>
              </a:defRPr>
            </a:lvl4pPr>
            <a:lvl5pPr algn="l">
              <a:buNone/>
              <a:defRPr sz="1650" b="1">
                <a:solidFill>
                  <a:srgbClr val="102A43"/>
                </a:solidFill>
                <a:latin typeface="Helvetica Neue"/>
                <a:ea typeface="Helvetica Neue"/>
                <a:cs typeface="Helvetica Neue"/>
              </a:defRPr>
            </a:lvl5pPr>
            <a:lvl6pPr algn="l">
              <a:buNone/>
              <a:defRPr sz="1650" b="1">
                <a:solidFill>
                  <a:srgbClr val="102A43"/>
                </a:solidFill>
                <a:latin typeface="Helvetica Neue"/>
                <a:ea typeface="Helvetica Neue"/>
                <a:cs typeface="Helvetica Neue"/>
              </a:defRPr>
            </a:lvl6pPr>
            <a:lvl7pPr algn="l">
              <a:buNone/>
              <a:defRPr sz="1650" b="1">
                <a:solidFill>
                  <a:srgbClr val="102A43"/>
                </a:solidFill>
                <a:latin typeface="Helvetica Neue"/>
                <a:ea typeface="Helvetica Neue"/>
                <a:cs typeface="Helvetica Neue"/>
              </a:defRPr>
            </a:lvl7pPr>
            <a:lvl8pPr algn="l">
              <a:buNone/>
              <a:defRPr sz="1650" b="1">
                <a:solidFill>
                  <a:srgbClr val="102A43"/>
                </a:solidFill>
                <a:latin typeface="Helvetica Neue"/>
                <a:ea typeface="Helvetica Neue"/>
                <a:cs typeface="Helvetica Neue"/>
              </a:defRPr>
            </a:lvl8pPr>
            <a:lvl9pPr algn="l">
              <a:buNone/>
              <a:defRPr sz="1650" b="1">
                <a:solidFill>
                  <a:srgbClr val="102A43"/>
                </a:solidFill>
                <a:latin typeface="Helvetica Neue"/>
                <a:ea typeface="Helvetica Neue"/>
                <a:cs typeface="Helvetica Neue"/>
              </a:defRPr>
            </a:lvl9pPr>
          </a:lstStyle>
          <a:p>
            <a:pPr algn="l">
              <a:buNone/>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Global features describe the whole clip.</a:t>
            </a:r>
          </a:p>
        </p:txBody>
      </p:sp>
      <p:sp>
        <p:nvSpPr>
          <p:cNvPr id="26" name="矩形 25"/>
          <p:cNvSpPr>
            <a:spLocks noGrp="1"/>
          </p:cNvSpPr>
          <p:nvPr/>
        </p:nvSpPr>
        <p:spPr>
          <a:xfrm>
            <a:off x="809625" y="4572000"/>
            <a:ext cx="4953000" cy="476250"/>
          </a:xfrm>
          <a:prstGeom prst="rect">
            <a:avLst/>
          </a:prstGeom>
          <a:noFill/>
          <a:ln w="0">
            <a:noFill/>
          </a:ln>
        </p:spPr>
        <p:txBody>
          <a:bodyPr anchor="ctr">
            <a:noAutofit/>
          </a:bodyPr>
          <a:lstStyle>
            <a:defPPr algn="l">
              <a:defRPr sz="1500" b="0">
                <a:solidFill>
                  <a:srgbClr val="243B53"/>
                </a:solidFill>
                <a:latin typeface="Helvetica Neue"/>
                <a:ea typeface="Helvetica Neue"/>
                <a:cs typeface="Helvetica Neue"/>
              </a:defRPr>
            </a:defPPr>
            <a:lvl1pPr algn="l">
              <a:buNone/>
              <a:defRPr sz="1500" b="0">
                <a:solidFill>
                  <a:srgbClr val="243B53"/>
                </a:solidFill>
                <a:latin typeface="Helvetica Neue"/>
                <a:ea typeface="Helvetica Neue"/>
                <a:cs typeface="Helvetica Neue"/>
              </a:defRPr>
            </a:lvl1pPr>
            <a:lvl2pPr algn="l">
              <a:buNone/>
              <a:defRPr sz="1500" b="0">
                <a:solidFill>
                  <a:srgbClr val="243B53"/>
                </a:solidFill>
                <a:latin typeface="Helvetica Neue"/>
                <a:ea typeface="Helvetica Neue"/>
                <a:cs typeface="Helvetica Neue"/>
              </a:defRPr>
            </a:lvl2pPr>
            <a:lvl3pPr algn="l">
              <a:buNone/>
              <a:defRPr sz="1500" b="0">
                <a:solidFill>
                  <a:srgbClr val="243B53"/>
                </a:solidFill>
                <a:latin typeface="Helvetica Neue"/>
                <a:ea typeface="Helvetica Neue"/>
                <a:cs typeface="Helvetica Neue"/>
              </a:defRPr>
            </a:lvl3pPr>
            <a:lvl4pPr algn="l">
              <a:buNone/>
              <a:defRPr sz="1500" b="0">
                <a:solidFill>
                  <a:srgbClr val="243B53"/>
                </a:solidFill>
                <a:latin typeface="Helvetica Neue"/>
                <a:ea typeface="Helvetica Neue"/>
                <a:cs typeface="Helvetica Neue"/>
              </a:defRPr>
            </a:lvl4pPr>
            <a:lvl5pPr algn="l">
              <a:buNone/>
              <a:defRPr sz="1500" b="0">
                <a:solidFill>
                  <a:srgbClr val="243B53"/>
                </a:solidFill>
                <a:latin typeface="Helvetica Neue"/>
                <a:ea typeface="Helvetica Neue"/>
                <a:cs typeface="Helvetica Neue"/>
              </a:defRPr>
            </a:lvl5pPr>
            <a:lvl6pPr algn="l">
              <a:buNone/>
              <a:defRPr sz="1500" b="0">
                <a:solidFill>
                  <a:srgbClr val="243B53"/>
                </a:solidFill>
                <a:latin typeface="Helvetica Neue"/>
                <a:ea typeface="Helvetica Neue"/>
                <a:cs typeface="Helvetica Neue"/>
              </a:defRPr>
            </a:lvl6pPr>
            <a:lvl7pPr algn="l">
              <a:buNone/>
              <a:defRPr sz="1500" b="0">
                <a:solidFill>
                  <a:srgbClr val="243B53"/>
                </a:solidFill>
                <a:latin typeface="Helvetica Neue"/>
                <a:ea typeface="Helvetica Neue"/>
                <a:cs typeface="Helvetica Neue"/>
              </a:defRPr>
            </a:lvl7pPr>
            <a:lvl8pPr algn="l">
              <a:buNone/>
              <a:defRPr sz="1500" b="0">
                <a:solidFill>
                  <a:srgbClr val="243B53"/>
                </a:solidFill>
                <a:latin typeface="Helvetica Neue"/>
                <a:ea typeface="Helvetica Neue"/>
                <a:cs typeface="Helvetica Neue"/>
              </a:defRPr>
            </a:lvl8pPr>
            <a:lvl9pPr algn="l">
              <a:buNone/>
              <a:defRPr sz="1500" b="0">
                <a:solidFill>
                  <a:srgbClr val="243B53"/>
                </a:solidFill>
                <a:latin typeface="Helvetica Neue"/>
                <a:ea typeface="Helvetica Neue"/>
                <a:cs typeface="Helvetica Neue"/>
              </a:defRPr>
            </a:lvl9pPr>
          </a:lstStyle>
          <a:p>
            <a:pPr algn="l">
              <a:buNone/>
              <a:defRPr sz="1500" b="0">
                <a:solidFill>
                  <a:srgbClr val="243B53"/>
                </a:solidFill>
                <a:latin typeface="Helvetica Neue"/>
                <a:ea typeface="Helvetica Neue"/>
                <a:cs typeface="Helvetica Neue"/>
              </a:defRPr>
            </a:pPr>
            <a:r>
              <a:rPr sz="1650" b="0">
                <a:solidFill>
                  <a:srgbClr val="243B53"/>
                </a:solidFill>
                <a:latin typeface="Helvetica Neue"/>
                <a:ea typeface="Helvetica Neue"/>
                <a:cs typeface="Helvetica Neue"/>
              </a:rPr>
              <a:t>Short windows test local mouth changes.</a:t>
            </a:r>
          </a:p>
        </p:txBody>
      </p:sp>
      <p:sp>
        <p:nvSpPr>
          <p:cNvPr id="27" name="矩形 26"/>
          <p:cNvSpPr>
            <a:spLocks noGrp="1"/>
          </p:cNvSpPr>
          <p:nvPr/>
        </p:nvSpPr>
        <p:spPr>
          <a:xfrm>
            <a:off x="6572250" y="4048125"/>
            <a:ext cx="4953000" cy="476250"/>
          </a:xfrm>
          <a:prstGeom prst="rect">
            <a:avLst/>
          </a:prstGeom>
          <a:noFill/>
          <a:ln w="0">
            <a:noFill/>
          </a:ln>
        </p:spPr>
        <p:txBody>
          <a:bodyPr anchor="ctr">
            <a:noAutofit/>
          </a:bodyPr>
          <a:lstStyle>
            <a:defPPr algn="l">
              <a:defRPr sz="1650" b="1">
                <a:solidFill>
                  <a:srgbClr val="D64545"/>
                </a:solidFill>
                <a:latin typeface="Helvetica Neue"/>
                <a:ea typeface="Helvetica Neue"/>
                <a:cs typeface="Helvetica Neue"/>
              </a:defRPr>
            </a:defPPr>
            <a:lvl1pPr algn="l">
              <a:buNone/>
              <a:defRPr sz="1650" b="1">
                <a:solidFill>
                  <a:srgbClr val="D64545"/>
                </a:solidFill>
                <a:latin typeface="Helvetica Neue"/>
                <a:ea typeface="Helvetica Neue"/>
                <a:cs typeface="Helvetica Neue"/>
              </a:defRPr>
            </a:lvl1pPr>
            <a:lvl2pPr algn="l">
              <a:buNone/>
              <a:defRPr sz="1650" b="1">
                <a:solidFill>
                  <a:srgbClr val="D64545"/>
                </a:solidFill>
                <a:latin typeface="Helvetica Neue"/>
                <a:ea typeface="Helvetica Neue"/>
                <a:cs typeface="Helvetica Neue"/>
              </a:defRPr>
            </a:lvl2pPr>
            <a:lvl3pPr algn="l">
              <a:buNone/>
              <a:defRPr sz="1650" b="1">
                <a:solidFill>
                  <a:srgbClr val="D64545"/>
                </a:solidFill>
                <a:latin typeface="Helvetica Neue"/>
                <a:ea typeface="Helvetica Neue"/>
                <a:cs typeface="Helvetica Neue"/>
              </a:defRPr>
            </a:lvl3pPr>
            <a:lvl4pPr algn="l">
              <a:buNone/>
              <a:defRPr sz="1650" b="1">
                <a:solidFill>
                  <a:srgbClr val="D64545"/>
                </a:solidFill>
                <a:latin typeface="Helvetica Neue"/>
                <a:ea typeface="Helvetica Neue"/>
                <a:cs typeface="Helvetica Neue"/>
              </a:defRPr>
            </a:lvl4pPr>
            <a:lvl5pPr algn="l">
              <a:buNone/>
              <a:defRPr sz="1650" b="1">
                <a:solidFill>
                  <a:srgbClr val="D64545"/>
                </a:solidFill>
                <a:latin typeface="Helvetica Neue"/>
                <a:ea typeface="Helvetica Neue"/>
                <a:cs typeface="Helvetica Neue"/>
              </a:defRPr>
            </a:lvl5pPr>
            <a:lvl6pPr algn="l">
              <a:buNone/>
              <a:defRPr sz="1650" b="1">
                <a:solidFill>
                  <a:srgbClr val="D64545"/>
                </a:solidFill>
                <a:latin typeface="Helvetica Neue"/>
                <a:ea typeface="Helvetica Neue"/>
                <a:cs typeface="Helvetica Neue"/>
              </a:defRPr>
            </a:lvl6pPr>
            <a:lvl7pPr algn="l">
              <a:buNone/>
              <a:defRPr sz="1650" b="1">
                <a:solidFill>
                  <a:srgbClr val="D64545"/>
                </a:solidFill>
                <a:latin typeface="Helvetica Neue"/>
                <a:ea typeface="Helvetica Neue"/>
                <a:cs typeface="Helvetica Neue"/>
              </a:defRPr>
            </a:lvl7pPr>
            <a:lvl8pPr algn="l">
              <a:buNone/>
              <a:defRPr sz="1650" b="1">
                <a:solidFill>
                  <a:srgbClr val="D64545"/>
                </a:solidFill>
                <a:latin typeface="Helvetica Neue"/>
                <a:ea typeface="Helvetica Neue"/>
                <a:cs typeface="Helvetica Neue"/>
              </a:defRPr>
            </a:lvl8pPr>
            <a:lvl9pPr algn="l">
              <a:buNone/>
              <a:defRPr sz="1650" b="1">
                <a:solidFill>
                  <a:srgbClr val="D64545"/>
                </a:solidFill>
                <a:latin typeface="Helvetica Neue"/>
                <a:ea typeface="Helvetica Neue"/>
                <a:cs typeface="Helvetica Neue"/>
              </a:defRPr>
            </a:lvl9pPr>
          </a:lstStyle>
          <a:p>
            <a:pPr algn="l">
              <a:buNone/>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Context tests the role of speech sounds.</a:t>
            </a:r>
          </a:p>
        </p:txBody>
      </p:sp>
      <p:sp>
        <p:nvSpPr>
          <p:cNvPr id="28" name="矩形 27"/>
          <p:cNvSpPr>
            <a:spLocks noGrp="1"/>
          </p:cNvSpPr>
          <p:nvPr/>
        </p:nvSpPr>
        <p:spPr>
          <a:xfrm>
            <a:off x="6572250" y="4572000"/>
            <a:ext cx="4953000" cy="476250"/>
          </a:xfrm>
          <a:prstGeom prst="rect">
            <a:avLst/>
          </a:prstGeom>
          <a:noFill/>
          <a:ln w="0">
            <a:noFill/>
          </a:ln>
        </p:spPr>
        <p:txBody>
          <a:bodyPr anchor="ctr">
            <a:noAutofit/>
          </a:bodyPr>
          <a:lstStyle>
            <a:defPPr algn="l">
              <a:defRPr sz="1500" b="0">
                <a:solidFill>
                  <a:srgbClr val="243B53"/>
                </a:solidFill>
                <a:latin typeface="Helvetica Neue"/>
                <a:ea typeface="Helvetica Neue"/>
                <a:cs typeface="Helvetica Neue"/>
              </a:defRPr>
            </a:defPPr>
            <a:lvl1pPr algn="l">
              <a:buNone/>
              <a:defRPr sz="1500" b="0">
                <a:solidFill>
                  <a:srgbClr val="243B53"/>
                </a:solidFill>
                <a:latin typeface="Helvetica Neue"/>
                <a:ea typeface="Helvetica Neue"/>
                <a:cs typeface="Helvetica Neue"/>
              </a:defRPr>
            </a:lvl1pPr>
            <a:lvl2pPr algn="l">
              <a:buNone/>
              <a:defRPr sz="1500" b="0">
                <a:solidFill>
                  <a:srgbClr val="243B53"/>
                </a:solidFill>
                <a:latin typeface="Helvetica Neue"/>
                <a:ea typeface="Helvetica Neue"/>
                <a:cs typeface="Helvetica Neue"/>
              </a:defRPr>
            </a:lvl2pPr>
            <a:lvl3pPr algn="l">
              <a:buNone/>
              <a:defRPr sz="1500" b="0">
                <a:solidFill>
                  <a:srgbClr val="243B53"/>
                </a:solidFill>
                <a:latin typeface="Helvetica Neue"/>
                <a:ea typeface="Helvetica Neue"/>
                <a:cs typeface="Helvetica Neue"/>
              </a:defRPr>
            </a:lvl3pPr>
            <a:lvl4pPr algn="l">
              <a:buNone/>
              <a:defRPr sz="1500" b="0">
                <a:solidFill>
                  <a:srgbClr val="243B53"/>
                </a:solidFill>
                <a:latin typeface="Helvetica Neue"/>
                <a:ea typeface="Helvetica Neue"/>
                <a:cs typeface="Helvetica Neue"/>
              </a:defRPr>
            </a:lvl4pPr>
            <a:lvl5pPr algn="l">
              <a:buNone/>
              <a:defRPr sz="1500" b="0">
                <a:solidFill>
                  <a:srgbClr val="243B53"/>
                </a:solidFill>
                <a:latin typeface="Helvetica Neue"/>
                <a:ea typeface="Helvetica Neue"/>
                <a:cs typeface="Helvetica Neue"/>
              </a:defRPr>
            </a:lvl5pPr>
            <a:lvl6pPr algn="l">
              <a:buNone/>
              <a:defRPr sz="1500" b="0">
                <a:solidFill>
                  <a:srgbClr val="243B53"/>
                </a:solidFill>
                <a:latin typeface="Helvetica Neue"/>
                <a:ea typeface="Helvetica Neue"/>
                <a:cs typeface="Helvetica Neue"/>
              </a:defRPr>
            </a:lvl6pPr>
            <a:lvl7pPr algn="l">
              <a:buNone/>
              <a:defRPr sz="1500" b="0">
                <a:solidFill>
                  <a:srgbClr val="243B53"/>
                </a:solidFill>
                <a:latin typeface="Helvetica Neue"/>
                <a:ea typeface="Helvetica Neue"/>
                <a:cs typeface="Helvetica Neue"/>
              </a:defRPr>
            </a:lvl7pPr>
            <a:lvl8pPr algn="l">
              <a:buNone/>
              <a:defRPr sz="1500" b="0">
                <a:solidFill>
                  <a:srgbClr val="243B53"/>
                </a:solidFill>
                <a:latin typeface="Helvetica Neue"/>
                <a:ea typeface="Helvetica Neue"/>
                <a:cs typeface="Helvetica Neue"/>
              </a:defRPr>
            </a:lvl8pPr>
            <a:lvl9pPr algn="l">
              <a:buNone/>
              <a:defRPr sz="1500" b="0">
                <a:solidFill>
                  <a:srgbClr val="243B53"/>
                </a:solidFill>
                <a:latin typeface="Helvetica Neue"/>
                <a:ea typeface="Helvetica Neue"/>
                <a:cs typeface="Helvetica Neue"/>
              </a:defRPr>
            </a:lvl9pPr>
          </a:lstStyle>
          <a:p>
            <a:pPr algn="l">
              <a:buNone/>
              <a:defRPr sz="1500" b="0">
                <a:solidFill>
                  <a:srgbClr val="243B53"/>
                </a:solidFill>
                <a:latin typeface="Helvetica Neue"/>
                <a:ea typeface="Helvetica Neue"/>
                <a:cs typeface="Helvetica Neue"/>
              </a:defRPr>
            </a:pPr>
            <a:r>
              <a:rPr sz="1650" b="0">
                <a:solidFill>
                  <a:srgbClr val="243B53"/>
                </a:solidFill>
                <a:latin typeface="Helvetica Neue"/>
                <a:ea typeface="Helvetica Neue"/>
                <a:cs typeface="Helvetica Neue"/>
              </a:rPr>
              <a:t>Same logistic model keeps the test fair.</a:t>
            </a:r>
          </a:p>
        </p:txBody>
      </p:sp>
      <p:sp>
        <p:nvSpPr>
          <p:cNvPr id="29" name="矩形 28"/>
          <p:cNvSpPr>
            <a:spLocks noGrp="1"/>
          </p:cNvSpPr>
          <p:nvPr/>
        </p:nvSpPr>
        <p:spPr>
          <a:xfrm>
            <a:off x="809625" y="5524500"/>
            <a:ext cx="10668000" cy="666750"/>
          </a:xfrm>
          <a:prstGeom prst="rect">
            <a:avLst/>
          </a:prstGeom>
          <a:noFill/>
          <a:ln w="0">
            <a:noFill/>
          </a:ln>
        </p:spPr>
        <p:txBody>
          <a:bodyPr anchor="ctr">
            <a:noAutofit/>
          </a:bodyPr>
          <a:lstStyle>
            <a:defPPr algn="l">
              <a:defRPr sz="1350" b="1">
                <a:solidFill>
                  <a:srgbClr val="159E9C"/>
                </a:solidFill>
                <a:latin typeface="Helvetica Neue"/>
                <a:ea typeface="Helvetica Neue"/>
                <a:cs typeface="Helvetica Neue"/>
              </a:defRPr>
            </a:defPPr>
            <a:lvl1pPr algn="l">
              <a:buNone/>
              <a:defRPr sz="1350" b="1">
                <a:solidFill>
                  <a:srgbClr val="159E9C"/>
                </a:solidFill>
                <a:latin typeface="Helvetica Neue"/>
                <a:ea typeface="Helvetica Neue"/>
                <a:cs typeface="Helvetica Neue"/>
              </a:defRPr>
            </a:lvl1pPr>
            <a:lvl2pPr algn="l">
              <a:buNone/>
              <a:defRPr sz="1350" b="1">
                <a:solidFill>
                  <a:srgbClr val="159E9C"/>
                </a:solidFill>
                <a:latin typeface="Helvetica Neue"/>
                <a:ea typeface="Helvetica Neue"/>
                <a:cs typeface="Helvetica Neue"/>
              </a:defRPr>
            </a:lvl2pPr>
            <a:lvl3pPr algn="l">
              <a:buNone/>
              <a:defRPr sz="1350" b="1">
                <a:solidFill>
                  <a:srgbClr val="159E9C"/>
                </a:solidFill>
                <a:latin typeface="Helvetica Neue"/>
                <a:ea typeface="Helvetica Neue"/>
                <a:cs typeface="Helvetica Neue"/>
              </a:defRPr>
            </a:lvl3pPr>
            <a:lvl4pPr algn="l">
              <a:buNone/>
              <a:defRPr sz="1350" b="1">
                <a:solidFill>
                  <a:srgbClr val="159E9C"/>
                </a:solidFill>
                <a:latin typeface="Helvetica Neue"/>
                <a:ea typeface="Helvetica Neue"/>
                <a:cs typeface="Helvetica Neue"/>
              </a:defRPr>
            </a:lvl4pPr>
            <a:lvl5pPr algn="l">
              <a:buNone/>
              <a:defRPr sz="1350" b="1">
                <a:solidFill>
                  <a:srgbClr val="159E9C"/>
                </a:solidFill>
                <a:latin typeface="Helvetica Neue"/>
                <a:ea typeface="Helvetica Neue"/>
                <a:cs typeface="Helvetica Neue"/>
              </a:defRPr>
            </a:lvl5pPr>
            <a:lvl6pPr algn="l">
              <a:buNone/>
              <a:defRPr sz="1350" b="1">
                <a:solidFill>
                  <a:srgbClr val="159E9C"/>
                </a:solidFill>
                <a:latin typeface="Helvetica Neue"/>
                <a:ea typeface="Helvetica Neue"/>
                <a:cs typeface="Helvetica Neue"/>
              </a:defRPr>
            </a:lvl6pPr>
            <a:lvl7pPr algn="l">
              <a:buNone/>
              <a:defRPr sz="1350" b="1">
                <a:solidFill>
                  <a:srgbClr val="159E9C"/>
                </a:solidFill>
                <a:latin typeface="Helvetica Neue"/>
                <a:ea typeface="Helvetica Neue"/>
                <a:cs typeface="Helvetica Neue"/>
              </a:defRPr>
            </a:lvl7pPr>
            <a:lvl8pPr algn="l">
              <a:buNone/>
              <a:defRPr sz="1350" b="1">
                <a:solidFill>
                  <a:srgbClr val="159E9C"/>
                </a:solidFill>
                <a:latin typeface="Helvetica Neue"/>
                <a:ea typeface="Helvetica Neue"/>
                <a:cs typeface="Helvetica Neue"/>
              </a:defRPr>
            </a:lvl8pPr>
            <a:lvl9pPr algn="l">
              <a:buNone/>
              <a:defRPr sz="1350" b="1">
                <a:solidFill>
                  <a:srgbClr val="159E9C"/>
                </a:solidFill>
                <a:latin typeface="Helvetica Neue"/>
                <a:ea typeface="Helvetica Neue"/>
                <a:cs typeface="Helvetica Neue"/>
              </a:defRPr>
            </a:lvl9pPr>
          </a:lstStyle>
          <a:p>
            <a:pPr algn="l">
              <a:buNone/>
              <a:defRPr sz="1350" b="1">
                <a:solidFill>
                  <a:srgbClr val="159E9C"/>
                </a:solidFill>
                <a:latin typeface="Helvetica Neue"/>
                <a:ea typeface="Helvetica Neue"/>
                <a:cs typeface="Helvetica Neue"/>
              </a:defRPr>
            </a:pPr>
            <a:r>
              <a:rPr sz="1575" b="1">
                <a:solidFill>
                  <a:srgbClr val="159E9C"/>
                </a:solidFill>
                <a:latin typeface="Helvetica Neue"/>
                <a:ea typeface="Helvetica Neue"/>
                <a:cs typeface="Helvetica Neue"/>
              </a:rPr>
              <a:t>Group by speaker to avoid identity leakage.</a:t>
            </a:r>
          </a:p>
          <a:p>
            <a:pPr algn="l">
              <a:buNone/>
              <a:defRPr sz="1350" b="1">
                <a:solidFill>
                  <a:srgbClr val="159E9C"/>
                </a:solidFill>
                <a:latin typeface="Helvetica Neue"/>
                <a:ea typeface="Helvetica Neue"/>
                <a:cs typeface="Helvetica Neue"/>
              </a:defRPr>
            </a:pPr>
            <a:r>
              <a:rPr sz="1575" b="1">
                <a:solidFill>
                  <a:srgbClr val="159E9C"/>
                </a:solidFill>
                <a:latin typeface="Helvetica Neue"/>
                <a:ea typeface="Helvetica Neue"/>
                <a:cs typeface="Helvetica Neue"/>
              </a:rPr>
              <a:t>Fixed 0.20 s context. Timing is approximate.</a:t>
            </a:r>
          </a:p>
        </p:txBody>
      </p:sp>
    </p:spTree>
  </p:cSld>
  <p:clrMapOvr>
    <a:masterClrMapping/>
  </p:clrMapOvr>
</p:sld>
</file>

<file path=ppt/slides/slide6.xml><?xml version="1.0" encoding="utf-8"?>
<p:sld xmlns:a="http://schemas.openxmlformats.org/drawingml/2006/main" xmlns:ns2="http://schemas.openxmlformats.org/drawingml/2006/chart"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14" name="矩形 13"/>
          <p:cNvSpPr>
            <a:spLocks noGrp="1"/>
          </p:cNvSpPr>
          <p:nvPr/>
        </p:nvSpPr>
        <p:spPr>
          <a:xfrm>
            <a:off x="609600" y="323850"/>
            <a:ext cx="10334625" cy="533400"/>
          </a:xfrm>
          <a:prstGeom prst="rect">
            <a:avLst/>
          </a:prstGeom>
          <a:noFill/>
          <a:ln w="0">
            <a:noFill/>
          </a:ln>
        </p:spPr>
        <p:txBody>
          <a:bodyPr anchor="ctr">
            <a:noAutofit/>
          </a:bodyPr>
          <a:lstStyle>
            <a:defPPr algn="l">
              <a:defRPr sz="2550" b="1">
                <a:solidFill>
                  <a:srgbClr val="102A43"/>
                </a:solidFill>
                <a:latin typeface="Helvetica Neue"/>
                <a:ea typeface="Helvetica Neue"/>
                <a:cs typeface="Helvetica Neue"/>
              </a:defRPr>
            </a:defPPr>
            <a:lvl1pPr algn="l">
              <a:buNone/>
              <a:defRPr sz="2550" b="1">
                <a:solidFill>
                  <a:srgbClr val="102A43"/>
                </a:solidFill>
                <a:latin typeface="Helvetica Neue"/>
                <a:ea typeface="Helvetica Neue"/>
                <a:cs typeface="Helvetica Neue"/>
              </a:defRPr>
            </a:lvl1pPr>
            <a:lvl2pPr algn="l">
              <a:buNone/>
              <a:defRPr sz="2550" b="1">
                <a:solidFill>
                  <a:srgbClr val="102A43"/>
                </a:solidFill>
                <a:latin typeface="Helvetica Neue"/>
                <a:ea typeface="Helvetica Neue"/>
                <a:cs typeface="Helvetica Neue"/>
              </a:defRPr>
            </a:lvl2pPr>
            <a:lvl3pPr algn="l">
              <a:buNone/>
              <a:defRPr sz="2550" b="1">
                <a:solidFill>
                  <a:srgbClr val="102A43"/>
                </a:solidFill>
                <a:latin typeface="Helvetica Neue"/>
                <a:ea typeface="Helvetica Neue"/>
                <a:cs typeface="Helvetica Neue"/>
              </a:defRPr>
            </a:lvl3pPr>
            <a:lvl4pPr algn="l">
              <a:buNone/>
              <a:defRPr sz="2550" b="1">
                <a:solidFill>
                  <a:srgbClr val="102A43"/>
                </a:solidFill>
                <a:latin typeface="Helvetica Neue"/>
                <a:ea typeface="Helvetica Neue"/>
                <a:cs typeface="Helvetica Neue"/>
              </a:defRPr>
            </a:lvl4pPr>
            <a:lvl5pPr algn="l">
              <a:buNone/>
              <a:defRPr sz="2550" b="1">
                <a:solidFill>
                  <a:srgbClr val="102A43"/>
                </a:solidFill>
                <a:latin typeface="Helvetica Neue"/>
                <a:ea typeface="Helvetica Neue"/>
                <a:cs typeface="Helvetica Neue"/>
              </a:defRPr>
            </a:lvl5pPr>
            <a:lvl6pPr algn="l">
              <a:buNone/>
              <a:defRPr sz="2550" b="1">
                <a:solidFill>
                  <a:srgbClr val="102A43"/>
                </a:solidFill>
                <a:latin typeface="Helvetica Neue"/>
                <a:ea typeface="Helvetica Neue"/>
                <a:cs typeface="Helvetica Neue"/>
              </a:defRPr>
            </a:lvl6pPr>
            <a:lvl7pPr algn="l">
              <a:buNone/>
              <a:defRPr sz="2550" b="1">
                <a:solidFill>
                  <a:srgbClr val="102A43"/>
                </a:solidFill>
                <a:latin typeface="Helvetica Neue"/>
                <a:ea typeface="Helvetica Neue"/>
                <a:cs typeface="Helvetica Neue"/>
              </a:defRPr>
            </a:lvl7pPr>
            <a:lvl8pPr algn="l">
              <a:buNone/>
              <a:defRPr sz="2550" b="1">
                <a:solidFill>
                  <a:srgbClr val="102A43"/>
                </a:solidFill>
                <a:latin typeface="Helvetica Neue"/>
                <a:ea typeface="Helvetica Neue"/>
                <a:cs typeface="Helvetica Neue"/>
              </a:defRPr>
            </a:lvl8pPr>
            <a:lvl9pPr algn="l">
              <a:buNone/>
              <a:defRPr sz="2550" b="1">
                <a:solidFill>
                  <a:srgbClr val="102A43"/>
                </a:solidFill>
                <a:latin typeface="Helvetica Neue"/>
                <a:ea typeface="Helvetica Neue"/>
                <a:cs typeface="Helvetica Neue"/>
              </a:defRPr>
            </a:lvl9pPr>
          </a:lstStyle>
          <a:p>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Initial pilot: no weak-context gain</a:t>
            </a:r>
            <a:endParaRPr sz="2550" b="1">
              <a:solidFill>
                <a:srgbClr val="102A43"/>
              </a:solidFill>
              <a:latin typeface="Helvetica Neue"/>
              <a:ea typeface="Helvetica Neue"/>
              <a:cs typeface="Helvetica Neue"/>
            </a:endParaRPr>
          </a:p>
        </p:txBody>
      </p:sp>
      <p:sp>
        <p:nvSpPr>
          <p:cNvPr id="2" name="矩形 1"/>
          <p:cNvSpPr>
            <a:spLocks noGrp="1"/>
          </p:cNvSpPr>
          <p:nvPr/>
        </p:nvSpPr>
        <p:spPr>
          <a:xfrm>
            <a:off x="11049000" y="371475"/>
            <a:ext cx="571500" cy="381000"/>
          </a:xfrm>
          <a:prstGeom prst="rect">
            <a:avLst/>
          </a:prstGeom>
          <a:noFill/>
          <a:ln w="0">
            <a:noFill/>
          </a:ln>
        </p:spPr>
        <p:txBody>
          <a:bodyPr anchor="ctr">
            <a:noAutofit/>
          </a:bodyPr>
          <a:lstStyle>
            <a:defPPr algn="r">
              <a:defRPr sz="1350" b="1">
                <a:solidFill>
                  <a:srgbClr val="2F6BFF"/>
                </a:solidFill>
                <a:latin typeface="Helvetica Neue"/>
                <a:ea typeface="Helvetica Neue"/>
                <a:cs typeface="Helvetica Neue"/>
              </a:defRPr>
            </a:defPPr>
            <a:lvl1pPr algn="r">
              <a:buNone/>
              <a:defRPr sz="1350" b="1">
                <a:solidFill>
                  <a:srgbClr val="2F6BFF"/>
                </a:solidFill>
                <a:latin typeface="Helvetica Neue"/>
                <a:ea typeface="Helvetica Neue"/>
                <a:cs typeface="Helvetica Neue"/>
              </a:defRPr>
            </a:lvl1pPr>
            <a:lvl2pPr algn="r">
              <a:buNone/>
              <a:defRPr sz="1350" b="1">
                <a:solidFill>
                  <a:srgbClr val="2F6BFF"/>
                </a:solidFill>
                <a:latin typeface="Helvetica Neue"/>
                <a:ea typeface="Helvetica Neue"/>
                <a:cs typeface="Helvetica Neue"/>
              </a:defRPr>
            </a:lvl2pPr>
            <a:lvl3pPr algn="r">
              <a:buNone/>
              <a:defRPr sz="1350" b="1">
                <a:solidFill>
                  <a:srgbClr val="2F6BFF"/>
                </a:solidFill>
                <a:latin typeface="Helvetica Neue"/>
                <a:ea typeface="Helvetica Neue"/>
                <a:cs typeface="Helvetica Neue"/>
              </a:defRPr>
            </a:lvl3pPr>
            <a:lvl4pPr algn="r">
              <a:buNone/>
              <a:defRPr sz="1350" b="1">
                <a:solidFill>
                  <a:srgbClr val="2F6BFF"/>
                </a:solidFill>
                <a:latin typeface="Helvetica Neue"/>
                <a:ea typeface="Helvetica Neue"/>
                <a:cs typeface="Helvetica Neue"/>
              </a:defRPr>
            </a:lvl4pPr>
            <a:lvl5pPr algn="r">
              <a:buNone/>
              <a:defRPr sz="1350" b="1">
                <a:solidFill>
                  <a:srgbClr val="2F6BFF"/>
                </a:solidFill>
                <a:latin typeface="Helvetica Neue"/>
                <a:ea typeface="Helvetica Neue"/>
                <a:cs typeface="Helvetica Neue"/>
              </a:defRPr>
            </a:lvl5pPr>
            <a:lvl6pPr algn="r">
              <a:buNone/>
              <a:defRPr sz="1350" b="1">
                <a:solidFill>
                  <a:srgbClr val="2F6BFF"/>
                </a:solidFill>
                <a:latin typeface="Helvetica Neue"/>
                <a:ea typeface="Helvetica Neue"/>
                <a:cs typeface="Helvetica Neue"/>
              </a:defRPr>
            </a:lvl6pPr>
            <a:lvl7pPr algn="r">
              <a:buNone/>
              <a:defRPr sz="1350" b="1">
                <a:solidFill>
                  <a:srgbClr val="2F6BFF"/>
                </a:solidFill>
                <a:latin typeface="Helvetica Neue"/>
                <a:ea typeface="Helvetica Neue"/>
                <a:cs typeface="Helvetica Neue"/>
              </a:defRPr>
            </a:lvl7pPr>
            <a:lvl8pPr algn="r">
              <a:buNone/>
              <a:defRPr sz="1350" b="1">
                <a:solidFill>
                  <a:srgbClr val="2F6BFF"/>
                </a:solidFill>
                <a:latin typeface="Helvetica Neue"/>
                <a:ea typeface="Helvetica Neue"/>
                <a:cs typeface="Helvetica Neue"/>
              </a:defRPr>
            </a:lvl8pPr>
            <a:lvl9pPr algn="r">
              <a:buNone/>
              <a:defRPr sz="1350" b="1">
                <a:solidFill>
                  <a:srgbClr val="2F6BFF"/>
                </a:solidFill>
                <a:latin typeface="Helvetica Neue"/>
                <a:ea typeface="Helvetica Neue"/>
                <a:cs typeface="Helvetica Neue"/>
              </a:defRPr>
            </a:lvl9pPr>
          </a:lstStyle>
          <a:p>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06</a:t>
            </a:r>
            <a:endParaRPr sz="1350" b="1">
              <a:solidFill>
                <a:srgbClr val="2F6BFF"/>
              </a:solidFill>
              <a:latin typeface="Helvetica Neue"/>
              <a:ea typeface="Helvetica Neue"/>
              <a:cs typeface="Helvetica Neue"/>
            </a:endParaRPr>
          </a:p>
        </p:txBody>
      </p:sp>
      <p:sp>
        <p:nvSpPr>
          <p:cNvPr id="3" name="矩形 2"/>
          <p:cNvSpPr>
            <a:spLocks noGrp="1"/>
          </p:cNvSpPr>
          <p:nvPr/>
        </p:nvSpPr>
        <p:spPr>
          <a:xfrm>
            <a:off x="609600" y="952500"/>
            <a:ext cx="11010900" cy="38100"/>
          </a:xfrm>
          <a:prstGeom prst="rect">
            <a:avLst/>
          </a:prstGeom>
          <a:solidFill>
            <a:srgbClr val="2F6BFF"/>
          </a:solidFill>
          <a:ln w="0">
            <a:noFill/>
          </a:ln>
        </p:spPr>
      </p:sp>
      <p:sp>
        <p:nvSpPr>
          <p:cNvPr id="4" name="矩形 3"/>
          <p:cNvSpPr>
            <a:spLocks noGrp="1"/>
          </p:cNvSpPr>
          <p:nvPr/>
        </p:nvSpPr>
        <p:spPr>
          <a:xfrm>
            <a:off x="609600" y="6496050"/>
            <a:ext cx="5334000" cy="209550"/>
          </a:xfrm>
          <a:prstGeom prst="rect">
            <a:avLst/>
          </a:prstGeom>
          <a:noFill/>
          <a:ln w="0">
            <a:noFill/>
          </a:ln>
        </p:spPr>
        <p:txBody>
          <a:bodyPr anchor="ctr">
            <a:noAutofit/>
          </a:bodyPr>
          <a:lstStyle>
            <a:defPPr algn="l">
              <a:defRPr sz="900" b="0">
                <a:solidFill>
                  <a:srgbClr val="627D98"/>
                </a:solidFill>
                <a:latin typeface="Helvetica Neue"/>
                <a:ea typeface="Helvetica Neue"/>
                <a:cs typeface="Helvetica Neue"/>
              </a:defRPr>
            </a:defPPr>
            <a:lvl1pPr algn="l">
              <a:buNone/>
              <a:defRPr sz="900" b="0">
                <a:solidFill>
                  <a:srgbClr val="627D98"/>
                </a:solidFill>
                <a:latin typeface="Helvetica Neue"/>
                <a:ea typeface="Helvetica Neue"/>
                <a:cs typeface="Helvetica Neue"/>
              </a:defRPr>
            </a:lvl1pPr>
            <a:lvl2pPr algn="l">
              <a:buNone/>
              <a:defRPr sz="900" b="0">
                <a:solidFill>
                  <a:srgbClr val="627D98"/>
                </a:solidFill>
                <a:latin typeface="Helvetica Neue"/>
                <a:ea typeface="Helvetica Neue"/>
                <a:cs typeface="Helvetica Neue"/>
              </a:defRPr>
            </a:lvl2pPr>
            <a:lvl3pPr algn="l">
              <a:buNone/>
              <a:defRPr sz="900" b="0">
                <a:solidFill>
                  <a:srgbClr val="627D98"/>
                </a:solidFill>
                <a:latin typeface="Helvetica Neue"/>
                <a:ea typeface="Helvetica Neue"/>
                <a:cs typeface="Helvetica Neue"/>
              </a:defRPr>
            </a:lvl3pPr>
            <a:lvl4pPr algn="l">
              <a:buNone/>
              <a:defRPr sz="900" b="0">
                <a:solidFill>
                  <a:srgbClr val="627D98"/>
                </a:solidFill>
                <a:latin typeface="Helvetica Neue"/>
                <a:ea typeface="Helvetica Neue"/>
                <a:cs typeface="Helvetica Neue"/>
              </a:defRPr>
            </a:lvl4pPr>
            <a:lvl5pPr algn="l">
              <a:buNone/>
              <a:defRPr sz="900" b="0">
                <a:solidFill>
                  <a:srgbClr val="627D98"/>
                </a:solidFill>
                <a:latin typeface="Helvetica Neue"/>
                <a:ea typeface="Helvetica Neue"/>
                <a:cs typeface="Helvetica Neue"/>
              </a:defRPr>
            </a:lvl5pPr>
            <a:lvl6pPr algn="l">
              <a:buNone/>
              <a:defRPr sz="900" b="0">
                <a:solidFill>
                  <a:srgbClr val="627D98"/>
                </a:solidFill>
                <a:latin typeface="Helvetica Neue"/>
                <a:ea typeface="Helvetica Neue"/>
                <a:cs typeface="Helvetica Neue"/>
              </a:defRPr>
            </a:lvl6pPr>
            <a:lvl7pPr algn="l">
              <a:buNone/>
              <a:defRPr sz="900" b="0">
                <a:solidFill>
                  <a:srgbClr val="627D98"/>
                </a:solidFill>
                <a:latin typeface="Helvetica Neue"/>
                <a:ea typeface="Helvetica Neue"/>
                <a:cs typeface="Helvetica Neue"/>
              </a:defRPr>
            </a:lvl7pPr>
            <a:lvl8pPr algn="l">
              <a:buNone/>
              <a:defRPr sz="900" b="0">
                <a:solidFill>
                  <a:srgbClr val="627D98"/>
                </a:solidFill>
                <a:latin typeface="Helvetica Neue"/>
                <a:ea typeface="Helvetica Neue"/>
                <a:cs typeface="Helvetica Neue"/>
              </a:defRPr>
            </a:lvl8pPr>
            <a:lvl9pPr algn="l">
              <a:buNone/>
              <a:defRPr sz="900" b="0">
                <a:solidFill>
                  <a:srgbClr val="627D98"/>
                </a:solidFill>
                <a:latin typeface="Helvetica Neue"/>
                <a:ea typeface="Helvetica Neue"/>
                <a:cs typeface="Helvetica Neue"/>
              </a:defRPr>
            </a:lvl9pPr>
          </a:lstStyle>
          <a:p>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endParaRPr sz="900" b="0">
              <a:solidFill>
                <a:srgbClr val="627D98"/>
              </a:solidFill>
              <a:latin typeface="Helvetica Neue"/>
              <a:ea typeface="Helvetica Neue"/>
              <a:cs typeface="Helvetica Neue"/>
            </a:endParaRPr>
          </a:p>
        </p:txBody>
      </p:sp>
      <p:sp>
        <p:nvSpPr>
          <p:cNvPr id="5" name="矩形 4"/>
          <p:cNvSpPr>
            <a:spLocks noGrp="1"/>
          </p:cNvSpPr>
          <p:nvPr/>
        </p:nvSpPr>
        <p:spPr>
          <a:xfrm>
            <a:off x="10191750" y="6496050"/>
            <a:ext cx="1428750" cy="209550"/>
          </a:xfrm>
          <a:prstGeom prst="rect">
            <a:avLst/>
          </a:prstGeom>
          <a:noFill/>
          <a:ln w="0">
            <a:noFill/>
          </a:ln>
        </p:spPr>
        <p:txBody>
          <a:bodyPr anchor="ctr">
            <a:noAutofit/>
          </a:bodyPr>
          <a:lstStyle>
            <a:defPPr algn="r">
              <a:defRPr sz="900" b="0">
                <a:solidFill>
                  <a:srgbClr val="627D98"/>
                </a:solidFill>
                <a:latin typeface="Helvetica Neue"/>
                <a:ea typeface="Helvetica Neue"/>
                <a:cs typeface="Helvetica Neue"/>
              </a:defRPr>
            </a:defPPr>
            <a:lvl1pPr algn="r">
              <a:buNone/>
              <a:defRPr sz="900" b="0">
                <a:solidFill>
                  <a:srgbClr val="627D98"/>
                </a:solidFill>
                <a:latin typeface="Helvetica Neue"/>
                <a:ea typeface="Helvetica Neue"/>
                <a:cs typeface="Helvetica Neue"/>
              </a:defRPr>
            </a:lvl1pPr>
            <a:lvl2pPr algn="r">
              <a:buNone/>
              <a:defRPr sz="900" b="0">
                <a:solidFill>
                  <a:srgbClr val="627D98"/>
                </a:solidFill>
                <a:latin typeface="Helvetica Neue"/>
                <a:ea typeface="Helvetica Neue"/>
                <a:cs typeface="Helvetica Neue"/>
              </a:defRPr>
            </a:lvl2pPr>
            <a:lvl3pPr algn="r">
              <a:buNone/>
              <a:defRPr sz="900" b="0">
                <a:solidFill>
                  <a:srgbClr val="627D98"/>
                </a:solidFill>
                <a:latin typeface="Helvetica Neue"/>
                <a:ea typeface="Helvetica Neue"/>
                <a:cs typeface="Helvetica Neue"/>
              </a:defRPr>
            </a:lvl3pPr>
            <a:lvl4pPr algn="r">
              <a:buNone/>
              <a:defRPr sz="900" b="0">
                <a:solidFill>
                  <a:srgbClr val="627D98"/>
                </a:solidFill>
                <a:latin typeface="Helvetica Neue"/>
                <a:ea typeface="Helvetica Neue"/>
                <a:cs typeface="Helvetica Neue"/>
              </a:defRPr>
            </a:lvl4pPr>
            <a:lvl5pPr algn="r">
              <a:buNone/>
              <a:defRPr sz="900" b="0">
                <a:solidFill>
                  <a:srgbClr val="627D98"/>
                </a:solidFill>
                <a:latin typeface="Helvetica Neue"/>
                <a:ea typeface="Helvetica Neue"/>
                <a:cs typeface="Helvetica Neue"/>
              </a:defRPr>
            </a:lvl5pPr>
            <a:lvl6pPr algn="r">
              <a:buNone/>
              <a:defRPr sz="900" b="0">
                <a:solidFill>
                  <a:srgbClr val="627D98"/>
                </a:solidFill>
                <a:latin typeface="Helvetica Neue"/>
                <a:ea typeface="Helvetica Neue"/>
                <a:cs typeface="Helvetica Neue"/>
              </a:defRPr>
            </a:lvl6pPr>
            <a:lvl7pPr algn="r">
              <a:buNone/>
              <a:defRPr sz="900" b="0">
                <a:solidFill>
                  <a:srgbClr val="627D98"/>
                </a:solidFill>
                <a:latin typeface="Helvetica Neue"/>
                <a:ea typeface="Helvetica Neue"/>
                <a:cs typeface="Helvetica Neue"/>
              </a:defRPr>
            </a:lvl7pPr>
            <a:lvl8pPr algn="r">
              <a:buNone/>
              <a:defRPr sz="900" b="0">
                <a:solidFill>
                  <a:srgbClr val="627D98"/>
                </a:solidFill>
                <a:latin typeface="Helvetica Neue"/>
                <a:ea typeface="Helvetica Neue"/>
                <a:cs typeface="Helvetica Neue"/>
              </a:defRPr>
            </a:lvl8pPr>
            <a:lvl9pPr algn="r">
              <a:buNone/>
              <a:defRPr sz="900" b="0">
                <a:solidFill>
                  <a:srgbClr val="627D98"/>
                </a:solidFill>
                <a:latin typeface="Helvetica Neue"/>
                <a:ea typeface="Helvetica Neue"/>
                <a:cs typeface="Helvetica Neue"/>
              </a:defRPr>
            </a:lvl9pPr>
          </a:lstStyle>
          <a:p>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6/11</a:t>
            </a:r>
            <a:endParaRPr sz="900" b="0">
              <a:solidFill>
                <a:srgbClr val="627D98"/>
              </a:solidFill>
              <a:latin typeface="Helvetica Neue"/>
              <a:ea typeface="Helvetica Neue"/>
              <a:cs typeface="Helvetica Neue"/>
            </a:endParaRPr>
          </a:p>
        </p:txBody>
      </p:sp>
      <p:graphicFrame>
        <p:nvGraphicFramePr>
          <p:cNvPr id="6" name="Chart"/>
          <p:cNvGraphicFramePr/>
          <p:nvPr/>
        </p:nvGraphicFramePr>
        <p:xfrm>
          <a:off x="666750" y="1476375"/>
          <a:ext cx="6762750" cy="4095750"/>
        </p:xfrm>
        <a:graphic>
          <a:graphicData uri="http://schemas.openxmlformats.org/drawingml/2006/chart">
            <ns2:chart r:id="rId1"/>
          </a:graphicData>
        </a:graphic>
      </p:graphicFrame>
      <p:sp>
        <p:nvSpPr>
          <p:cNvPr id="7" name="矩形 6"/>
          <p:cNvSpPr>
            <a:spLocks noGrp="1"/>
          </p:cNvSpPr>
          <p:nvPr/>
        </p:nvSpPr>
        <p:spPr>
          <a:xfrm>
            <a:off x="8096250" y="1619250"/>
            <a:ext cx="2857500" cy="400050"/>
          </a:xfrm>
          <a:prstGeom prst="rect">
            <a:avLst/>
          </a:prstGeom>
          <a:noFill/>
          <a:ln w="0">
            <a:noFill/>
          </a:ln>
        </p:spPr>
        <p:txBody>
          <a:bodyPr anchor="ctr">
            <a:noAutofit/>
          </a:bodyPr>
          <a:lstStyle>
            <a:defPPr algn="l">
              <a:defRPr sz="2100" b="1">
                <a:solidFill>
                  <a:srgbClr val="102A43"/>
                </a:solidFill>
                <a:latin typeface="Helvetica Neue"/>
                <a:ea typeface="Helvetica Neue"/>
                <a:cs typeface="Helvetica Neue"/>
              </a:defRPr>
            </a:defPPr>
            <a:lvl1pPr algn="l">
              <a:buNone/>
              <a:defRPr sz="2100" b="1">
                <a:solidFill>
                  <a:srgbClr val="102A43"/>
                </a:solidFill>
                <a:latin typeface="Helvetica Neue"/>
                <a:ea typeface="Helvetica Neue"/>
                <a:cs typeface="Helvetica Neue"/>
              </a:defRPr>
            </a:lvl1pPr>
            <a:lvl2pPr algn="l">
              <a:buNone/>
              <a:defRPr sz="2100" b="1">
                <a:solidFill>
                  <a:srgbClr val="102A43"/>
                </a:solidFill>
                <a:latin typeface="Helvetica Neue"/>
                <a:ea typeface="Helvetica Neue"/>
                <a:cs typeface="Helvetica Neue"/>
              </a:defRPr>
            </a:lvl2pPr>
            <a:lvl3pPr algn="l">
              <a:buNone/>
              <a:defRPr sz="2100" b="1">
                <a:solidFill>
                  <a:srgbClr val="102A43"/>
                </a:solidFill>
                <a:latin typeface="Helvetica Neue"/>
                <a:ea typeface="Helvetica Neue"/>
                <a:cs typeface="Helvetica Neue"/>
              </a:defRPr>
            </a:lvl3pPr>
            <a:lvl4pPr algn="l">
              <a:buNone/>
              <a:defRPr sz="2100" b="1">
                <a:solidFill>
                  <a:srgbClr val="102A43"/>
                </a:solidFill>
                <a:latin typeface="Helvetica Neue"/>
                <a:ea typeface="Helvetica Neue"/>
                <a:cs typeface="Helvetica Neue"/>
              </a:defRPr>
            </a:lvl4pPr>
            <a:lvl5pPr algn="l">
              <a:buNone/>
              <a:defRPr sz="2100" b="1">
                <a:solidFill>
                  <a:srgbClr val="102A43"/>
                </a:solidFill>
                <a:latin typeface="Helvetica Neue"/>
                <a:ea typeface="Helvetica Neue"/>
                <a:cs typeface="Helvetica Neue"/>
              </a:defRPr>
            </a:lvl5pPr>
            <a:lvl6pPr algn="l">
              <a:buNone/>
              <a:defRPr sz="2100" b="1">
                <a:solidFill>
                  <a:srgbClr val="102A43"/>
                </a:solidFill>
                <a:latin typeface="Helvetica Neue"/>
                <a:ea typeface="Helvetica Neue"/>
                <a:cs typeface="Helvetica Neue"/>
              </a:defRPr>
            </a:lvl6pPr>
            <a:lvl7pPr algn="l">
              <a:buNone/>
              <a:defRPr sz="2100" b="1">
                <a:solidFill>
                  <a:srgbClr val="102A43"/>
                </a:solidFill>
                <a:latin typeface="Helvetica Neue"/>
                <a:ea typeface="Helvetica Neue"/>
                <a:cs typeface="Helvetica Neue"/>
              </a:defRPr>
            </a:lvl7pPr>
            <a:lvl8pPr algn="l">
              <a:buNone/>
              <a:defRPr sz="2100" b="1">
                <a:solidFill>
                  <a:srgbClr val="102A43"/>
                </a:solidFill>
                <a:latin typeface="Helvetica Neue"/>
                <a:ea typeface="Helvetica Neue"/>
                <a:cs typeface="Helvetica Neue"/>
              </a:defRPr>
            </a:lvl8pPr>
            <a:lvl9pPr algn="l">
              <a:buNone/>
              <a:defRPr sz="2100" b="1">
                <a:solidFill>
                  <a:srgbClr val="102A43"/>
                </a:solidFill>
                <a:latin typeface="Helvetica Neue"/>
                <a:ea typeface="Helvetica Neue"/>
                <a:cs typeface="Helvetica Neue"/>
              </a:defRPr>
            </a:lvl9pPr>
          </a:lstStyle>
          <a:p>
            <a:pPr algn="l">
              <a:buNone/>
              <a:defRPr sz="2100" b="1">
                <a:solidFill>
                  <a:srgbClr val="102A43"/>
                </a:solidFill>
                <a:latin typeface="Helvetica Neue"/>
                <a:ea typeface="Helvetica Neue"/>
                <a:cs typeface="Helvetica Neue"/>
              </a:defRPr>
            </a:pPr>
            <a:r>
              <a:rPr sz="2100" b="1">
                <a:solidFill>
                  <a:srgbClr val="102A43"/>
                </a:solidFill>
                <a:latin typeface="Helvetica Neue"/>
                <a:ea typeface="Helvetica Neue"/>
                <a:cs typeface="Helvetica Neue"/>
              </a:rPr>
              <a:t>Held-out n = 6</a:t>
            </a:r>
            <a:endParaRPr sz="2100" b="1">
              <a:solidFill>
                <a:srgbClr val="102A43"/>
              </a:solidFill>
              <a:latin typeface="Helvetica Neue"/>
              <a:ea typeface="Helvetica Neue"/>
              <a:cs typeface="Helvetica Neue"/>
            </a:endParaRPr>
          </a:p>
        </p:txBody>
      </p:sp>
      <p:sp>
        <p:nvSpPr>
          <p:cNvPr id="8" name="矩形 7"/>
          <p:cNvSpPr>
            <a:spLocks noGrp="1"/>
          </p:cNvSpPr>
          <p:nvPr/>
        </p:nvSpPr>
        <p:spPr>
          <a:xfrm>
            <a:off x="8096250" y="2143125"/>
            <a:ext cx="2857500" cy="685800"/>
          </a:xfrm>
          <a:prstGeom prst="rect">
            <a:avLst/>
          </a:prstGeom>
          <a:noFill/>
          <a:ln w="0">
            <a:noFill/>
          </a:ln>
        </p:spPr>
        <p:txBody>
          <a:bodyPr anchor="t">
            <a:noAutofit/>
          </a:bodyPr>
          <a:lstStyle>
            <a:defPPr algn="l">
              <a:defRPr sz="1650" b="0">
                <a:solidFill>
                  <a:srgbClr val="243B53"/>
                </a:solidFill>
                <a:latin typeface="Helvetica Neue"/>
                <a:ea typeface="Helvetica Neue"/>
                <a:cs typeface="Helvetica Neue"/>
              </a:defRPr>
            </a:defPPr>
            <a:lvl1pPr algn="l">
              <a:buNone/>
              <a:defRPr sz="1650" b="0">
                <a:solidFill>
                  <a:srgbClr val="243B53"/>
                </a:solidFill>
                <a:latin typeface="Helvetica Neue"/>
                <a:ea typeface="Helvetica Neue"/>
                <a:cs typeface="Helvetica Neue"/>
              </a:defRPr>
            </a:lvl1pPr>
            <a:lvl2pPr algn="l">
              <a:buNone/>
              <a:defRPr sz="1650" b="0">
                <a:solidFill>
                  <a:srgbClr val="243B53"/>
                </a:solidFill>
                <a:latin typeface="Helvetica Neue"/>
                <a:ea typeface="Helvetica Neue"/>
                <a:cs typeface="Helvetica Neue"/>
              </a:defRPr>
            </a:lvl2pPr>
            <a:lvl3pPr algn="l">
              <a:buNone/>
              <a:defRPr sz="1650" b="0">
                <a:solidFill>
                  <a:srgbClr val="243B53"/>
                </a:solidFill>
                <a:latin typeface="Helvetica Neue"/>
                <a:ea typeface="Helvetica Neue"/>
                <a:cs typeface="Helvetica Neue"/>
              </a:defRPr>
            </a:lvl3pPr>
            <a:lvl4pPr algn="l">
              <a:buNone/>
              <a:defRPr sz="1650" b="0">
                <a:solidFill>
                  <a:srgbClr val="243B53"/>
                </a:solidFill>
                <a:latin typeface="Helvetica Neue"/>
                <a:ea typeface="Helvetica Neue"/>
                <a:cs typeface="Helvetica Neue"/>
              </a:defRPr>
            </a:lvl4pPr>
            <a:lvl5pPr algn="l">
              <a:buNone/>
              <a:defRPr sz="1650" b="0">
                <a:solidFill>
                  <a:srgbClr val="243B53"/>
                </a:solidFill>
                <a:latin typeface="Helvetica Neue"/>
                <a:ea typeface="Helvetica Neue"/>
                <a:cs typeface="Helvetica Neue"/>
              </a:defRPr>
            </a:lvl5pPr>
            <a:lvl6pPr algn="l">
              <a:buNone/>
              <a:defRPr sz="1650" b="0">
                <a:solidFill>
                  <a:srgbClr val="243B53"/>
                </a:solidFill>
                <a:latin typeface="Helvetica Neue"/>
                <a:ea typeface="Helvetica Neue"/>
                <a:cs typeface="Helvetica Neue"/>
              </a:defRPr>
            </a:lvl6pPr>
            <a:lvl7pPr algn="l">
              <a:buNone/>
              <a:defRPr sz="1650" b="0">
                <a:solidFill>
                  <a:srgbClr val="243B53"/>
                </a:solidFill>
                <a:latin typeface="Helvetica Neue"/>
                <a:ea typeface="Helvetica Neue"/>
                <a:cs typeface="Helvetica Neue"/>
              </a:defRPr>
            </a:lvl7pPr>
            <a:lvl8pPr algn="l">
              <a:buNone/>
              <a:defRPr sz="1650" b="0">
                <a:solidFill>
                  <a:srgbClr val="243B53"/>
                </a:solidFill>
                <a:latin typeface="Helvetica Neue"/>
                <a:ea typeface="Helvetica Neue"/>
                <a:cs typeface="Helvetica Neue"/>
              </a:defRPr>
            </a:lvl8pPr>
            <a:lvl9pPr algn="l">
              <a:buNone/>
              <a:defRPr sz="1650" b="0">
                <a:solidFill>
                  <a:srgbClr val="243B53"/>
                </a:solidFill>
                <a:latin typeface="Helvetica Neue"/>
                <a:ea typeface="Helvetica Neue"/>
                <a:cs typeface="Helvetica Neue"/>
              </a:defRPr>
            </a:lvl9pPr>
          </a:lstStyle>
          <a:p>
            <a:pPr algn="l">
              <a:buNone/>
              <a:defRPr sz="1650" b="0">
                <a:solidFill>
                  <a:srgbClr val="243B53"/>
                </a:solidFill>
                <a:latin typeface="Helvetica Neue"/>
                <a:ea typeface="Helvetica Neue"/>
                <a:cs typeface="Helvetica Neue"/>
              </a:defRPr>
            </a:pPr>
            <a:r>
              <a:rPr sz="1650" b="0">
                <a:solidFill>
                  <a:srgbClr val="243B53"/>
                </a:solidFill>
                <a:latin typeface="Helvetica Neue"/>
                <a:ea typeface="Helvetica Neue"/>
                <a:cs typeface="Helvetica Neue"/>
              </a:rPr>
              <a:t>3 real</a:t>
            </a:r>
            <a:endParaRPr sz="1650" b="0">
              <a:solidFill>
                <a:srgbClr val="243B53"/>
              </a:solidFill>
              <a:latin typeface="Helvetica Neue"/>
              <a:ea typeface="Helvetica Neue"/>
              <a:cs typeface="Helvetica Neue"/>
            </a:endParaRPr>
          </a:p>
          <a:p>
            <a:pPr algn="l">
              <a:buNone/>
              <a:defRPr sz="1650" b="0">
                <a:solidFill>
                  <a:srgbClr val="243B53"/>
                </a:solidFill>
                <a:latin typeface="Helvetica Neue"/>
                <a:ea typeface="Helvetica Neue"/>
                <a:cs typeface="Helvetica Neue"/>
              </a:defRPr>
            </a:pPr>
            <a:r>
              <a:rPr sz="1650" b="0">
                <a:solidFill>
                  <a:srgbClr val="243B53"/>
                </a:solidFill>
                <a:latin typeface="Helvetica Neue"/>
                <a:ea typeface="Helvetica Neue"/>
                <a:cs typeface="Helvetica Neue"/>
              </a:rPr>
              <a:t>3 fake</a:t>
            </a:r>
            <a:endParaRPr sz="1650" b="0">
              <a:solidFill>
                <a:srgbClr val="243B53"/>
              </a:solidFill>
              <a:latin typeface="Helvetica Neue"/>
              <a:ea typeface="Helvetica Neue"/>
              <a:cs typeface="Helvetica Neue"/>
            </a:endParaRPr>
          </a:p>
        </p:txBody>
      </p:sp>
      <p:sp>
        <p:nvSpPr>
          <p:cNvPr id="9" name="矩形 8"/>
          <p:cNvSpPr>
            <a:spLocks noGrp="1"/>
          </p:cNvSpPr>
          <p:nvPr/>
        </p:nvSpPr>
        <p:spPr>
          <a:xfrm>
            <a:off x="8096250" y="3238500"/>
            <a:ext cx="2857500" cy="323850"/>
          </a:xfrm>
          <a:prstGeom prst="rect">
            <a:avLst/>
          </a:prstGeom>
          <a:noFill/>
          <a:ln w="0">
            <a:noFill/>
          </a:ln>
        </p:spPr>
        <p:txBody>
          <a:bodyPr anchor="ctr">
            <a:noAutofit/>
          </a:bodyPr>
          <a:lstStyle>
            <a:defPPr algn="l">
              <a:defRPr sz="1350" b="0">
                <a:solidFill>
                  <a:srgbClr val="627D98"/>
                </a:solidFill>
                <a:latin typeface="Helvetica Neue"/>
                <a:ea typeface="Helvetica Neue"/>
                <a:cs typeface="Helvetica Neue"/>
              </a:defRPr>
            </a:defPPr>
            <a:lvl1pPr algn="l">
              <a:buNone/>
              <a:defRPr sz="1350" b="0">
                <a:solidFill>
                  <a:srgbClr val="627D98"/>
                </a:solidFill>
                <a:latin typeface="Helvetica Neue"/>
                <a:ea typeface="Helvetica Neue"/>
                <a:cs typeface="Helvetica Neue"/>
              </a:defRPr>
            </a:lvl1pPr>
            <a:lvl2pPr algn="l">
              <a:buNone/>
              <a:defRPr sz="1350" b="0">
                <a:solidFill>
                  <a:srgbClr val="627D98"/>
                </a:solidFill>
                <a:latin typeface="Helvetica Neue"/>
                <a:ea typeface="Helvetica Neue"/>
                <a:cs typeface="Helvetica Neue"/>
              </a:defRPr>
            </a:lvl2pPr>
            <a:lvl3pPr algn="l">
              <a:buNone/>
              <a:defRPr sz="1350" b="0">
                <a:solidFill>
                  <a:srgbClr val="627D98"/>
                </a:solidFill>
                <a:latin typeface="Helvetica Neue"/>
                <a:ea typeface="Helvetica Neue"/>
                <a:cs typeface="Helvetica Neue"/>
              </a:defRPr>
            </a:lvl3pPr>
            <a:lvl4pPr algn="l">
              <a:buNone/>
              <a:defRPr sz="1350" b="0">
                <a:solidFill>
                  <a:srgbClr val="627D98"/>
                </a:solidFill>
                <a:latin typeface="Helvetica Neue"/>
                <a:ea typeface="Helvetica Neue"/>
                <a:cs typeface="Helvetica Neue"/>
              </a:defRPr>
            </a:lvl4pPr>
            <a:lvl5pPr algn="l">
              <a:buNone/>
              <a:defRPr sz="1350" b="0">
                <a:solidFill>
                  <a:srgbClr val="627D98"/>
                </a:solidFill>
                <a:latin typeface="Helvetica Neue"/>
                <a:ea typeface="Helvetica Neue"/>
                <a:cs typeface="Helvetica Neue"/>
              </a:defRPr>
            </a:lvl5pPr>
            <a:lvl6pPr algn="l">
              <a:buNone/>
              <a:defRPr sz="1350" b="0">
                <a:solidFill>
                  <a:srgbClr val="627D98"/>
                </a:solidFill>
                <a:latin typeface="Helvetica Neue"/>
                <a:ea typeface="Helvetica Neue"/>
                <a:cs typeface="Helvetica Neue"/>
              </a:defRPr>
            </a:lvl6pPr>
            <a:lvl7pPr algn="l">
              <a:buNone/>
              <a:defRPr sz="1350" b="0">
                <a:solidFill>
                  <a:srgbClr val="627D98"/>
                </a:solidFill>
                <a:latin typeface="Helvetica Neue"/>
                <a:ea typeface="Helvetica Neue"/>
                <a:cs typeface="Helvetica Neue"/>
              </a:defRPr>
            </a:lvl7pPr>
            <a:lvl8pPr algn="l">
              <a:buNone/>
              <a:defRPr sz="1350" b="0">
                <a:solidFill>
                  <a:srgbClr val="627D98"/>
                </a:solidFill>
                <a:latin typeface="Helvetica Neue"/>
                <a:ea typeface="Helvetica Neue"/>
                <a:cs typeface="Helvetica Neue"/>
              </a:defRPr>
            </a:lvl8pPr>
            <a:lvl9pPr algn="l">
              <a:buNone/>
              <a:defRPr sz="1350" b="0">
                <a:solidFill>
                  <a:srgbClr val="627D98"/>
                </a:solidFill>
                <a:latin typeface="Helvetica Neue"/>
                <a:ea typeface="Helvetica Neue"/>
                <a:cs typeface="Helvetica Neue"/>
              </a:defRPr>
            </a:lvl9pPr>
          </a:lstStyle>
          <a:p>
            <a:pPr algn="l">
              <a:buNone/>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AUROC change</a:t>
            </a:r>
            <a:endParaRPr sz="1350" b="0">
              <a:solidFill>
                <a:srgbClr val="627D98"/>
              </a:solidFill>
              <a:latin typeface="Helvetica Neue"/>
              <a:ea typeface="Helvetica Neue"/>
              <a:cs typeface="Helvetica Neue"/>
            </a:endParaRPr>
          </a:p>
        </p:txBody>
      </p:sp>
      <p:sp>
        <p:nvSpPr>
          <p:cNvPr id="10" name="矩形 9"/>
          <p:cNvSpPr>
            <a:spLocks noGrp="1"/>
          </p:cNvSpPr>
          <p:nvPr/>
        </p:nvSpPr>
        <p:spPr>
          <a:xfrm>
            <a:off x="8096250" y="3590925"/>
            <a:ext cx="2857500" cy="552450"/>
          </a:xfrm>
          <a:prstGeom prst="rect">
            <a:avLst/>
          </a:prstGeom>
          <a:noFill/>
          <a:ln w="0">
            <a:noFill/>
          </a:ln>
        </p:spPr>
        <p:txBody>
          <a:bodyPr anchor="ctr">
            <a:noAutofit/>
          </a:bodyPr>
          <a:lstStyle>
            <a:defPPr algn="l">
              <a:defRPr sz="2850" b="1">
                <a:solidFill>
                  <a:srgbClr val="D64545"/>
                </a:solidFill>
                <a:latin typeface="Helvetica Neue"/>
                <a:ea typeface="Helvetica Neue"/>
                <a:cs typeface="Helvetica Neue"/>
              </a:defRPr>
            </a:defPPr>
            <a:lvl1pPr algn="l">
              <a:buNone/>
              <a:defRPr sz="2850" b="1">
                <a:solidFill>
                  <a:srgbClr val="D64545"/>
                </a:solidFill>
                <a:latin typeface="Helvetica Neue"/>
                <a:ea typeface="Helvetica Neue"/>
                <a:cs typeface="Helvetica Neue"/>
              </a:defRPr>
            </a:lvl1pPr>
            <a:lvl2pPr algn="l">
              <a:buNone/>
              <a:defRPr sz="2850" b="1">
                <a:solidFill>
                  <a:srgbClr val="D64545"/>
                </a:solidFill>
                <a:latin typeface="Helvetica Neue"/>
                <a:ea typeface="Helvetica Neue"/>
                <a:cs typeface="Helvetica Neue"/>
              </a:defRPr>
            </a:lvl2pPr>
            <a:lvl3pPr algn="l">
              <a:buNone/>
              <a:defRPr sz="2850" b="1">
                <a:solidFill>
                  <a:srgbClr val="D64545"/>
                </a:solidFill>
                <a:latin typeface="Helvetica Neue"/>
                <a:ea typeface="Helvetica Neue"/>
                <a:cs typeface="Helvetica Neue"/>
              </a:defRPr>
            </a:lvl3pPr>
            <a:lvl4pPr algn="l">
              <a:buNone/>
              <a:defRPr sz="2850" b="1">
                <a:solidFill>
                  <a:srgbClr val="D64545"/>
                </a:solidFill>
                <a:latin typeface="Helvetica Neue"/>
                <a:ea typeface="Helvetica Neue"/>
                <a:cs typeface="Helvetica Neue"/>
              </a:defRPr>
            </a:lvl4pPr>
            <a:lvl5pPr algn="l">
              <a:buNone/>
              <a:defRPr sz="2850" b="1">
                <a:solidFill>
                  <a:srgbClr val="D64545"/>
                </a:solidFill>
                <a:latin typeface="Helvetica Neue"/>
                <a:ea typeface="Helvetica Neue"/>
                <a:cs typeface="Helvetica Neue"/>
              </a:defRPr>
            </a:lvl5pPr>
            <a:lvl6pPr algn="l">
              <a:buNone/>
              <a:defRPr sz="2850" b="1">
                <a:solidFill>
                  <a:srgbClr val="D64545"/>
                </a:solidFill>
                <a:latin typeface="Helvetica Neue"/>
                <a:ea typeface="Helvetica Neue"/>
                <a:cs typeface="Helvetica Neue"/>
              </a:defRPr>
            </a:lvl6pPr>
            <a:lvl7pPr algn="l">
              <a:buNone/>
              <a:defRPr sz="2850" b="1">
                <a:solidFill>
                  <a:srgbClr val="D64545"/>
                </a:solidFill>
                <a:latin typeface="Helvetica Neue"/>
                <a:ea typeface="Helvetica Neue"/>
                <a:cs typeface="Helvetica Neue"/>
              </a:defRPr>
            </a:lvl7pPr>
            <a:lvl8pPr algn="l">
              <a:buNone/>
              <a:defRPr sz="2850" b="1">
                <a:solidFill>
                  <a:srgbClr val="D64545"/>
                </a:solidFill>
                <a:latin typeface="Helvetica Neue"/>
                <a:ea typeface="Helvetica Neue"/>
                <a:cs typeface="Helvetica Neue"/>
              </a:defRPr>
            </a:lvl8pPr>
            <a:lvl9pPr algn="l">
              <a:buNone/>
              <a:defRPr sz="2850" b="1">
                <a:solidFill>
                  <a:srgbClr val="D64545"/>
                </a:solidFill>
                <a:latin typeface="Helvetica Neue"/>
                <a:ea typeface="Helvetica Neue"/>
                <a:cs typeface="Helvetica Neue"/>
              </a:defRPr>
            </a:lvl9pPr>
          </a:lstStyle>
          <a:p>
            <a:pPr algn="l">
              <a:buNone/>
              <a:defRPr sz="2850" b="1">
                <a:solidFill>
                  <a:srgbClr val="D64545"/>
                </a:solidFill>
                <a:latin typeface="Helvetica Neue"/>
                <a:ea typeface="Helvetica Neue"/>
                <a:cs typeface="Helvetica Neue"/>
              </a:defRPr>
            </a:pPr>
            <a:r>
              <a:rPr sz="2850" b="1">
                <a:solidFill>
                  <a:srgbClr val="D64545"/>
                </a:solidFill>
                <a:latin typeface="Helvetica Neue"/>
                <a:ea typeface="Helvetica Neue"/>
                <a:cs typeface="Helvetica Neue"/>
              </a:rPr>
              <a:t>-0.111</a:t>
            </a:r>
            <a:endParaRPr sz="2850" b="1">
              <a:solidFill>
                <a:srgbClr val="D64545"/>
              </a:solidFill>
              <a:latin typeface="Helvetica Neue"/>
              <a:ea typeface="Helvetica Neue"/>
              <a:cs typeface="Helvetica Neue"/>
            </a:endParaRPr>
          </a:p>
        </p:txBody>
      </p:sp>
      <p:sp>
        <p:nvSpPr>
          <p:cNvPr id="11" name="矩形 10"/>
          <p:cNvSpPr>
            <a:spLocks noGrp="1"/>
          </p:cNvSpPr>
          <p:nvPr/>
        </p:nvSpPr>
        <p:spPr>
          <a:xfrm>
            <a:off x="8096250" y="4514850"/>
            <a:ext cx="3048000" cy="361950"/>
          </a:xfrm>
          <a:prstGeom prst="rect">
            <a:avLst/>
          </a:prstGeom>
          <a:noFill/>
          <a:ln w="0">
            <a:noFill/>
          </a:ln>
        </p:spPr>
        <p:txBody>
          <a:bodyPr anchor="ctr">
            <a:noAutofit/>
          </a:bodyPr>
          <a:lstStyle>
            <a:defPPr algn="l">
              <a:defRPr sz="1500" b="1">
                <a:solidFill>
                  <a:srgbClr val="243B53"/>
                </a:solidFill>
                <a:latin typeface="Helvetica Neue"/>
                <a:ea typeface="Helvetica Neue"/>
                <a:cs typeface="Helvetica Neue"/>
              </a:defRPr>
            </a:defPPr>
            <a:lvl1pPr algn="l">
              <a:buNone/>
              <a:defRPr sz="1500" b="1">
                <a:solidFill>
                  <a:srgbClr val="243B53"/>
                </a:solidFill>
                <a:latin typeface="Helvetica Neue"/>
                <a:ea typeface="Helvetica Neue"/>
                <a:cs typeface="Helvetica Neue"/>
              </a:defRPr>
            </a:lvl1pPr>
            <a:lvl2pPr algn="l">
              <a:buNone/>
              <a:defRPr sz="1500" b="1">
                <a:solidFill>
                  <a:srgbClr val="243B53"/>
                </a:solidFill>
                <a:latin typeface="Helvetica Neue"/>
                <a:ea typeface="Helvetica Neue"/>
                <a:cs typeface="Helvetica Neue"/>
              </a:defRPr>
            </a:lvl2pPr>
            <a:lvl3pPr algn="l">
              <a:buNone/>
              <a:defRPr sz="1500" b="1">
                <a:solidFill>
                  <a:srgbClr val="243B53"/>
                </a:solidFill>
                <a:latin typeface="Helvetica Neue"/>
                <a:ea typeface="Helvetica Neue"/>
                <a:cs typeface="Helvetica Neue"/>
              </a:defRPr>
            </a:lvl3pPr>
            <a:lvl4pPr algn="l">
              <a:buNone/>
              <a:defRPr sz="1500" b="1">
                <a:solidFill>
                  <a:srgbClr val="243B53"/>
                </a:solidFill>
                <a:latin typeface="Helvetica Neue"/>
                <a:ea typeface="Helvetica Neue"/>
                <a:cs typeface="Helvetica Neue"/>
              </a:defRPr>
            </a:lvl4pPr>
            <a:lvl5pPr algn="l">
              <a:buNone/>
              <a:defRPr sz="1500" b="1">
                <a:solidFill>
                  <a:srgbClr val="243B53"/>
                </a:solidFill>
                <a:latin typeface="Helvetica Neue"/>
                <a:ea typeface="Helvetica Neue"/>
                <a:cs typeface="Helvetica Neue"/>
              </a:defRPr>
            </a:lvl5pPr>
            <a:lvl6pPr algn="l">
              <a:buNone/>
              <a:defRPr sz="1500" b="1">
                <a:solidFill>
                  <a:srgbClr val="243B53"/>
                </a:solidFill>
                <a:latin typeface="Helvetica Neue"/>
                <a:ea typeface="Helvetica Neue"/>
                <a:cs typeface="Helvetica Neue"/>
              </a:defRPr>
            </a:lvl6pPr>
            <a:lvl7pPr algn="l">
              <a:buNone/>
              <a:defRPr sz="1500" b="1">
                <a:solidFill>
                  <a:srgbClr val="243B53"/>
                </a:solidFill>
                <a:latin typeface="Helvetica Neue"/>
                <a:ea typeface="Helvetica Neue"/>
                <a:cs typeface="Helvetica Neue"/>
              </a:defRPr>
            </a:lvl7pPr>
            <a:lvl8pPr algn="l">
              <a:buNone/>
              <a:defRPr sz="1500" b="1">
                <a:solidFill>
                  <a:srgbClr val="243B53"/>
                </a:solidFill>
                <a:latin typeface="Helvetica Neue"/>
                <a:ea typeface="Helvetica Neue"/>
                <a:cs typeface="Helvetica Neue"/>
              </a:defRPr>
            </a:lvl8pPr>
            <a:lvl9pPr algn="l">
              <a:buNone/>
              <a:defRPr sz="1500" b="1">
                <a:solidFill>
                  <a:srgbClr val="243B53"/>
                </a:solidFill>
                <a:latin typeface="Helvetica Neue"/>
                <a:ea typeface="Helvetica Neue"/>
                <a:cs typeface="Helvetica Neue"/>
              </a:defRPr>
            </a:lvl9pPr>
          </a:lstStyle>
          <a:p>
            <a:pPr algn="l">
              <a:buNone/>
              <a:defRPr sz="1500" b="1">
                <a:solidFill>
                  <a:srgbClr val="243B53"/>
                </a:solidFill>
                <a:latin typeface="Helvetica Neue"/>
                <a:ea typeface="Helvetica Neue"/>
                <a:cs typeface="Helvetica Neue"/>
              </a:defRPr>
            </a:pPr>
            <a:r>
              <a:rPr sz="1500" b="1">
                <a:solidFill>
                  <a:srgbClr val="243B53"/>
                </a:solidFill>
                <a:latin typeface="Helvetica Neue"/>
                <a:ea typeface="Helvetica Neue"/>
                <a:cs typeface="Helvetica Neue"/>
              </a:rPr>
              <a:t>Macro-F1 unchanged</a:t>
            </a:r>
            <a:endParaRPr sz="1500" b="1">
              <a:solidFill>
                <a:srgbClr val="243B53"/>
              </a:solidFill>
              <a:latin typeface="Helvetica Neue"/>
              <a:ea typeface="Helvetica Neue"/>
              <a:cs typeface="Helvetica Neue"/>
            </a:endParaRPr>
          </a:p>
        </p:txBody>
      </p:sp>
      <p:sp>
        <p:nvSpPr>
          <p:cNvPr id="12" name="矩形 11"/>
          <p:cNvSpPr>
            <a:spLocks noGrp="1"/>
          </p:cNvSpPr>
          <p:nvPr/>
        </p:nvSpPr>
        <p:spPr>
          <a:xfrm>
            <a:off x="8096250" y="5029200"/>
            <a:ext cx="3238500" cy="762000"/>
          </a:xfrm>
          <a:prstGeom prst="rect">
            <a:avLst/>
          </a:prstGeom>
          <a:noFill/>
          <a:ln w="0">
            <a:noFill/>
          </a:ln>
        </p:spPr>
        <p:txBody>
          <a:bodyPr anchor="t">
            <a:noAutofit/>
          </a:bodyPr>
          <a:lstStyle>
            <a:defPPr algn="l">
              <a:defRPr sz="1350" b="0">
                <a:solidFill>
                  <a:srgbClr val="627D98"/>
                </a:solidFill>
                <a:latin typeface="Helvetica Neue"/>
                <a:ea typeface="Helvetica Neue"/>
                <a:cs typeface="Helvetica Neue"/>
              </a:defRPr>
            </a:defPPr>
            <a:lvl1pPr algn="l">
              <a:buNone/>
              <a:defRPr sz="1350" b="0">
                <a:solidFill>
                  <a:srgbClr val="627D98"/>
                </a:solidFill>
                <a:latin typeface="Helvetica Neue"/>
                <a:ea typeface="Helvetica Neue"/>
                <a:cs typeface="Helvetica Neue"/>
              </a:defRPr>
            </a:lvl1pPr>
            <a:lvl2pPr algn="l">
              <a:buNone/>
              <a:defRPr sz="1350" b="0">
                <a:solidFill>
                  <a:srgbClr val="627D98"/>
                </a:solidFill>
                <a:latin typeface="Helvetica Neue"/>
                <a:ea typeface="Helvetica Neue"/>
                <a:cs typeface="Helvetica Neue"/>
              </a:defRPr>
            </a:lvl2pPr>
            <a:lvl3pPr algn="l">
              <a:buNone/>
              <a:defRPr sz="1350" b="0">
                <a:solidFill>
                  <a:srgbClr val="627D98"/>
                </a:solidFill>
                <a:latin typeface="Helvetica Neue"/>
                <a:ea typeface="Helvetica Neue"/>
                <a:cs typeface="Helvetica Neue"/>
              </a:defRPr>
            </a:lvl3pPr>
            <a:lvl4pPr algn="l">
              <a:buNone/>
              <a:defRPr sz="1350" b="0">
                <a:solidFill>
                  <a:srgbClr val="627D98"/>
                </a:solidFill>
                <a:latin typeface="Helvetica Neue"/>
                <a:ea typeface="Helvetica Neue"/>
                <a:cs typeface="Helvetica Neue"/>
              </a:defRPr>
            </a:lvl4pPr>
            <a:lvl5pPr algn="l">
              <a:buNone/>
              <a:defRPr sz="1350" b="0">
                <a:solidFill>
                  <a:srgbClr val="627D98"/>
                </a:solidFill>
                <a:latin typeface="Helvetica Neue"/>
                <a:ea typeface="Helvetica Neue"/>
                <a:cs typeface="Helvetica Neue"/>
              </a:defRPr>
            </a:lvl5pPr>
            <a:lvl6pPr algn="l">
              <a:buNone/>
              <a:defRPr sz="1350" b="0">
                <a:solidFill>
                  <a:srgbClr val="627D98"/>
                </a:solidFill>
                <a:latin typeface="Helvetica Neue"/>
                <a:ea typeface="Helvetica Neue"/>
                <a:cs typeface="Helvetica Neue"/>
              </a:defRPr>
            </a:lvl6pPr>
            <a:lvl7pPr algn="l">
              <a:buNone/>
              <a:defRPr sz="1350" b="0">
                <a:solidFill>
                  <a:srgbClr val="627D98"/>
                </a:solidFill>
                <a:latin typeface="Helvetica Neue"/>
                <a:ea typeface="Helvetica Neue"/>
                <a:cs typeface="Helvetica Neue"/>
              </a:defRPr>
            </a:lvl7pPr>
            <a:lvl8pPr algn="l">
              <a:buNone/>
              <a:defRPr sz="1350" b="0">
                <a:solidFill>
                  <a:srgbClr val="627D98"/>
                </a:solidFill>
                <a:latin typeface="Helvetica Neue"/>
                <a:ea typeface="Helvetica Neue"/>
                <a:cs typeface="Helvetica Neue"/>
              </a:defRPr>
            </a:lvl8pPr>
            <a:lvl9pPr algn="l">
              <a:buNone/>
              <a:defRPr sz="1350" b="0">
                <a:solidFill>
                  <a:srgbClr val="627D98"/>
                </a:solidFill>
                <a:latin typeface="Helvetica Neue"/>
                <a:ea typeface="Helvetica Neue"/>
                <a:cs typeface="Helvetica Neue"/>
              </a:defRPr>
            </a:lvl9pPr>
          </a:lstStyle>
          <a:p>
            <a:pPr algn="l">
              <a:buNone/>
              <a:defRPr sz="1350" b="0">
                <a:solidFill>
                  <a:srgbClr val="627D98"/>
                </a:solidFill>
                <a:latin typeface="Helvetica Neue"/>
                <a:ea typeface="Helvetica Neue"/>
                <a:cs typeface="Helvetica Neue"/>
              </a:defRPr>
            </a:pPr>
            <a:r>
              <a:rPr sz="1575" b="0">
                <a:solidFill>
                  <a:srgbClr val="627D98"/>
                </a:solidFill>
                <a:latin typeface="Helvetica Neue"/>
                <a:ea typeface="Helvetica Neue"/>
                <a:cs typeface="Helvetica Neue"/>
              </a:rPr>
              <a:t>Only six test clips.</a:t>
            </a:r>
          </a:p>
          <a:p>
            <a:pPr algn="l">
              <a:buNone/>
              <a:defRPr sz="1350" b="0">
                <a:solidFill>
                  <a:srgbClr val="627D98"/>
                </a:solidFill>
                <a:latin typeface="Helvetica Neue"/>
                <a:ea typeface="Helvetica Neue"/>
                <a:cs typeface="Helvetica Neue"/>
              </a:defRPr>
            </a:pPr>
            <a:r>
              <a:rPr sz="1575" b="0">
                <a:solidFill>
                  <a:srgbClr val="627D98"/>
                </a:solidFill>
                <a:latin typeface="Helvetica Neue"/>
                <a:ea typeface="Helvetica Neue"/>
                <a:cs typeface="Helvetica Neue"/>
              </a:rPr>
              <a:t>Very wide uncertainty.</a:t>
            </a:r>
          </a:p>
        </p:txBody>
      </p:sp>
      <p:sp>
        <p:nvSpPr>
          <p:cNvPr id="13" name="矩形 12"/>
          <p:cNvSpPr>
            <a:spLocks noGrp="1"/>
          </p:cNvSpPr>
          <p:nvPr/>
        </p:nvSpPr>
        <p:spPr>
          <a:xfrm>
            <a:off x="762000" y="5905500"/>
            <a:ext cx="10668000" cy="428625"/>
          </a:xfrm>
          <a:prstGeom prst="rect">
            <a:avLst/>
          </a:prstGeom>
          <a:noFill/>
          <a:ln w="0">
            <a:noFill/>
          </a:ln>
        </p:spPr>
        <p:txBody>
          <a:bodyPr anchor="ctr">
            <a:noAutofit/>
          </a:bodyPr>
          <a:lstStyle>
            <a:defPPr algn="ctr">
              <a:defRPr sz="1050" b="0">
                <a:solidFill>
                  <a:srgbClr val="627D98"/>
                </a:solidFill>
                <a:latin typeface="Helvetica Neue"/>
                <a:ea typeface="Helvetica Neue"/>
                <a:cs typeface="Helvetica Neue"/>
              </a:defRPr>
            </a:defPPr>
            <a:lvl1pPr algn="ctr">
              <a:buNone/>
              <a:defRPr sz="1050" b="0">
                <a:solidFill>
                  <a:srgbClr val="627D98"/>
                </a:solidFill>
                <a:latin typeface="Helvetica Neue"/>
                <a:ea typeface="Helvetica Neue"/>
                <a:cs typeface="Helvetica Neue"/>
              </a:defRPr>
            </a:lvl1pPr>
            <a:lvl2pPr algn="ctr">
              <a:buNone/>
              <a:defRPr sz="1050" b="0">
                <a:solidFill>
                  <a:srgbClr val="627D98"/>
                </a:solidFill>
                <a:latin typeface="Helvetica Neue"/>
                <a:ea typeface="Helvetica Neue"/>
                <a:cs typeface="Helvetica Neue"/>
              </a:defRPr>
            </a:lvl2pPr>
            <a:lvl3pPr algn="ctr">
              <a:buNone/>
              <a:defRPr sz="1050" b="0">
                <a:solidFill>
                  <a:srgbClr val="627D98"/>
                </a:solidFill>
                <a:latin typeface="Helvetica Neue"/>
                <a:ea typeface="Helvetica Neue"/>
                <a:cs typeface="Helvetica Neue"/>
              </a:defRPr>
            </a:lvl3pPr>
            <a:lvl4pPr algn="ctr">
              <a:buNone/>
              <a:defRPr sz="1050" b="0">
                <a:solidFill>
                  <a:srgbClr val="627D98"/>
                </a:solidFill>
                <a:latin typeface="Helvetica Neue"/>
                <a:ea typeface="Helvetica Neue"/>
                <a:cs typeface="Helvetica Neue"/>
              </a:defRPr>
            </a:lvl4pPr>
            <a:lvl5pPr algn="ctr">
              <a:buNone/>
              <a:defRPr sz="1050" b="0">
                <a:solidFill>
                  <a:srgbClr val="627D98"/>
                </a:solidFill>
                <a:latin typeface="Helvetica Neue"/>
                <a:ea typeface="Helvetica Neue"/>
                <a:cs typeface="Helvetica Neue"/>
              </a:defRPr>
            </a:lvl5pPr>
            <a:lvl6pPr algn="ctr">
              <a:buNone/>
              <a:defRPr sz="1050" b="0">
                <a:solidFill>
                  <a:srgbClr val="627D98"/>
                </a:solidFill>
                <a:latin typeface="Helvetica Neue"/>
                <a:ea typeface="Helvetica Neue"/>
                <a:cs typeface="Helvetica Neue"/>
              </a:defRPr>
            </a:lvl6pPr>
            <a:lvl7pPr algn="ctr">
              <a:buNone/>
              <a:defRPr sz="1050" b="0">
                <a:solidFill>
                  <a:srgbClr val="627D98"/>
                </a:solidFill>
                <a:latin typeface="Helvetica Neue"/>
                <a:ea typeface="Helvetica Neue"/>
                <a:cs typeface="Helvetica Neue"/>
              </a:defRPr>
            </a:lvl7pPr>
            <a:lvl8pPr algn="ctr">
              <a:buNone/>
              <a:defRPr sz="1050" b="0">
                <a:solidFill>
                  <a:srgbClr val="627D98"/>
                </a:solidFill>
                <a:latin typeface="Helvetica Neue"/>
                <a:ea typeface="Helvetica Neue"/>
                <a:cs typeface="Helvetica Neue"/>
              </a:defRPr>
            </a:lvl8pPr>
            <a:lvl9pPr algn="ctr">
              <a:buNone/>
              <a:defRPr sz="1050" b="0">
                <a:solidFill>
                  <a:srgbClr val="627D98"/>
                </a:solidFill>
                <a:latin typeface="Helvetica Neue"/>
                <a:ea typeface="Helvetica Neue"/>
                <a:cs typeface="Helvetica Neue"/>
              </a:defRPr>
            </a:lvl9pPr>
          </a:lstStyle>
          <a:p>
            <a:pPr algn="ctr">
              <a:buNone/>
              <a:defRPr sz="1050" b="0">
                <a:solidFill>
                  <a:srgbClr val="627D98"/>
                </a:solidFill>
                <a:latin typeface="Helvetica Neue"/>
                <a:ea typeface="Helvetica Neue"/>
                <a:cs typeface="Helvetica Neue"/>
              </a:defRPr>
            </a:pPr>
            <a:r>
              <a:rPr sz="1500" b="0">
                <a:solidFill>
                  <a:srgbClr val="627D98"/>
                </a:solidFill>
                <a:latin typeface="Helvetica Neue"/>
                <a:ea typeface="Helvetica Neue"/>
                <a:cs typeface="Helvetica Neue"/>
              </a:rPr>
              <a:t>Historical reference run. Different real/fake sources led us to use matched pairs.</a:t>
            </a:r>
          </a:p>
        </p:txBody>
      </p:sp>
    </p:spTree>
  </p:cSld>
  <p:clrMapOvr>
    <a:masterClrMapping/>
  </p:clrMapOvr>
</p:sld>
</file>

<file path=ppt/slides/slide7.xml><?xml version="1.0" encoding="utf-8"?>
<p:sld xmlns:a="http://schemas.openxmlformats.org/drawingml/2006/main" xmlns:ns2="http://schemas.openxmlformats.org/drawingml/2006/chart"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14" name="矩形 13"/>
          <p:cNvSpPr>
            <a:spLocks noGrp="1"/>
          </p:cNvSpPr>
          <p:nvPr/>
        </p:nvSpPr>
        <p:spPr>
          <a:xfrm>
            <a:off x="609600" y="323850"/>
            <a:ext cx="10334625" cy="533400"/>
          </a:xfrm>
          <a:prstGeom prst="rect">
            <a:avLst/>
          </a:prstGeom>
          <a:noFill/>
          <a:ln w="0">
            <a:noFill/>
          </a:ln>
        </p:spPr>
        <p:txBody>
          <a:bodyPr anchor="ctr">
            <a:noAutofit/>
          </a:bodyPr>
          <a:lstStyle>
            <a:defPPr algn="l">
              <a:defRPr sz="2550" b="1">
                <a:solidFill>
                  <a:srgbClr val="102A43"/>
                </a:solidFill>
                <a:latin typeface="Helvetica Neue"/>
                <a:ea typeface="Helvetica Neue"/>
                <a:cs typeface="Helvetica Neue"/>
              </a:defRPr>
            </a:defPPr>
            <a:lvl1pPr algn="l">
              <a:buNone/>
              <a:defRPr sz="2550" b="1">
                <a:solidFill>
                  <a:srgbClr val="102A43"/>
                </a:solidFill>
                <a:latin typeface="Helvetica Neue"/>
                <a:ea typeface="Helvetica Neue"/>
                <a:cs typeface="Helvetica Neue"/>
              </a:defRPr>
            </a:lvl1pPr>
            <a:lvl2pPr algn="l">
              <a:buNone/>
              <a:defRPr sz="2550" b="1">
                <a:solidFill>
                  <a:srgbClr val="102A43"/>
                </a:solidFill>
                <a:latin typeface="Helvetica Neue"/>
                <a:ea typeface="Helvetica Neue"/>
                <a:cs typeface="Helvetica Neue"/>
              </a:defRPr>
            </a:lvl2pPr>
            <a:lvl3pPr algn="l">
              <a:buNone/>
              <a:defRPr sz="2550" b="1">
                <a:solidFill>
                  <a:srgbClr val="102A43"/>
                </a:solidFill>
                <a:latin typeface="Helvetica Neue"/>
                <a:ea typeface="Helvetica Neue"/>
                <a:cs typeface="Helvetica Neue"/>
              </a:defRPr>
            </a:lvl3pPr>
            <a:lvl4pPr algn="l">
              <a:buNone/>
              <a:defRPr sz="2550" b="1">
                <a:solidFill>
                  <a:srgbClr val="102A43"/>
                </a:solidFill>
                <a:latin typeface="Helvetica Neue"/>
                <a:ea typeface="Helvetica Neue"/>
                <a:cs typeface="Helvetica Neue"/>
              </a:defRPr>
            </a:lvl4pPr>
            <a:lvl5pPr algn="l">
              <a:buNone/>
              <a:defRPr sz="2550" b="1">
                <a:solidFill>
                  <a:srgbClr val="102A43"/>
                </a:solidFill>
                <a:latin typeface="Helvetica Neue"/>
                <a:ea typeface="Helvetica Neue"/>
                <a:cs typeface="Helvetica Neue"/>
              </a:defRPr>
            </a:lvl5pPr>
            <a:lvl6pPr algn="l">
              <a:buNone/>
              <a:defRPr sz="2550" b="1">
                <a:solidFill>
                  <a:srgbClr val="102A43"/>
                </a:solidFill>
                <a:latin typeface="Helvetica Neue"/>
                <a:ea typeface="Helvetica Neue"/>
                <a:cs typeface="Helvetica Neue"/>
              </a:defRPr>
            </a:lvl6pPr>
            <a:lvl7pPr algn="l">
              <a:buNone/>
              <a:defRPr sz="2550" b="1">
                <a:solidFill>
                  <a:srgbClr val="102A43"/>
                </a:solidFill>
                <a:latin typeface="Helvetica Neue"/>
                <a:ea typeface="Helvetica Neue"/>
                <a:cs typeface="Helvetica Neue"/>
              </a:defRPr>
            </a:lvl7pPr>
            <a:lvl8pPr algn="l">
              <a:buNone/>
              <a:defRPr sz="2550" b="1">
                <a:solidFill>
                  <a:srgbClr val="102A43"/>
                </a:solidFill>
                <a:latin typeface="Helvetica Neue"/>
                <a:ea typeface="Helvetica Neue"/>
                <a:cs typeface="Helvetica Neue"/>
              </a:defRPr>
            </a:lvl8pPr>
            <a:lvl9pPr algn="l">
              <a:buNone/>
              <a:defRPr sz="2550" b="1">
                <a:solidFill>
                  <a:srgbClr val="102A43"/>
                </a:solidFill>
                <a:latin typeface="Helvetica Neue"/>
                <a:ea typeface="Helvetica Neue"/>
                <a:cs typeface="Helvetica Neue"/>
              </a:defRPr>
            </a:lvl9pPr>
          </a:lstStyle>
          <a:p>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Expanded results favour global mouth features</a:t>
            </a:r>
            <a:endParaRPr sz="2550" b="1">
              <a:solidFill>
                <a:srgbClr val="102A43"/>
              </a:solidFill>
              <a:latin typeface="Helvetica Neue"/>
              <a:ea typeface="Helvetica Neue"/>
              <a:cs typeface="Helvetica Neue"/>
            </a:endParaRPr>
          </a:p>
        </p:txBody>
      </p:sp>
      <p:sp>
        <p:nvSpPr>
          <p:cNvPr id="2" name="矩形 1"/>
          <p:cNvSpPr>
            <a:spLocks noGrp="1"/>
          </p:cNvSpPr>
          <p:nvPr/>
        </p:nvSpPr>
        <p:spPr>
          <a:xfrm>
            <a:off x="11049000" y="371475"/>
            <a:ext cx="571500" cy="381000"/>
          </a:xfrm>
          <a:prstGeom prst="rect">
            <a:avLst/>
          </a:prstGeom>
          <a:noFill/>
          <a:ln w="0">
            <a:noFill/>
          </a:ln>
        </p:spPr>
        <p:txBody>
          <a:bodyPr anchor="ctr">
            <a:noAutofit/>
          </a:bodyPr>
          <a:lstStyle>
            <a:defPPr algn="r">
              <a:defRPr sz="1350" b="1">
                <a:solidFill>
                  <a:srgbClr val="2F6BFF"/>
                </a:solidFill>
                <a:latin typeface="Helvetica Neue"/>
                <a:ea typeface="Helvetica Neue"/>
                <a:cs typeface="Helvetica Neue"/>
              </a:defRPr>
            </a:defPPr>
            <a:lvl1pPr algn="r">
              <a:buNone/>
              <a:defRPr sz="1350" b="1">
                <a:solidFill>
                  <a:srgbClr val="2F6BFF"/>
                </a:solidFill>
                <a:latin typeface="Helvetica Neue"/>
                <a:ea typeface="Helvetica Neue"/>
                <a:cs typeface="Helvetica Neue"/>
              </a:defRPr>
            </a:lvl1pPr>
            <a:lvl2pPr algn="r">
              <a:buNone/>
              <a:defRPr sz="1350" b="1">
                <a:solidFill>
                  <a:srgbClr val="2F6BFF"/>
                </a:solidFill>
                <a:latin typeface="Helvetica Neue"/>
                <a:ea typeface="Helvetica Neue"/>
                <a:cs typeface="Helvetica Neue"/>
              </a:defRPr>
            </a:lvl2pPr>
            <a:lvl3pPr algn="r">
              <a:buNone/>
              <a:defRPr sz="1350" b="1">
                <a:solidFill>
                  <a:srgbClr val="2F6BFF"/>
                </a:solidFill>
                <a:latin typeface="Helvetica Neue"/>
                <a:ea typeface="Helvetica Neue"/>
                <a:cs typeface="Helvetica Neue"/>
              </a:defRPr>
            </a:lvl3pPr>
            <a:lvl4pPr algn="r">
              <a:buNone/>
              <a:defRPr sz="1350" b="1">
                <a:solidFill>
                  <a:srgbClr val="2F6BFF"/>
                </a:solidFill>
                <a:latin typeface="Helvetica Neue"/>
                <a:ea typeface="Helvetica Neue"/>
                <a:cs typeface="Helvetica Neue"/>
              </a:defRPr>
            </a:lvl4pPr>
            <a:lvl5pPr algn="r">
              <a:buNone/>
              <a:defRPr sz="1350" b="1">
                <a:solidFill>
                  <a:srgbClr val="2F6BFF"/>
                </a:solidFill>
                <a:latin typeface="Helvetica Neue"/>
                <a:ea typeface="Helvetica Neue"/>
                <a:cs typeface="Helvetica Neue"/>
              </a:defRPr>
            </a:lvl5pPr>
            <a:lvl6pPr algn="r">
              <a:buNone/>
              <a:defRPr sz="1350" b="1">
                <a:solidFill>
                  <a:srgbClr val="2F6BFF"/>
                </a:solidFill>
                <a:latin typeface="Helvetica Neue"/>
                <a:ea typeface="Helvetica Neue"/>
                <a:cs typeface="Helvetica Neue"/>
              </a:defRPr>
            </a:lvl6pPr>
            <a:lvl7pPr algn="r">
              <a:buNone/>
              <a:defRPr sz="1350" b="1">
                <a:solidFill>
                  <a:srgbClr val="2F6BFF"/>
                </a:solidFill>
                <a:latin typeface="Helvetica Neue"/>
                <a:ea typeface="Helvetica Neue"/>
                <a:cs typeface="Helvetica Neue"/>
              </a:defRPr>
            </a:lvl7pPr>
            <a:lvl8pPr algn="r">
              <a:buNone/>
              <a:defRPr sz="1350" b="1">
                <a:solidFill>
                  <a:srgbClr val="2F6BFF"/>
                </a:solidFill>
                <a:latin typeface="Helvetica Neue"/>
                <a:ea typeface="Helvetica Neue"/>
                <a:cs typeface="Helvetica Neue"/>
              </a:defRPr>
            </a:lvl8pPr>
            <a:lvl9pPr algn="r">
              <a:buNone/>
              <a:defRPr sz="1350" b="1">
                <a:solidFill>
                  <a:srgbClr val="2F6BFF"/>
                </a:solidFill>
                <a:latin typeface="Helvetica Neue"/>
                <a:ea typeface="Helvetica Neue"/>
                <a:cs typeface="Helvetica Neue"/>
              </a:defRPr>
            </a:lvl9pPr>
          </a:lstStyle>
          <a:p>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07</a:t>
            </a:r>
            <a:endParaRPr sz="1350" b="1">
              <a:solidFill>
                <a:srgbClr val="2F6BFF"/>
              </a:solidFill>
              <a:latin typeface="Helvetica Neue"/>
              <a:ea typeface="Helvetica Neue"/>
              <a:cs typeface="Helvetica Neue"/>
            </a:endParaRPr>
          </a:p>
        </p:txBody>
      </p:sp>
      <p:sp>
        <p:nvSpPr>
          <p:cNvPr id="3" name="矩形 2"/>
          <p:cNvSpPr>
            <a:spLocks noGrp="1"/>
          </p:cNvSpPr>
          <p:nvPr/>
        </p:nvSpPr>
        <p:spPr>
          <a:xfrm>
            <a:off x="609600" y="952500"/>
            <a:ext cx="11010900" cy="38100"/>
          </a:xfrm>
          <a:prstGeom prst="rect">
            <a:avLst/>
          </a:prstGeom>
          <a:solidFill>
            <a:srgbClr val="2F6BFF"/>
          </a:solidFill>
          <a:ln w="0">
            <a:noFill/>
          </a:ln>
        </p:spPr>
      </p:sp>
      <p:sp>
        <p:nvSpPr>
          <p:cNvPr id="4" name="矩形 3"/>
          <p:cNvSpPr>
            <a:spLocks noGrp="1"/>
          </p:cNvSpPr>
          <p:nvPr/>
        </p:nvSpPr>
        <p:spPr>
          <a:xfrm>
            <a:off x="609600" y="6496050"/>
            <a:ext cx="5334000" cy="209550"/>
          </a:xfrm>
          <a:prstGeom prst="rect">
            <a:avLst/>
          </a:prstGeom>
          <a:noFill/>
          <a:ln w="0">
            <a:noFill/>
          </a:ln>
        </p:spPr>
        <p:txBody>
          <a:bodyPr anchor="ctr">
            <a:noAutofit/>
          </a:bodyPr>
          <a:lstStyle>
            <a:defPPr algn="l">
              <a:defRPr sz="900" b="0">
                <a:solidFill>
                  <a:srgbClr val="627D98"/>
                </a:solidFill>
                <a:latin typeface="Helvetica Neue"/>
                <a:ea typeface="Helvetica Neue"/>
                <a:cs typeface="Helvetica Neue"/>
              </a:defRPr>
            </a:defPPr>
            <a:lvl1pPr algn="l">
              <a:buNone/>
              <a:defRPr sz="900" b="0">
                <a:solidFill>
                  <a:srgbClr val="627D98"/>
                </a:solidFill>
                <a:latin typeface="Helvetica Neue"/>
                <a:ea typeface="Helvetica Neue"/>
                <a:cs typeface="Helvetica Neue"/>
              </a:defRPr>
            </a:lvl1pPr>
            <a:lvl2pPr algn="l">
              <a:buNone/>
              <a:defRPr sz="900" b="0">
                <a:solidFill>
                  <a:srgbClr val="627D98"/>
                </a:solidFill>
                <a:latin typeface="Helvetica Neue"/>
                <a:ea typeface="Helvetica Neue"/>
                <a:cs typeface="Helvetica Neue"/>
              </a:defRPr>
            </a:lvl2pPr>
            <a:lvl3pPr algn="l">
              <a:buNone/>
              <a:defRPr sz="900" b="0">
                <a:solidFill>
                  <a:srgbClr val="627D98"/>
                </a:solidFill>
                <a:latin typeface="Helvetica Neue"/>
                <a:ea typeface="Helvetica Neue"/>
                <a:cs typeface="Helvetica Neue"/>
              </a:defRPr>
            </a:lvl3pPr>
            <a:lvl4pPr algn="l">
              <a:buNone/>
              <a:defRPr sz="900" b="0">
                <a:solidFill>
                  <a:srgbClr val="627D98"/>
                </a:solidFill>
                <a:latin typeface="Helvetica Neue"/>
                <a:ea typeface="Helvetica Neue"/>
                <a:cs typeface="Helvetica Neue"/>
              </a:defRPr>
            </a:lvl4pPr>
            <a:lvl5pPr algn="l">
              <a:buNone/>
              <a:defRPr sz="900" b="0">
                <a:solidFill>
                  <a:srgbClr val="627D98"/>
                </a:solidFill>
                <a:latin typeface="Helvetica Neue"/>
                <a:ea typeface="Helvetica Neue"/>
                <a:cs typeface="Helvetica Neue"/>
              </a:defRPr>
            </a:lvl5pPr>
            <a:lvl6pPr algn="l">
              <a:buNone/>
              <a:defRPr sz="900" b="0">
                <a:solidFill>
                  <a:srgbClr val="627D98"/>
                </a:solidFill>
                <a:latin typeface="Helvetica Neue"/>
                <a:ea typeface="Helvetica Neue"/>
                <a:cs typeface="Helvetica Neue"/>
              </a:defRPr>
            </a:lvl6pPr>
            <a:lvl7pPr algn="l">
              <a:buNone/>
              <a:defRPr sz="900" b="0">
                <a:solidFill>
                  <a:srgbClr val="627D98"/>
                </a:solidFill>
                <a:latin typeface="Helvetica Neue"/>
                <a:ea typeface="Helvetica Neue"/>
                <a:cs typeface="Helvetica Neue"/>
              </a:defRPr>
            </a:lvl7pPr>
            <a:lvl8pPr algn="l">
              <a:buNone/>
              <a:defRPr sz="900" b="0">
                <a:solidFill>
                  <a:srgbClr val="627D98"/>
                </a:solidFill>
                <a:latin typeface="Helvetica Neue"/>
                <a:ea typeface="Helvetica Neue"/>
                <a:cs typeface="Helvetica Neue"/>
              </a:defRPr>
            </a:lvl8pPr>
            <a:lvl9pPr algn="l">
              <a:buNone/>
              <a:defRPr sz="900" b="0">
                <a:solidFill>
                  <a:srgbClr val="627D98"/>
                </a:solidFill>
                <a:latin typeface="Helvetica Neue"/>
                <a:ea typeface="Helvetica Neue"/>
                <a:cs typeface="Helvetica Neue"/>
              </a:defRPr>
            </a:lvl9pPr>
          </a:lstStyle>
          <a:p>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endParaRPr sz="900" b="0">
              <a:solidFill>
                <a:srgbClr val="627D98"/>
              </a:solidFill>
              <a:latin typeface="Helvetica Neue"/>
              <a:ea typeface="Helvetica Neue"/>
              <a:cs typeface="Helvetica Neue"/>
            </a:endParaRPr>
          </a:p>
        </p:txBody>
      </p:sp>
      <p:sp>
        <p:nvSpPr>
          <p:cNvPr id="5" name="矩形 4"/>
          <p:cNvSpPr>
            <a:spLocks noGrp="1"/>
          </p:cNvSpPr>
          <p:nvPr/>
        </p:nvSpPr>
        <p:spPr>
          <a:xfrm>
            <a:off x="10191750" y="6496050"/>
            <a:ext cx="1428750" cy="209550"/>
          </a:xfrm>
          <a:prstGeom prst="rect">
            <a:avLst/>
          </a:prstGeom>
          <a:noFill/>
          <a:ln w="0">
            <a:noFill/>
          </a:ln>
        </p:spPr>
        <p:txBody>
          <a:bodyPr anchor="ctr">
            <a:noAutofit/>
          </a:bodyPr>
          <a:lstStyle>
            <a:defPPr algn="r">
              <a:defRPr sz="900" b="0">
                <a:solidFill>
                  <a:srgbClr val="627D98"/>
                </a:solidFill>
                <a:latin typeface="Helvetica Neue"/>
                <a:ea typeface="Helvetica Neue"/>
                <a:cs typeface="Helvetica Neue"/>
              </a:defRPr>
            </a:defPPr>
            <a:lvl1pPr algn="r">
              <a:buNone/>
              <a:defRPr sz="900" b="0">
                <a:solidFill>
                  <a:srgbClr val="627D98"/>
                </a:solidFill>
                <a:latin typeface="Helvetica Neue"/>
                <a:ea typeface="Helvetica Neue"/>
                <a:cs typeface="Helvetica Neue"/>
              </a:defRPr>
            </a:lvl1pPr>
            <a:lvl2pPr algn="r">
              <a:buNone/>
              <a:defRPr sz="900" b="0">
                <a:solidFill>
                  <a:srgbClr val="627D98"/>
                </a:solidFill>
                <a:latin typeface="Helvetica Neue"/>
                <a:ea typeface="Helvetica Neue"/>
                <a:cs typeface="Helvetica Neue"/>
              </a:defRPr>
            </a:lvl2pPr>
            <a:lvl3pPr algn="r">
              <a:buNone/>
              <a:defRPr sz="900" b="0">
                <a:solidFill>
                  <a:srgbClr val="627D98"/>
                </a:solidFill>
                <a:latin typeface="Helvetica Neue"/>
                <a:ea typeface="Helvetica Neue"/>
                <a:cs typeface="Helvetica Neue"/>
              </a:defRPr>
            </a:lvl3pPr>
            <a:lvl4pPr algn="r">
              <a:buNone/>
              <a:defRPr sz="900" b="0">
                <a:solidFill>
                  <a:srgbClr val="627D98"/>
                </a:solidFill>
                <a:latin typeface="Helvetica Neue"/>
                <a:ea typeface="Helvetica Neue"/>
                <a:cs typeface="Helvetica Neue"/>
              </a:defRPr>
            </a:lvl4pPr>
            <a:lvl5pPr algn="r">
              <a:buNone/>
              <a:defRPr sz="900" b="0">
                <a:solidFill>
                  <a:srgbClr val="627D98"/>
                </a:solidFill>
                <a:latin typeface="Helvetica Neue"/>
                <a:ea typeface="Helvetica Neue"/>
                <a:cs typeface="Helvetica Neue"/>
              </a:defRPr>
            </a:lvl5pPr>
            <a:lvl6pPr algn="r">
              <a:buNone/>
              <a:defRPr sz="900" b="0">
                <a:solidFill>
                  <a:srgbClr val="627D98"/>
                </a:solidFill>
                <a:latin typeface="Helvetica Neue"/>
                <a:ea typeface="Helvetica Neue"/>
                <a:cs typeface="Helvetica Neue"/>
              </a:defRPr>
            </a:lvl6pPr>
            <a:lvl7pPr algn="r">
              <a:buNone/>
              <a:defRPr sz="900" b="0">
                <a:solidFill>
                  <a:srgbClr val="627D98"/>
                </a:solidFill>
                <a:latin typeface="Helvetica Neue"/>
                <a:ea typeface="Helvetica Neue"/>
                <a:cs typeface="Helvetica Neue"/>
              </a:defRPr>
            </a:lvl7pPr>
            <a:lvl8pPr algn="r">
              <a:buNone/>
              <a:defRPr sz="900" b="0">
                <a:solidFill>
                  <a:srgbClr val="627D98"/>
                </a:solidFill>
                <a:latin typeface="Helvetica Neue"/>
                <a:ea typeface="Helvetica Neue"/>
                <a:cs typeface="Helvetica Neue"/>
              </a:defRPr>
            </a:lvl8pPr>
            <a:lvl9pPr algn="r">
              <a:buNone/>
              <a:defRPr sz="900" b="0">
                <a:solidFill>
                  <a:srgbClr val="627D98"/>
                </a:solidFill>
                <a:latin typeface="Helvetica Neue"/>
                <a:ea typeface="Helvetica Neue"/>
                <a:cs typeface="Helvetica Neue"/>
              </a:defRPr>
            </a:lvl9pPr>
          </a:lstStyle>
          <a:p>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7/11</a:t>
            </a:r>
            <a:endParaRPr sz="900" b="0">
              <a:solidFill>
                <a:srgbClr val="627D98"/>
              </a:solidFill>
              <a:latin typeface="Helvetica Neue"/>
              <a:ea typeface="Helvetica Neue"/>
              <a:cs typeface="Helvetica Neue"/>
            </a:endParaRPr>
          </a:p>
        </p:txBody>
      </p:sp>
      <p:graphicFrame>
        <p:nvGraphicFramePr>
          <p:cNvPr id="6" name="Chart"/>
          <p:cNvGraphicFramePr/>
          <p:nvPr/>
        </p:nvGraphicFramePr>
        <p:xfrm>
          <a:off x="523875" y="1428750"/>
          <a:ext cx="5286375" cy="3810000"/>
        </p:xfrm>
        <a:graphic>
          <a:graphicData uri="http://schemas.openxmlformats.org/drawingml/2006/chart">
            <ns2:chart r:id="rId1"/>
          </a:graphicData>
        </a:graphic>
      </p:graphicFrame>
      <p:sp>
        <p:nvSpPr>
          <p:cNvPr id="7" name="矩形 6"/>
          <p:cNvSpPr>
            <a:spLocks noGrp="1"/>
          </p:cNvSpPr>
          <p:nvPr/>
        </p:nvSpPr>
        <p:spPr>
          <a:xfrm>
            <a:off x="1476375" y="1238250"/>
            <a:ext cx="3333750" cy="285750"/>
          </a:xfrm>
          <a:prstGeom prst="rect">
            <a:avLst/>
          </a:prstGeom>
          <a:noFill/>
          <a:ln w="0">
            <a:noFill/>
          </a:ln>
        </p:spPr>
        <p:txBody>
          <a:bodyPr anchor="ctr">
            <a:noAutofit/>
          </a:bodyPr>
          <a:lstStyle>
            <a:defPPr algn="ctr">
              <a:defRPr sz="1350" b="1">
                <a:solidFill>
                  <a:srgbClr val="102A43"/>
                </a:solidFill>
                <a:latin typeface="Helvetica Neue"/>
                <a:ea typeface="Helvetica Neue"/>
                <a:cs typeface="Helvetica Neue"/>
              </a:defRPr>
            </a:defPPr>
            <a:lvl1pPr algn="ctr">
              <a:buNone/>
              <a:defRPr sz="1350" b="1">
                <a:solidFill>
                  <a:srgbClr val="102A43"/>
                </a:solidFill>
                <a:latin typeface="Helvetica Neue"/>
                <a:ea typeface="Helvetica Neue"/>
                <a:cs typeface="Helvetica Neue"/>
              </a:defRPr>
            </a:lvl1pPr>
            <a:lvl2pPr algn="ctr">
              <a:buNone/>
              <a:defRPr sz="1350" b="1">
                <a:solidFill>
                  <a:srgbClr val="102A43"/>
                </a:solidFill>
                <a:latin typeface="Helvetica Neue"/>
                <a:ea typeface="Helvetica Neue"/>
                <a:cs typeface="Helvetica Neue"/>
              </a:defRPr>
            </a:lvl2pPr>
            <a:lvl3pPr algn="ctr">
              <a:buNone/>
              <a:defRPr sz="1350" b="1">
                <a:solidFill>
                  <a:srgbClr val="102A43"/>
                </a:solidFill>
                <a:latin typeface="Helvetica Neue"/>
                <a:ea typeface="Helvetica Neue"/>
                <a:cs typeface="Helvetica Neue"/>
              </a:defRPr>
            </a:lvl3pPr>
            <a:lvl4pPr algn="ctr">
              <a:buNone/>
              <a:defRPr sz="1350" b="1">
                <a:solidFill>
                  <a:srgbClr val="102A43"/>
                </a:solidFill>
                <a:latin typeface="Helvetica Neue"/>
                <a:ea typeface="Helvetica Neue"/>
                <a:cs typeface="Helvetica Neue"/>
              </a:defRPr>
            </a:lvl4pPr>
            <a:lvl5pPr algn="ctr">
              <a:buNone/>
              <a:defRPr sz="1350" b="1">
                <a:solidFill>
                  <a:srgbClr val="102A43"/>
                </a:solidFill>
                <a:latin typeface="Helvetica Neue"/>
                <a:ea typeface="Helvetica Neue"/>
                <a:cs typeface="Helvetica Neue"/>
              </a:defRPr>
            </a:lvl5pPr>
            <a:lvl6pPr algn="ctr">
              <a:buNone/>
              <a:defRPr sz="1350" b="1">
                <a:solidFill>
                  <a:srgbClr val="102A43"/>
                </a:solidFill>
                <a:latin typeface="Helvetica Neue"/>
                <a:ea typeface="Helvetica Neue"/>
                <a:cs typeface="Helvetica Neue"/>
              </a:defRPr>
            </a:lvl6pPr>
            <a:lvl7pPr algn="ctr">
              <a:buNone/>
              <a:defRPr sz="1350" b="1">
                <a:solidFill>
                  <a:srgbClr val="102A43"/>
                </a:solidFill>
                <a:latin typeface="Helvetica Neue"/>
                <a:ea typeface="Helvetica Neue"/>
                <a:cs typeface="Helvetica Neue"/>
              </a:defRPr>
            </a:lvl7pPr>
            <a:lvl8pPr algn="ctr">
              <a:buNone/>
              <a:defRPr sz="1350" b="1">
                <a:solidFill>
                  <a:srgbClr val="102A43"/>
                </a:solidFill>
                <a:latin typeface="Helvetica Neue"/>
                <a:ea typeface="Helvetica Neue"/>
                <a:cs typeface="Helvetica Neue"/>
              </a:defRPr>
            </a:lvl8pPr>
            <a:lvl9pPr algn="ctr">
              <a:buNone/>
              <a:defRPr sz="1350" b="1">
                <a:solidFill>
                  <a:srgbClr val="102A43"/>
                </a:solidFill>
                <a:latin typeface="Helvetica Neue"/>
                <a:ea typeface="Helvetica Neue"/>
                <a:cs typeface="Helvetica Neue"/>
              </a:defRPr>
            </a:lvl9pPr>
          </a:lstStyle>
          <a:p>
            <a:pPr algn="ctr">
              <a:buNone/>
              <a:defRPr sz="1350" b="1">
                <a:solidFill>
                  <a:srgbClr val="102A43"/>
                </a:solidFill>
                <a:latin typeface="Helvetica Neue"/>
                <a:ea typeface="Helvetica Neue"/>
                <a:cs typeface="Helvetica Neue"/>
              </a:defRPr>
            </a:pPr>
            <a:r>
              <a:rPr sz="1350" b="1">
                <a:solidFill>
                  <a:srgbClr val="102A43"/>
                </a:solidFill>
                <a:latin typeface="Helvetica Neue"/>
                <a:ea typeface="Helvetica Neue"/>
                <a:cs typeface="Helvetica Neue"/>
              </a:rPr>
              <a:t>New segments only: 20 repeated runs</a:t>
            </a:r>
            <a:endParaRPr sz="1350" b="1">
              <a:solidFill>
                <a:srgbClr val="102A43"/>
              </a:solidFill>
              <a:latin typeface="Helvetica Neue"/>
              <a:ea typeface="Helvetica Neue"/>
              <a:cs typeface="Helvetica Neue"/>
            </a:endParaRPr>
          </a:p>
        </p:txBody>
      </p:sp>
      <p:graphicFrame>
        <p:nvGraphicFramePr>
          <p:cNvPr id="8" name="Chart"/>
          <p:cNvGraphicFramePr/>
          <p:nvPr/>
        </p:nvGraphicFramePr>
        <p:xfrm>
          <a:off x="6334125" y="1428750"/>
          <a:ext cx="5286375" cy="3810000"/>
        </p:xfrm>
        <a:graphic>
          <a:graphicData uri="http://schemas.openxmlformats.org/drawingml/2006/chart">
            <ns2:chart r:id="rId2"/>
          </a:graphicData>
        </a:graphic>
      </p:graphicFrame>
      <p:sp>
        <p:nvSpPr>
          <p:cNvPr id="9" name="矩形 8"/>
          <p:cNvSpPr>
            <a:spLocks noGrp="1"/>
          </p:cNvSpPr>
          <p:nvPr/>
        </p:nvSpPr>
        <p:spPr>
          <a:xfrm>
            <a:off x="6810375" y="1238250"/>
            <a:ext cx="4572000" cy="285750"/>
          </a:xfrm>
          <a:prstGeom prst="rect">
            <a:avLst/>
          </a:prstGeom>
          <a:noFill/>
          <a:ln w="0">
            <a:noFill/>
          </a:ln>
        </p:spPr>
        <p:txBody>
          <a:bodyPr anchor="ctr">
            <a:noAutofit/>
          </a:bodyPr>
          <a:lstStyle>
            <a:defPPr algn="ctr">
              <a:defRPr sz="1350" b="1">
                <a:solidFill>
                  <a:srgbClr val="102A43"/>
                </a:solidFill>
                <a:latin typeface="Helvetica Neue"/>
                <a:ea typeface="Helvetica Neue"/>
                <a:cs typeface="Helvetica Neue"/>
              </a:defRPr>
            </a:defPPr>
            <a:lvl1pPr algn="ctr">
              <a:buNone/>
              <a:defRPr sz="1350" b="1">
                <a:solidFill>
                  <a:srgbClr val="102A43"/>
                </a:solidFill>
                <a:latin typeface="Helvetica Neue"/>
                <a:ea typeface="Helvetica Neue"/>
                <a:cs typeface="Helvetica Neue"/>
              </a:defRPr>
            </a:lvl1pPr>
            <a:lvl2pPr algn="ctr">
              <a:buNone/>
              <a:defRPr sz="1350" b="1">
                <a:solidFill>
                  <a:srgbClr val="102A43"/>
                </a:solidFill>
                <a:latin typeface="Helvetica Neue"/>
                <a:ea typeface="Helvetica Neue"/>
                <a:cs typeface="Helvetica Neue"/>
              </a:defRPr>
            </a:lvl2pPr>
            <a:lvl3pPr algn="ctr">
              <a:buNone/>
              <a:defRPr sz="1350" b="1">
                <a:solidFill>
                  <a:srgbClr val="102A43"/>
                </a:solidFill>
                <a:latin typeface="Helvetica Neue"/>
                <a:ea typeface="Helvetica Neue"/>
                <a:cs typeface="Helvetica Neue"/>
              </a:defRPr>
            </a:lvl3pPr>
            <a:lvl4pPr algn="ctr">
              <a:buNone/>
              <a:defRPr sz="1350" b="1">
                <a:solidFill>
                  <a:srgbClr val="102A43"/>
                </a:solidFill>
                <a:latin typeface="Helvetica Neue"/>
                <a:ea typeface="Helvetica Neue"/>
                <a:cs typeface="Helvetica Neue"/>
              </a:defRPr>
            </a:lvl4pPr>
            <a:lvl5pPr algn="ctr">
              <a:buNone/>
              <a:defRPr sz="1350" b="1">
                <a:solidFill>
                  <a:srgbClr val="102A43"/>
                </a:solidFill>
                <a:latin typeface="Helvetica Neue"/>
                <a:ea typeface="Helvetica Neue"/>
                <a:cs typeface="Helvetica Neue"/>
              </a:defRPr>
            </a:lvl5pPr>
            <a:lvl6pPr algn="ctr">
              <a:buNone/>
              <a:defRPr sz="1350" b="1">
                <a:solidFill>
                  <a:srgbClr val="102A43"/>
                </a:solidFill>
                <a:latin typeface="Helvetica Neue"/>
                <a:ea typeface="Helvetica Neue"/>
                <a:cs typeface="Helvetica Neue"/>
              </a:defRPr>
            </a:lvl6pPr>
            <a:lvl7pPr algn="ctr">
              <a:buNone/>
              <a:defRPr sz="1350" b="1">
                <a:solidFill>
                  <a:srgbClr val="102A43"/>
                </a:solidFill>
                <a:latin typeface="Helvetica Neue"/>
                <a:ea typeface="Helvetica Neue"/>
                <a:cs typeface="Helvetica Neue"/>
              </a:defRPr>
            </a:lvl7pPr>
            <a:lvl8pPr algn="ctr">
              <a:buNone/>
              <a:defRPr sz="1350" b="1">
                <a:solidFill>
                  <a:srgbClr val="102A43"/>
                </a:solidFill>
                <a:latin typeface="Helvetica Neue"/>
                <a:ea typeface="Helvetica Neue"/>
                <a:cs typeface="Helvetica Neue"/>
              </a:defRPr>
            </a:lvl8pPr>
            <a:lvl9pPr algn="ctr">
              <a:buNone/>
              <a:defRPr sz="1350" b="1">
                <a:solidFill>
                  <a:srgbClr val="102A43"/>
                </a:solidFill>
                <a:latin typeface="Helvetica Neue"/>
                <a:ea typeface="Helvetica Neue"/>
                <a:cs typeface="Helvetica Neue"/>
              </a:defRPr>
            </a:lvl9pPr>
          </a:lstStyle>
          <a:p>
            <a:pPr algn="ctr">
              <a:buNone/>
              <a:defRPr sz="1350" b="1">
                <a:solidFill>
                  <a:srgbClr val="102A43"/>
                </a:solidFill>
                <a:latin typeface="Helvetica Neue"/>
                <a:ea typeface="Helvetica Neue"/>
                <a:cs typeface="Helvetica Neue"/>
              </a:defRPr>
            </a:pPr>
            <a:r>
              <a:rPr sz="1350" b="1">
                <a:solidFill>
                  <a:srgbClr val="102A43"/>
                </a:solidFill>
                <a:latin typeface="Helvetica Neue"/>
                <a:ea typeface="Helvetica Neue"/>
                <a:cs typeface="Helvetica Neue"/>
              </a:rPr>
              <a:t>Weak context vs shuffled control</a:t>
            </a:r>
            <a:endParaRPr sz="1350" b="1">
              <a:solidFill>
                <a:srgbClr val="102A43"/>
              </a:solidFill>
              <a:latin typeface="Helvetica Neue"/>
              <a:ea typeface="Helvetica Neue"/>
              <a:cs typeface="Helvetica Neue"/>
            </a:endParaRPr>
          </a:p>
        </p:txBody>
      </p:sp>
      <p:sp>
        <p:nvSpPr>
          <p:cNvPr id="10" name="矩形 9"/>
          <p:cNvSpPr>
            <a:spLocks noGrp="1"/>
          </p:cNvSpPr>
          <p:nvPr/>
        </p:nvSpPr>
        <p:spPr>
          <a:xfrm>
            <a:off x="619125" y="5429250"/>
            <a:ext cx="5334000" cy="304800"/>
          </a:xfrm>
          <a:prstGeom prst="rect">
            <a:avLst/>
          </a:prstGeom>
          <a:noFill/>
          <a:ln w="0">
            <a:noFill/>
          </a:ln>
        </p:spPr>
        <p:txBody>
          <a:bodyPr anchor="ctr">
            <a:noAutofit/>
          </a:bodyPr>
          <a:lstStyle>
            <a:defPPr algn="l">
              <a:defRPr sz="1425" b="1">
                <a:solidFill>
                  <a:srgbClr val="159E9C"/>
                </a:solidFill>
                <a:latin typeface="Helvetica Neue"/>
                <a:ea typeface="Helvetica Neue"/>
                <a:cs typeface="Helvetica Neue"/>
              </a:defRPr>
            </a:defPPr>
            <a:lvl1pPr algn="l">
              <a:buNone/>
              <a:defRPr sz="1425" b="1">
                <a:solidFill>
                  <a:srgbClr val="159E9C"/>
                </a:solidFill>
                <a:latin typeface="Helvetica Neue"/>
                <a:ea typeface="Helvetica Neue"/>
                <a:cs typeface="Helvetica Neue"/>
              </a:defRPr>
            </a:lvl1pPr>
            <a:lvl2pPr algn="l">
              <a:buNone/>
              <a:defRPr sz="1425" b="1">
                <a:solidFill>
                  <a:srgbClr val="159E9C"/>
                </a:solidFill>
                <a:latin typeface="Helvetica Neue"/>
                <a:ea typeface="Helvetica Neue"/>
                <a:cs typeface="Helvetica Neue"/>
              </a:defRPr>
            </a:lvl2pPr>
            <a:lvl3pPr algn="l">
              <a:buNone/>
              <a:defRPr sz="1425" b="1">
                <a:solidFill>
                  <a:srgbClr val="159E9C"/>
                </a:solidFill>
                <a:latin typeface="Helvetica Neue"/>
                <a:ea typeface="Helvetica Neue"/>
                <a:cs typeface="Helvetica Neue"/>
              </a:defRPr>
            </a:lvl3pPr>
            <a:lvl4pPr algn="l">
              <a:buNone/>
              <a:defRPr sz="1425" b="1">
                <a:solidFill>
                  <a:srgbClr val="159E9C"/>
                </a:solidFill>
                <a:latin typeface="Helvetica Neue"/>
                <a:ea typeface="Helvetica Neue"/>
                <a:cs typeface="Helvetica Neue"/>
              </a:defRPr>
            </a:lvl4pPr>
            <a:lvl5pPr algn="l">
              <a:buNone/>
              <a:defRPr sz="1425" b="1">
                <a:solidFill>
                  <a:srgbClr val="159E9C"/>
                </a:solidFill>
                <a:latin typeface="Helvetica Neue"/>
                <a:ea typeface="Helvetica Neue"/>
                <a:cs typeface="Helvetica Neue"/>
              </a:defRPr>
            </a:lvl5pPr>
            <a:lvl6pPr algn="l">
              <a:buNone/>
              <a:defRPr sz="1425" b="1">
                <a:solidFill>
                  <a:srgbClr val="159E9C"/>
                </a:solidFill>
                <a:latin typeface="Helvetica Neue"/>
                <a:ea typeface="Helvetica Neue"/>
                <a:cs typeface="Helvetica Neue"/>
              </a:defRPr>
            </a:lvl6pPr>
            <a:lvl7pPr algn="l">
              <a:buNone/>
              <a:defRPr sz="1425" b="1">
                <a:solidFill>
                  <a:srgbClr val="159E9C"/>
                </a:solidFill>
                <a:latin typeface="Helvetica Neue"/>
                <a:ea typeface="Helvetica Neue"/>
                <a:cs typeface="Helvetica Neue"/>
              </a:defRPr>
            </a:lvl7pPr>
            <a:lvl8pPr algn="l">
              <a:buNone/>
              <a:defRPr sz="1425" b="1">
                <a:solidFill>
                  <a:srgbClr val="159E9C"/>
                </a:solidFill>
                <a:latin typeface="Helvetica Neue"/>
                <a:ea typeface="Helvetica Neue"/>
                <a:cs typeface="Helvetica Neue"/>
              </a:defRPr>
            </a:lvl8pPr>
            <a:lvl9pPr algn="l">
              <a:buNone/>
              <a:defRPr sz="1425" b="1">
                <a:solidFill>
                  <a:srgbClr val="159E9C"/>
                </a:solidFill>
                <a:latin typeface="Helvetica Neue"/>
                <a:ea typeface="Helvetica Neue"/>
                <a:cs typeface="Helvetica Neue"/>
              </a:defRPr>
            </a:lvl9pPr>
          </a:lstStyle>
          <a:p>
            <a:pPr algn="l">
              <a:buNone/>
              <a:defRPr sz="1425" b="1">
                <a:solidFill>
                  <a:srgbClr val="159E9C"/>
                </a:solidFill>
                <a:latin typeface="Helvetica Neue"/>
                <a:ea typeface="Helvetica Neue"/>
                <a:cs typeface="Helvetica Neue"/>
              </a:defRPr>
            </a:pPr>
            <a:r>
              <a:rPr sz="1650" b="1">
                <a:solidFill>
                  <a:srgbClr val="159E9C"/>
                </a:solidFill>
                <a:latin typeface="Helvetica Neue"/>
                <a:ea typeface="Helvetica Neue"/>
                <a:cs typeface="Helvetica Neue"/>
              </a:rPr>
              <a:t>Final choice: global mouth features</a:t>
            </a:r>
          </a:p>
        </p:txBody>
      </p:sp>
      <p:sp>
        <p:nvSpPr>
          <p:cNvPr id="11" name="矩形 10"/>
          <p:cNvSpPr>
            <a:spLocks noGrp="1"/>
          </p:cNvSpPr>
          <p:nvPr/>
        </p:nvSpPr>
        <p:spPr>
          <a:xfrm>
            <a:off x="6334125" y="5429250"/>
            <a:ext cx="5143500" cy="304800"/>
          </a:xfrm>
          <a:prstGeom prst="rect">
            <a:avLst/>
          </a:prstGeom>
          <a:noFill/>
          <a:ln w="0">
            <a:noFill/>
          </a:ln>
        </p:spPr>
        <p:txBody>
          <a:bodyPr anchor="ctr">
            <a:noAutofit/>
          </a:bodyPr>
          <a:lstStyle>
            <a:defPPr algn="r">
              <a:defRPr sz="1425" b="1">
                <a:solidFill>
                  <a:srgbClr val="D64545"/>
                </a:solidFill>
                <a:latin typeface="Helvetica Neue"/>
                <a:ea typeface="Helvetica Neue"/>
                <a:cs typeface="Helvetica Neue"/>
              </a:defRPr>
            </a:defPPr>
            <a:lvl1pPr algn="r">
              <a:buNone/>
              <a:defRPr sz="1425" b="1">
                <a:solidFill>
                  <a:srgbClr val="D64545"/>
                </a:solidFill>
                <a:latin typeface="Helvetica Neue"/>
                <a:ea typeface="Helvetica Neue"/>
                <a:cs typeface="Helvetica Neue"/>
              </a:defRPr>
            </a:lvl1pPr>
            <a:lvl2pPr algn="r">
              <a:buNone/>
              <a:defRPr sz="1425" b="1">
                <a:solidFill>
                  <a:srgbClr val="D64545"/>
                </a:solidFill>
                <a:latin typeface="Helvetica Neue"/>
                <a:ea typeface="Helvetica Neue"/>
                <a:cs typeface="Helvetica Neue"/>
              </a:defRPr>
            </a:lvl2pPr>
            <a:lvl3pPr algn="r">
              <a:buNone/>
              <a:defRPr sz="1425" b="1">
                <a:solidFill>
                  <a:srgbClr val="D64545"/>
                </a:solidFill>
                <a:latin typeface="Helvetica Neue"/>
                <a:ea typeface="Helvetica Neue"/>
                <a:cs typeface="Helvetica Neue"/>
              </a:defRPr>
            </a:lvl3pPr>
            <a:lvl4pPr algn="r">
              <a:buNone/>
              <a:defRPr sz="1425" b="1">
                <a:solidFill>
                  <a:srgbClr val="D64545"/>
                </a:solidFill>
                <a:latin typeface="Helvetica Neue"/>
                <a:ea typeface="Helvetica Neue"/>
                <a:cs typeface="Helvetica Neue"/>
              </a:defRPr>
            </a:lvl4pPr>
            <a:lvl5pPr algn="r">
              <a:buNone/>
              <a:defRPr sz="1425" b="1">
                <a:solidFill>
                  <a:srgbClr val="D64545"/>
                </a:solidFill>
                <a:latin typeface="Helvetica Neue"/>
                <a:ea typeface="Helvetica Neue"/>
                <a:cs typeface="Helvetica Neue"/>
              </a:defRPr>
            </a:lvl5pPr>
            <a:lvl6pPr algn="r">
              <a:buNone/>
              <a:defRPr sz="1425" b="1">
                <a:solidFill>
                  <a:srgbClr val="D64545"/>
                </a:solidFill>
                <a:latin typeface="Helvetica Neue"/>
                <a:ea typeface="Helvetica Neue"/>
                <a:cs typeface="Helvetica Neue"/>
              </a:defRPr>
            </a:lvl6pPr>
            <a:lvl7pPr algn="r">
              <a:buNone/>
              <a:defRPr sz="1425" b="1">
                <a:solidFill>
                  <a:srgbClr val="D64545"/>
                </a:solidFill>
                <a:latin typeface="Helvetica Neue"/>
                <a:ea typeface="Helvetica Neue"/>
                <a:cs typeface="Helvetica Neue"/>
              </a:defRPr>
            </a:lvl7pPr>
            <a:lvl8pPr algn="r">
              <a:buNone/>
              <a:defRPr sz="1425" b="1">
                <a:solidFill>
                  <a:srgbClr val="D64545"/>
                </a:solidFill>
                <a:latin typeface="Helvetica Neue"/>
                <a:ea typeface="Helvetica Neue"/>
                <a:cs typeface="Helvetica Neue"/>
              </a:defRPr>
            </a:lvl8pPr>
            <a:lvl9pPr algn="r">
              <a:buNone/>
              <a:defRPr sz="1425" b="1">
                <a:solidFill>
                  <a:srgbClr val="D64545"/>
                </a:solidFill>
                <a:latin typeface="Helvetica Neue"/>
                <a:ea typeface="Helvetica Neue"/>
                <a:cs typeface="Helvetica Neue"/>
              </a:defRPr>
            </a:lvl9pPr>
          </a:lstStyle>
          <a:p>
            <a:pPr algn="r">
              <a:buNone/>
              <a:defRPr sz="1425" b="1">
                <a:solidFill>
                  <a:srgbClr val="D64545"/>
                </a:solidFill>
                <a:latin typeface="Helvetica Neue"/>
                <a:ea typeface="Helvetica Neue"/>
                <a:cs typeface="Helvetica Neue"/>
              </a:defRPr>
            </a:pPr>
            <a:r>
              <a:rPr sz="1575" b="1">
                <a:solidFill>
                  <a:srgbClr val="D64545"/>
                </a:solidFill>
                <a:latin typeface="Helvetica Neue"/>
                <a:ea typeface="Helvetica Neue"/>
                <a:cs typeface="Helvetica Neue"/>
              </a:rPr>
              <a:t>Weak context showed no stable benefit</a:t>
            </a:r>
          </a:p>
        </p:txBody>
      </p:sp>
      <p:sp>
        <p:nvSpPr>
          <p:cNvPr id="12" name="矩形 11"/>
          <p:cNvSpPr>
            <a:spLocks noGrp="1"/>
          </p:cNvSpPr>
          <p:nvPr/>
        </p:nvSpPr>
        <p:spPr>
          <a:xfrm>
            <a:off x="571500" y="5867400"/>
            <a:ext cx="11049000" cy="28575"/>
          </a:xfrm>
          <a:prstGeom prst="rect">
            <a:avLst/>
          </a:prstGeom>
          <a:solidFill>
            <a:srgbClr val="D9E2EC"/>
          </a:solidFill>
          <a:ln w="0">
            <a:noFill/>
          </a:ln>
        </p:spPr>
      </p:sp>
      <p:sp>
        <p:nvSpPr>
          <p:cNvPr id="13" name="矩形 12"/>
          <p:cNvSpPr>
            <a:spLocks noGrp="1"/>
          </p:cNvSpPr>
          <p:nvPr/>
        </p:nvSpPr>
        <p:spPr>
          <a:xfrm>
            <a:off x="857250" y="5953125"/>
            <a:ext cx="10477500" cy="381000"/>
          </a:xfrm>
          <a:prstGeom prst="rect">
            <a:avLst/>
          </a:prstGeom>
          <a:noFill/>
          <a:ln w="0">
            <a:noFill/>
          </a:ln>
        </p:spPr>
        <p:txBody>
          <a:bodyPr anchor="ctr">
            <a:noAutofit/>
          </a:bodyPr>
          <a:lstStyle>
            <a:defPPr algn="ctr">
              <a:defRPr sz="1275" b="1">
                <a:solidFill>
                  <a:srgbClr val="102A43"/>
                </a:solidFill>
                <a:latin typeface="Helvetica Neue"/>
                <a:ea typeface="Helvetica Neue"/>
                <a:cs typeface="Helvetica Neue"/>
              </a:defRPr>
            </a:defPPr>
            <a:lvl1pPr algn="ctr">
              <a:buNone/>
              <a:defRPr sz="1275" b="1">
                <a:solidFill>
                  <a:srgbClr val="102A43"/>
                </a:solidFill>
                <a:latin typeface="Helvetica Neue"/>
                <a:ea typeface="Helvetica Neue"/>
                <a:cs typeface="Helvetica Neue"/>
              </a:defRPr>
            </a:lvl1pPr>
            <a:lvl2pPr algn="ctr">
              <a:buNone/>
              <a:defRPr sz="1275" b="1">
                <a:solidFill>
                  <a:srgbClr val="102A43"/>
                </a:solidFill>
                <a:latin typeface="Helvetica Neue"/>
                <a:ea typeface="Helvetica Neue"/>
                <a:cs typeface="Helvetica Neue"/>
              </a:defRPr>
            </a:lvl2pPr>
            <a:lvl3pPr algn="ctr">
              <a:buNone/>
              <a:defRPr sz="1275" b="1">
                <a:solidFill>
                  <a:srgbClr val="102A43"/>
                </a:solidFill>
                <a:latin typeface="Helvetica Neue"/>
                <a:ea typeface="Helvetica Neue"/>
                <a:cs typeface="Helvetica Neue"/>
              </a:defRPr>
            </a:lvl3pPr>
            <a:lvl4pPr algn="ctr">
              <a:buNone/>
              <a:defRPr sz="1275" b="1">
                <a:solidFill>
                  <a:srgbClr val="102A43"/>
                </a:solidFill>
                <a:latin typeface="Helvetica Neue"/>
                <a:ea typeface="Helvetica Neue"/>
                <a:cs typeface="Helvetica Neue"/>
              </a:defRPr>
            </a:lvl4pPr>
            <a:lvl5pPr algn="ctr">
              <a:buNone/>
              <a:defRPr sz="1275" b="1">
                <a:solidFill>
                  <a:srgbClr val="102A43"/>
                </a:solidFill>
                <a:latin typeface="Helvetica Neue"/>
                <a:ea typeface="Helvetica Neue"/>
                <a:cs typeface="Helvetica Neue"/>
              </a:defRPr>
            </a:lvl5pPr>
            <a:lvl6pPr algn="ctr">
              <a:buNone/>
              <a:defRPr sz="1275" b="1">
                <a:solidFill>
                  <a:srgbClr val="102A43"/>
                </a:solidFill>
                <a:latin typeface="Helvetica Neue"/>
                <a:ea typeface="Helvetica Neue"/>
                <a:cs typeface="Helvetica Neue"/>
              </a:defRPr>
            </a:lvl6pPr>
            <a:lvl7pPr algn="ctr">
              <a:buNone/>
              <a:defRPr sz="1275" b="1">
                <a:solidFill>
                  <a:srgbClr val="102A43"/>
                </a:solidFill>
                <a:latin typeface="Helvetica Neue"/>
                <a:ea typeface="Helvetica Neue"/>
                <a:cs typeface="Helvetica Neue"/>
              </a:defRPr>
            </a:lvl7pPr>
            <a:lvl8pPr algn="ctr">
              <a:buNone/>
              <a:defRPr sz="1275" b="1">
                <a:solidFill>
                  <a:srgbClr val="102A43"/>
                </a:solidFill>
                <a:latin typeface="Helvetica Neue"/>
                <a:ea typeface="Helvetica Neue"/>
                <a:cs typeface="Helvetica Neue"/>
              </a:defRPr>
            </a:lvl8pPr>
            <a:lvl9pPr algn="ctr">
              <a:buNone/>
              <a:defRPr sz="1275" b="1">
                <a:solidFill>
                  <a:srgbClr val="102A43"/>
                </a:solidFill>
                <a:latin typeface="Helvetica Neue"/>
                <a:ea typeface="Helvetica Neue"/>
                <a:cs typeface="Helvetica Neue"/>
              </a:defRPr>
            </a:lvl9pPr>
          </a:lstStyle>
          <a:p>
            <a:pPr algn="ctr">
              <a:buNone/>
              <a:defRPr sz="1275" b="1">
                <a:solidFill>
                  <a:srgbClr val="102A43"/>
                </a:solidFill>
                <a:latin typeface="Helvetica Neue"/>
                <a:ea typeface="Helvetica Neue"/>
                <a:cs typeface="Helvetica Neue"/>
              </a:defRPr>
            </a:pPr>
            <a:r>
              <a:rPr sz="1500" b="1">
                <a:solidFill>
                  <a:srgbClr val="102A43"/>
                </a:solidFill>
                <a:latin typeface="Helvetica Neue"/>
                <a:ea typeface="Helvetica Neue"/>
                <a:cs typeface="Helvetica Neue"/>
              </a:rPr>
              <a:t>24 new pairs, same 12 speakers. Window AUROC lower in 20/20 repeats.</a:t>
            </a:r>
          </a:p>
        </p:txBody>
      </p:sp>
    </p:spTree>
  </p:cSld>
  <p:clrMapOvr>
    <a:masterClrMapping/>
  </p:clrMapOvr>
</p:sld>
</file>

<file path=ppt/slides/slide8.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p:sp>
        <p:nvSpPr>
          <p:cNvPr id="25" name="矩形 24"/>
          <p:cNvSpPr>
            <a:spLocks noGrp="1"/>
          </p:cNvSpPr>
          <p:nvPr/>
        </p:nvSpPr>
        <p:spPr>
          <a:xfrm>
            <a:off x="609600" y="323850"/>
            <a:ext cx="10334625" cy="533400"/>
          </a:xfrm>
          <a:prstGeom prst="rect">
            <a:avLst/>
          </a:prstGeom>
          <a:noFill/>
          <a:ln w="0">
            <a:noFill/>
          </a:ln>
        </p:spPr>
        <p:txBody>
          <a:bodyPr anchor="ctr">
            <a:noAutofit/>
          </a:bodyPr>
          <a:lstStyle>
            <a:defPPr algn="l">
              <a:defRPr sz="2550" b="1">
                <a:solidFill>
                  <a:srgbClr val="102A43"/>
                </a:solidFill>
                <a:latin typeface="Helvetica Neue"/>
                <a:ea typeface="Helvetica Neue"/>
                <a:cs typeface="Helvetica Neue"/>
              </a:defRPr>
            </a:defPPr>
            <a:lvl1pPr algn="l">
              <a:buNone/>
              <a:defRPr sz="2550" b="1">
                <a:solidFill>
                  <a:srgbClr val="102A43"/>
                </a:solidFill>
                <a:latin typeface="Helvetica Neue"/>
                <a:ea typeface="Helvetica Neue"/>
                <a:cs typeface="Helvetica Neue"/>
              </a:defRPr>
            </a:lvl1pPr>
            <a:lvl2pPr algn="l">
              <a:buNone/>
              <a:defRPr sz="2550" b="1">
                <a:solidFill>
                  <a:srgbClr val="102A43"/>
                </a:solidFill>
                <a:latin typeface="Helvetica Neue"/>
                <a:ea typeface="Helvetica Neue"/>
                <a:cs typeface="Helvetica Neue"/>
              </a:defRPr>
            </a:lvl2pPr>
            <a:lvl3pPr algn="l">
              <a:buNone/>
              <a:defRPr sz="2550" b="1">
                <a:solidFill>
                  <a:srgbClr val="102A43"/>
                </a:solidFill>
                <a:latin typeface="Helvetica Neue"/>
                <a:ea typeface="Helvetica Neue"/>
                <a:cs typeface="Helvetica Neue"/>
              </a:defRPr>
            </a:lvl3pPr>
            <a:lvl4pPr algn="l">
              <a:buNone/>
              <a:defRPr sz="2550" b="1">
                <a:solidFill>
                  <a:srgbClr val="102A43"/>
                </a:solidFill>
                <a:latin typeface="Helvetica Neue"/>
                <a:ea typeface="Helvetica Neue"/>
                <a:cs typeface="Helvetica Neue"/>
              </a:defRPr>
            </a:lvl4pPr>
            <a:lvl5pPr algn="l">
              <a:buNone/>
              <a:defRPr sz="2550" b="1">
                <a:solidFill>
                  <a:srgbClr val="102A43"/>
                </a:solidFill>
                <a:latin typeface="Helvetica Neue"/>
                <a:ea typeface="Helvetica Neue"/>
                <a:cs typeface="Helvetica Neue"/>
              </a:defRPr>
            </a:lvl5pPr>
            <a:lvl6pPr algn="l">
              <a:buNone/>
              <a:defRPr sz="2550" b="1">
                <a:solidFill>
                  <a:srgbClr val="102A43"/>
                </a:solidFill>
                <a:latin typeface="Helvetica Neue"/>
                <a:ea typeface="Helvetica Neue"/>
                <a:cs typeface="Helvetica Neue"/>
              </a:defRPr>
            </a:lvl6pPr>
            <a:lvl7pPr algn="l">
              <a:buNone/>
              <a:defRPr sz="2550" b="1">
                <a:solidFill>
                  <a:srgbClr val="102A43"/>
                </a:solidFill>
                <a:latin typeface="Helvetica Neue"/>
                <a:ea typeface="Helvetica Neue"/>
                <a:cs typeface="Helvetica Neue"/>
              </a:defRPr>
            </a:lvl7pPr>
            <a:lvl8pPr algn="l">
              <a:buNone/>
              <a:defRPr sz="2550" b="1">
                <a:solidFill>
                  <a:srgbClr val="102A43"/>
                </a:solidFill>
                <a:latin typeface="Helvetica Neue"/>
                <a:ea typeface="Helvetica Neue"/>
                <a:cs typeface="Helvetica Neue"/>
              </a:defRPr>
            </a:lvl8pPr>
            <a:lvl9pPr algn="l">
              <a:buNone/>
              <a:defRPr sz="2550" b="1">
                <a:solidFill>
                  <a:srgbClr val="102A43"/>
                </a:solidFill>
                <a:latin typeface="Helvetica Neue"/>
                <a:ea typeface="Helvetica Neue"/>
                <a:cs typeface="Helvetica Neue"/>
              </a:defRPr>
            </a:lvl9pPr>
          </a:lstStyle>
          <a:p>
            <a:pPr algn="l">
              <a:buNone/>
              <a:defRPr sz="2550" b="1">
                <a:solidFill>
                  <a:srgbClr val="102A43"/>
                </a:solidFill>
                <a:latin typeface="Helvetica Neue"/>
                <a:ea typeface="Helvetica Neue"/>
                <a:cs typeface="Helvetica Neue"/>
              </a:defRPr>
            </a:pPr>
            <a:r>
              <a:rPr lang="en-US" altLang="zh-CN" sz="2550" b="1">
                <a:solidFill>
                  <a:srgbClr val="102A43"/>
                </a:solidFill>
                <a:latin typeface="Helvetica Neue"/>
                <a:ea typeface="Helvetica Neue"/>
                <a:cs typeface="Helvetica Neue"/>
              </a:rPr>
              <a:t>Strategy B: finding repeating colour changes</a:t>
            </a:r>
          </a:p>
        </p:txBody>
      </p:sp>
      <p:sp>
        <p:nvSpPr>
          <p:cNvPr id="2" name="矩形 1"/>
          <p:cNvSpPr>
            <a:spLocks noGrp="1"/>
          </p:cNvSpPr>
          <p:nvPr/>
        </p:nvSpPr>
        <p:spPr>
          <a:xfrm>
            <a:off x="11049000" y="371475"/>
            <a:ext cx="571500" cy="381000"/>
          </a:xfrm>
          <a:prstGeom prst="rect">
            <a:avLst/>
          </a:prstGeom>
          <a:noFill/>
          <a:ln w="0">
            <a:noFill/>
          </a:ln>
        </p:spPr>
        <p:txBody>
          <a:bodyPr anchor="ctr">
            <a:noAutofit/>
          </a:bodyPr>
          <a:lstStyle>
            <a:defPPr algn="r">
              <a:defRPr sz="1350" b="1">
                <a:solidFill>
                  <a:srgbClr val="2F6BFF"/>
                </a:solidFill>
                <a:latin typeface="Helvetica Neue"/>
                <a:ea typeface="Helvetica Neue"/>
                <a:cs typeface="Helvetica Neue"/>
              </a:defRPr>
            </a:defPPr>
            <a:lvl1pPr algn="r">
              <a:buNone/>
              <a:defRPr sz="1350" b="1">
                <a:solidFill>
                  <a:srgbClr val="2F6BFF"/>
                </a:solidFill>
                <a:latin typeface="Helvetica Neue"/>
                <a:ea typeface="Helvetica Neue"/>
                <a:cs typeface="Helvetica Neue"/>
              </a:defRPr>
            </a:lvl1pPr>
            <a:lvl2pPr algn="r">
              <a:buNone/>
              <a:defRPr sz="1350" b="1">
                <a:solidFill>
                  <a:srgbClr val="2F6BFF"/>
                </a:solidFill>
                <a:latin typeface="Helvetica Neue"/>
                <a:ea typeface="Helvetica Neue"/>
                <a:cs typeface="Helvetica Neue"/>
              </a:defRPr>
            </a:lvl2pPr>
            <a:lvl3pPr algn="r">
              <a:buNone/>
              <a:defRPr sz="1350" b="1">
                <a:solidFill>
                  <a:srgbClr val="2F6BFF"/>
                </a:solidFill>
                <a:latin typeface="Helvetica Neue"/>
                <a:ea typeface="Helvetica Neue"/>
                <a:cs typeface="Helvetica Neue"/>
              </a:defRPr>
            </a:lvl3pPr>
            <a:lvl4pPr algn="r">
              <a:buNone/>
              <a:defRPr sz="1350" b="1">
                <a:solidFill>
                  <a:srgbClr val="2F6BFF"/>
                </a:solidFill>
                <a:latin typeface="Helvetica Neue"/>
                <a:ea typeface="Helvetica Neue"/>
                <a:cs typeface="Helvetica Neue"/>
              </a:defRPr>
            </a:lvl4pPr>
            <a:lvl5pPr algn="r">
              <a:buNone/>
              <a:defRPr sz="1350" b="1">
                <a:solidFill>
                  <a:srgbClr val="2F6BFF"/>
                </a:solidFill>
                <a:latin typeface="Helvetica Neue"/>
                <a:ea typeface="Helvetica Neue"/>
                <a:cs typeface="Helvetica Neue"/>
              </a:defRPr>
            </a:lvl5pPr>
            <a:lvl6pPr algn="r">
              <a:buNone/>
              <a:defRPr sz="1350" b="1">
                <a:solidFill>
                  <a:srgbClr val="2F6BFF"/>
                </a:solidFill>
                <a:latin typeface="Helvetica Neue"/>
                <a:ea typeface="Helvetica Neue"/>
                <a:cs typeface="Helvetica Neue"/>
              </a:defRPr>
            </a:lvl6pPr>
            <a:lvl7pPr algn="r">
              <a:buNone/>
              <a:defRPr sz="1350" b="1">
                <a:solidFill>
                  <a:srgbClr val="2F6BFF"/>
                </a:solidFill>
                <a:latin typeface="Helvetica Neue"/>
                <a:ea typeface="Helvetica Neue"/>
                <a:cs typeface="Helvetica Neue"/>
              </a:defRPr>
            </a:lvl7pPr>
            <a:lvl8pPr algn="r">
              <a:buNone/>
              <a:defRPr sz="1350" b="1">
                <a:solidFill>
                  <a:srgbClr val="2F6BFF"/>
                </a:solidFill>
                <a:latin typeface="Helvetica Neue"/>
                <a:ea typeface="Helvetica Neue"/>
                <a:cs typeface="Helvetica Neue"/>
              </a:defRPr>
            </a:lvl8pPr>
            <a:lvl9pPr algn="r">
              <a:buNone/>
              <a:defRPr sz="1350" b="1">
                <a:solidFill>
                  <a:srgbClr val="2F6BFF"/>
                </a:solidFill>
                <a:latin typeface="Helvetica Neue"/>
                <a:ea typeface="Helvetica Neue"/>
                <a:cs typeface="Helvetica Neue"/>
              </a:defRPr>
            </a:lvl9pPr>
          </a:lstStyle>
          <a:p>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08</a:t>
            </a:r>
            <a:endParaRPr sz="1350" b="1">
              <a:solidFill>
                <a:srgbClr val="2F6BFF"/>
              </a:solidFill>
              <a:latin typeface="Helvetica Neue"/>
              <a:ea typeface="Helvetica Neue"/>
              <a:cs typeface="Helvetica Neue"/>
            </a:endParaRPr>
          </a:p>
        </p:txBody>
      </p:sp>
      <p:sp>
        <p:nvSpPr>
          <p:cNvPr id="3" name="矩形 2"/>
          <p:cNvSpPr>
            <a:spLocks noGrp="1"/>
          </p:cNvSpPr>
          <p:nvPr/>
        </p:nvSpPr>
        <p:spPr>
          <a:xfrm>
            <a:off x="609600" y="952500"/>
            <a:ext cx="11010900" cy="38100"/>
          </a:xfrm>
          <a:prstGeom prst="rect">
            <a:avLst/>
          </a:prstGeom>
          <a:solidFill>
            <a:srgbClr val="2F6BFF"/>
          </a:solidFill>
          <a:ln w="0">
            <a:noFill/>
          </a:ln>
        </p:spPr>
      </p:sp>
      <p:sp>
        <p:nvSpPr>
          <p:cNvPr id="4" name="矩形 3"/>
          <p:cNvSpPr>
            <a:spLocks noGrp="1"/>
          </p:cNvSpPr>
          <p:nvPr/>
        </p:nvSpPr>
        <p:spPr>
          <a:xfrm>
            <a:off x="609600" y="6496050"/>
            <a:ext cx="5334000" cy="209550"/>
          </a:xfrm>
          <a:prstGeom prst="rect">
            <a:avLst/>
          </a:prstGeom>
          <a:noFill/>
          <a:ln w="0">
            <a:noFill/>
          </a:ln>
        </p:spPr>
        <p:txBody>
          <a:bodyPr anchor="ctr">
            <a:noAutofit/>
          </a:bodyPr>
          <a:lstStyle>
            <a:defPPr algn="l">
              <a:defRPr sz="900" b="0">
                <a:solidFill>
                  <a:srgbClr val="627D98"/>
                </a:solidFill>
                <a:latin typeface="Helvetica Neue"/>
                <a:ea typeface="Helvetica Neue"/>
                <a:cs typeface="Helvetica Neue"/>
              </a:defRPr>
            </a:defPPr>
            <a:lvl1pPr algn="l">
              <a:buNone/>
              <a:defRPr sz="900" b="0">
                <a:solidFill>
                  <a:srgbClr val="627D98"/>
                </a:solidFill>
                <a:latin typeface="Helvetica Neue"/>
                <a:ea typeface="Helvetica Neue"/>
                <a:cs typeface="Helvetica Neue"/>
              </a:defRPr>
            </a:lvl1pPr>
            <a:lvl2pPr algn="l">
              <a:buNone/>
              <a:defRPr sz="900" b="0">
                <a:solidFill>
                  <a:srgbClr val="627D98"/>
                </a:solidFill>
                <a:latin typeface="Helvetica Neue"/>
                <a:ea typeface="Helvetica Neue"/>
                <a:cs typeface="Helvetica Neue"/>
              </a:defRPr>
            </a:lvl2pPr>
            <a:lvl3pPr algn="l">
              <a:buNone/>
              <a:defRPr sz="900" b="0">
                <a:solidFill>
                  <a:srgbClr val="627D98"/>
                </a:solidFill>
                <a:latin typeface="Helvetica Neue"/>
                <a:ea typeface="Helvetica Neue"/>
                <a:cs typeface="Helvetica Neue"/>
              </a:defRPr>
            </a:lvl3pPr>
            <a:lvl4pPr algn="l">
              <a:buNone/>
              <a:defRPr sz="900" b="0">
                <a:solidFill>
                  <a:srgbClr val="627D98"/>
                </a:solidFill>
                <a:latin typeface="Helvetica Neue"/>
                <a:ea typeface="Helvetica Neue"/>
                <a:cs typeface="Helvetica Neue"/>
              </a:defRPr>
            </a:lvl4pPr>
            <a:lvl5pPr algn="l">
              <a:buNone/>
              <a:defRPr sz="900" b="0">
                <a:solidFill>
                  <a:srgbClr val="627D98"/>
                </a:solidFill>
                <a:latin typeface="Helvetica Neue"/>
                <a:ea typeface="Helvetica Neue"/>
                <a:cs typeface="Helvetica Neue"/>
              </a:defRPr>
            </a:lvl5pPr>
            <a:lvl6pPr algn="l">
              <a:buNone/>
              <a:defRPr sz="900" b="0">
                <a:solidFill>
                  <a:srgbClr val="627D98"/>
                </a:solidFill>
                <a:latin typeface="Helvetica Neue"/>
                <a:ea typeface="Helvetica Neue"/>
                <a:cs typeface="Helvetica Neue"/>
              </a:defRPr>
            </a:lvl6pPr>
            <a:lvl7pPr algn="l">
              <a:buNone/>
              <a:defRPr sz="900" b="0">
                <a:solidFill>
                  <a:srgbClr val="627D98"/>
                </a:solidFill>
                <a:latin typeface="Helvetica Neue"/>
                <a:ea typeface="Helvetica Neue"/>
                <a:cs typeface="Helvetica Neue"/>
              </a:defRPr>
            </a:lvl7pPr>
            <a:lvl8pPr algn="l">
              <a:buNone/>
              <a:defRPr sz="900" b="0">
                <a:solidFill>
                  <a:srgbClr val="627D98"/>
                </a:solidFill>
                <a:latin typeface="Helvetica Neue"/>
                <a:ea typeface="Helvetica Neue"/>
                <a:cs typeface="Helvetica Neue"/>
              </a:defRPr>
            </a:lvl8pPr>
            <a:lvl9pPr algn="l">
              <a:buNone/>
              <a:defRPr sz="900" b="0">
                <a:solidFill>
                  <a:srgbClr val="627D98"/>
                </a:solidFill>
                <a:latin typeface="Helvetica Neue"/>
                <a:ea typeface="Helvetica Neue"/>
                <a:cs typeface="Helvetica Neue"/>
              </a:defRPr>
            </a:lvl9pPr>
          </a:lstStyle>
          <a:p>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endParaRPr sz="900" b="0">
              <a:solidFill>
                <a:srgbClr val="627D98"/>
              </a:solidFill>
              <a:latin typeface="Helvetica Neue"/>
              <a:ea typeface="Helvetica Neue"/>
              <a:cs typeface="Helvetica Neue"/>
            </a:endParaRPr>
          </a:p>
        </p:txBody>
      </p:sp>
      <p:sp>
        <p:nvSpPr>
          <p:cNvPr id="5" name="矩形 4"/>
          <p:cNvSpPr>
            <a:spLocks noGrp="1"/>
          </p:cNvSpPr>
          <p:nvPr/>
        </p:nvSpPr>
        <p:spPr>
          <a:xfrm>
            <a:off x="10191750" y="6496050"/>
            <a:ext cx="1428750" cy="209550"/>
          </a:xfrm>
          <a:prstGeom prst="rect">
            <a:avLst/>
          </a:prstGeom>
          <a:noFill/>
          <a:ln w="0">
            <a:noFill/>
          </a:ln>
        </p:spPr>
        <p:txBody>
          <a:bodyPr anchor="ctr">
            <a:noAutofit/>
          </a:bodyPr>
          <a:lstStyle>
            <a:defPPr algn="r">
              <a:defRPr sz="900" b="0">
                <a:solidFill>
                  <a:srgbClr val="627D98"/>
                </a:solidFill>
                <a:latin typeface="Helvetica Neue"/>
                <a:ea typeface="Helvetica Neue"/>
                <a:cs typeface="Helvetica Neue"/>
              </a:defRPr>
            </a:defPPr>
            <a:lvl1pPr algn="r">
              <a:buNone/>
              <a:defRPr sz="900" b="0">
                <a:solidFill>
                  <a:srgbClr val="627D98"/>
                </a:solidFill>
                <a:latin typeface="Helvetica Neue"/>
                <a:ea typeface="Helvetica Neue"/>
                <a:cs typeface="Helvetica Neue"/>
              </a:defRPr>
            </a:lvl1pPr>
            <a:lvl2pPr algn="r">
              <a:buNone/>
              <a:defRPr sz="900" b="0">
                <a:solidFill>
                  <a:srgbClr val="627D98"/>
                </a:solidFill>
                <a:latin typeface="Helvetica Neue"/>
                <a:ea typeface="Helvetica Neue"/>
                <a:cs typeface="Helvetica Neue"/>
              </a:defRPr>
            </a:lvl2pPr>
            <a:lvl3pPr algn="r">
              <a:buNone/>
              <a:defRPr sz="900" b="0">
                <a:solidFill>
                  <a:srgbClr val="627D98"/>
                </a:solidFill>
                <a:latin typeface="Helvetica Neue"/>
                <a:ea typeface="Helvetica Neue"/>
                <a:cs typeface="Helvetica Neue"/>
              </a:defRPr>
            </a:lvl3pPr>
            <a:lvl4pPr algn="r">
              <a:buNone/>
              <a:defRPr sz="900" b="0">
                <a:solidFill>
                  <a:srgbClr val="627D98"/>
                </a:solidFill>
                <a:latin typeface="Helvetica Neue"/>
                <a:ea typeface="Helvetica Neue"/>
                <a:cs typeface="Helvetica Neue"/>
              </a:defRPr>
            </a:lvl4pPr>
            <a:lvl5pPr algn="r">
              <a:buNone/>
              <a:defRPr sz="900" b="0">
                <a:solidFill>
                  <a:srgbClr val="627D98"/>
                </a:solidFill>
                <a:latin typeface="Helvetica Neue"/>
                <a:ea typeface="Helvetica Neue"/>
                <a:cs typeface="Helvetica Neue"/>
              </a:defRPr>
            </a:lvl5pPr>
            <a:lvl6pPr algn="r">
              <a:buNone/>
              <a:defRPr sz="900" b="0">
                <a:solidFill>
                  <a:srgbClr val="627D98"/>
                </a:solidFill>
                <a:latin typeface="Helvetica Neue"/>
                <a:ea typeface="Helvetica Neue"/>
                <a:cs typeface="Helvetica Neue"/>
              </a:defRPr>
            </a:lvl6pPr>
            <a:lvl7pPr algn="r">
              <a:buNone/>
              <a:defRPr sz="900" b="0">
                <a:solidFill>
                  <a:srgbClr val="627D98"/>
                </a:solidFill>
                <a:latin typeface="Helvetica Neue"/>
                <a:ea typeface="Helvetica Neue"/>
                <a:cs typeface="Helvetica Neue"/>
              </a:defRPr>
            </a:lvl7pPr>
            <a:lvl8pPr algn="r">
              <a:buNone/>
              <a:defRPr sz="900" b="0">
                <a:solidFill>
                  <a:srgbClr val="627D98"/>
                </a:solidFill>
                <a:latin typeface="Helvetica Neue"/>
                <a:ea typeface="Helvetica Neue"/>
                <a:cs typeface="Helvetica Neue"/>
              </a:defRPr>
            </a:lvl8pPr>
            <a:lvl9pPr algn="r">
              <a:buNone/>
              <a:defRPr sz="900" b="0">
                <a:solidFill>
                  <a:srgbClr val="627D98"/>
                </a:solidFill>
                <a:latin typeface="Helvetica Neue"/>
                <a:ea typeface="Helvetica Neue"/>
                <a:cs typeface="Helvetica Neue"/>
              </a:defRPr>
            </a:lvl9pPr>
          </a:lstStyle>
          <a:p>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8/11</a:t>
            </a:r>
            <a:endParaRPr sz="900" b="0">
              <a:solidFill>
                <a:srgbClr val="627D98"/>
              </a:solidFill>
              <a:latin typeface="Helvetica Neue"/>
              <a:ea typeface="Helvetica Neue"/>
              <a:cs typeface="Helvetica Neue"/>
            </a:endParaRPr>
          </a:p>
        </p:txBody>
      </p:sp>
      <p:sp>
        <p:nvSpPr>
          <p:cNvPr id="6" name="圆角矩形 5"/>
          <p:cNvSpPr>
            <a:spLocks noGrp="1"/>
          </p:cNvSpPr>
          <p:nvPr/>
        </p:nvSpPr>
        <p:spPr>
          <a:xfrm>
            <a:off x="666750" y="1476375"/>
            <a:ext cx="2190750" cy="1143000"/>
          </a:xfrm>
          <a:prstGeom prst="roundRect">
            <a:avLst>
              <a:gd name="adj" fmla="val 6667"/>
            </a:avLst>
          </a:prstGeom>
          <a:solidFill>
            <a:srgbClr val="F4F7FB"/>
          </a:solidFill>
          <a:ln w="19050">
            <a:solidFill>
              <a:srgbClr val="102A43"/>
            </a:solidFill>
          </a:ln>
        </p:spPr>
      </p:sp>
      <p:sp>
        <p:nvSpPr>
          <p:cNvPr id="7" name="矩形 6"/>
          <p:cNvSpPr>
            <a:spLocks noGrp="1"/>
          </p:cNvSpPr>
          <p:nvPr/>
        </p:nvSpPr>
        <p:spPr>
          <a:xfrm>
            <a:off x="838200" y="1590675"/>
            <a:ext cx="1847850" cy="323850"/>
          </a:xfrm>
          <a:prstGeom prst="rect">
            <a:avLst/>
          </a:prstGeom>
          <a:noFill/>
          <a:ln w="0">
            <a:noFill/>
          </a:ln>
        </p:spPr>
        <p:txBody>
          <a:bodyPr anchor="ctr">
            <a:noAutofit/>
          </a:bodyPr>
          <a:lstStyle>
            <a:defPPr algn="l">
              <a:defRPr sz="1650" b="1">
                <a:solidFill>
                  <a:srgbClr val="102A43"/>
                </a:solidFill>
                <a:latin typeface="Helvetica Neue"/>
                <a:ea typeface="Helvetica Neue"/>
                <a:cs typeface="Helvetica Neue"/>
              </a:defRPr>
            </a:defPPr>
            <a:lvl1pPr algn="l">
              <a:buNone/>
              <a:defRPr sz="1650" b="1">
                <a:solidFill>
                  <a:srgbClr val="102A43"/>
                </a:solidFill>
                <a:latin typeface="Helvetica Neue"/>
                <a:ea typeface="Helvetica Neue"/>
                <a:cs typeface="Helvetica Neue"/>
              </a:defRPr>
            </a:lvl1pPr>
            <a:lvl2pPr algn="l">
              <a:buNone/>
              <a:defRPr sz="1650" b="1">
                <a:solidFill>
                  <a:srgbClr val="102A43"/>
                </a:solidFill>
                <a:latin typeface="Helvetica Neue"/>
                <a:ea typeface="Helvetica Neue"/>
                <a:cs typeface="Helvetica Neue"/>
              </a:defRPr>
            </a:lvl2pPr>
            <a:lvl3pPr algn="l">
              <a:buNone/>
              <a:defRPr sz="1650" b="1">
                <a:solidFill>
                  <a:srgbClr val="102A43"/>
                </a:solidFill>
                <a:latin typeface="Helvetica Neue"/>
                <a:ea typeface="Helvetica Neue"/>
                <a:cs typeface="Helvetica Neue"/>
              </a:defRPr>
            </a:lvl3pPr>
            <a:lvl4pPr algn="l">
              <a:buNone/>
              <a:defRPr sz="1650" b="1">
                <a:solidFill>
                  <a:srgbClr val="102A43"/>
                </a:solidFill>
                <a:latin typeface="Helvetica Neue"/>
                <a:ea typeface="Helvetica Neue"/>
                <a:cs typeface="Helvetica Neue"/>
              </a:defRPr>
            </a:lvl4pPr>
            <a:lvl5pPr algn="l">
              <a:buNone/>
              <a:defRPr sz="1650" b="1">
                <a:solidFill>
                  <a:srgbClr val="102A43"/>
                </a:solidFill>
                <a:latin typeface="Helvetica Neue"/>
                <a:ea typeface="Helvetica Neue"/>
                <a:cs typeface="Helvetica Neue"/>
              </a:defRPr>
            </a:lvl5pPr>
            <a:lvl6pPr algn="l">
              <a:buNone/>
              <a:defRPr sz="1650" b="1">
                <a:solidFill>
                  <a:srgbClr val="102A43"/>
                </a:solidFill>
                <a:latin typeface="Helvetica Neue"/>
                <a:ea typeface="Helvetica Neue"/>
                <a:cs typeface="Helvetica Neue"/>
              </a:defRPr>
            </a:lvl6pPr>
            <a:lvl7pPr algn="l">
              <a:buNone/>
              <a:defRPr sz="1650" b="1">
                <a:solidFill>
                  <a:srgbClr val="102A43"/>
                </a:solidFill>
                <a:latin typeface="Helvetica Neue"/>
                <a:ea typeface="Helvetica Neue"/>
                <a:cs typeface="Helvetica Neue"/>
              </a:defRPr>
            </a:lvl7pPr>
            <a:lvl8pPr algn="l">
              <a:buNone/>
              <a:defRPr sz="1650" b="1">
                <a:solidFill>
                  <a:srgbClr val="102A43"/>
                </a:solidFill>
                <a:latin typeface="Helvetica Neue"/>
                <a:ea typeface="Helvetica Neue"/>
                <a:cs typeface="Helvetica Neue"/>
              </a:defRPr>
            </a:lvl8pPr>
            <a:lvl9pPr algn="l">
              <a:buNone/>
              <a:defRPr sz="1650" b="1">
                <a:solidFill>
                  <a:srgbClr val="102A43"/>
                </a:solidFill>
                <a:latin typeface="Helvetica Neue"/>
                <a:ea typeface="Helvetica Neue"/>
                <a:cs typeface="Helvetica Neue"/>
              </a:defRPr>
            </a:lvl9pPr>
          </a:lstStyle>
          <a:p>
            <a:pPr algn="l">
              <a:buNone/>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Original control</a:t>
            </a:r>
            <a:endParaRPr sz="1650" b="1">
              <a:solidFill>
                <a:srgbClr val="102A43"/>
              </a:solidFill>
              <a:latin typeface="Helvetica Neue"/>
              <a:ea typeface="Helvetica Neue"/>
              <a:cs typeface="Helvetica Neue"/>
            </a:endParaRPr>
          </a:p>
        </p:txBody>
      </p:sp>
      <p:sp>
        <p:nvSpPr>
          <p:cNvPr id="8" name="矩形 7"/>
          <p:cNvSpPr>
            <a:spLocks noGrp="1"/>
          </p:cNvSpPr>
          <p:nvPr/>
        </p:nvSpPr>
        <p:spPr>
          <a:xfrm>
            <a:off x="838200" y="1971675"/>
            <a:ext cx="1847850" cy="714375"/>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575" b="0">
                <a:solidFill>
                  <a:srgbClr val="243B53"/>
                </a:solidFill>
                <a:latin typeface="Helvetica Neue"/>
                <a:ea typeface="Helvetica Neue"/>
                <a:cs typeface="Helvetica Neue"/>
              </a:rPr>
              <a:t>Generated video</a:t>
            </a:r>
          </a:p>
          <a:p>
            <a:pPr algn="l">
              <a:buNone/>
              <a:defRPr sz="1275" b="0">
                <a:solidFill>
                  <a:srgbClr val="243B53"/>
                </a:solidFill>
                <a:latin typeface="Helvetica Neue"/>
                <a:ea typeface="Helvetica Neue"/>
                <a:cs typeface="Helvetica Neue"/>
              </a:defRPr>
            </a:pPr>
            <a:r>
              <a:rPr sz="1575" b="0">
                <a:solidFill>
                  <a:srgbClr val="243B53"/>
                </a:solidFill>
                <a:latin typeface="Helvetica Neue"/>
                <a:ea typeface="Helvetica Neue"/>
                <a:cs typeface="Helvetica Neue"/>
              </a:rPr>
              <a:t>No added signal</a:t>
            </a:r>
          </a:p>
        </p:txBody>
      </p:sp>
      <p:sp>
        <p:nvSpPr>
          <p:cNvPr id="9" name="圆角矩形 8"/>
          <p:cNvSpPr>
            <a:spLocks noGrp="1"/>
          </p:cNvSpPr>
          <p:nvPr/>
        </p:nvSpPr>
        <p:spPr>
          <a:xfrm>
            <a:off x="666750" y="3286125"/>
            <a:ext cx="2190750" cy="1143000"/>
          </a:xfrm>
          <a:prstGeom prst="roundRect">
            <a:avLst>
              <a:gd name="adj" fmla="val 6667"/>
            </a:avLst>
          </a:prstGeom>
          <a:solidFill>
            <a:srgbClr val="FFF2E2"/>
          </a:solidFill>
          <a:ln w="19050">
            <a:solidFill>
              <a:srgbClr val="E67E22"/>
            </a:solidFill>
          </a:ln>
        </p:spPr>
      </p:sp>
      <p:sp>
        <p:nvSpPr>
          <p:cNvPr id="10" name="矩形 9"/>
          <p:cNvSpPr>
            <a:spLocks noGrp="1"/>
          </p:cNvSpPr>
          <p:nvPr/>
        </p:nvSpPr>
        <p:spPr>
          <a:xfrm>
            <a:off x="838200" y="3400425"/>
            <a:ext cx="1847850" cy="323850"/>
          </a:xfrm>
          <a:prstGeom prst="rect">
            <a:avLst/>
          </a:prstGeom>
          <a:noFill/>
          <a:ln w="0">
            <a:noFill/>
          </a:ln>
        </p:spPr>
        <p:txBody>
          <a:bodyPr anchor="ctr">
            <a:noAutofit/>
          </a:bodyPr>
          <a:lstStyle>
            <a:defPPr algn="l">
              <a:defRPr sz="1650" b="1">
                <a:solidFill>
                  <a:srgbClr val="E67E22"/>
                </a:solidFill>
                <a:latin typeface="Helvetica Neue"/>
                <a:ea typeface="Helvetica Neue"/>
                <a:cs typeface="Helvetica Neue"/>
              </a:defRPr>
            </a:defPPr>
            <a:lvl1pPr algn="l">
              <a:buNone/>
              <a:defRPr sz="1650" b="1">
                <a:solidFill>
                  <a:srgbClr val="E67E22"/>
                </a:solidFill>
                <a:latin typeface="Helvetica Neue"/>
                <a:ea typeface="Helvetica Neue"/>
                <a:cs typeface="Helvetica Neue"/>
              </a:defRPr>
            </a:lvl1pPr>
            <a:lvl2pPr algn="l">
              <a:buNone/>
              <a:defRPr sz="1650" b="1">
                <a:solidFill>
                  <a:srgbClr val="E67E22"/>
                </a:solidFill>
                <a:latin typeface="Helvetica Neue"/>
                <a:ea typeface="Helvetica Neue"/>
                <a:cs typeface="Helvetica Neue"/>
              </a:defRPr>
            </a:lvl2pPr>
            <a:lvl3pPr algn="l">
              <a:buNone/>
              <a:defRPr sz="1650" b="1">
                <a:solidFill>
                  <a:srgbClr val="E67E22"/>
                </a:solidFill>
                <a:latin typeface="Helvetica Neue"/>
                <a:ea typeface="Helvetica Neue"/>
                <a:cs typeface="Helvetica Neue"/>
              </a:defRPr>
            </a:lvl3pPr>
            <a:lvl4pPr algn="l">
              <a:buNone/>
              <a:defRPr sz="1650" b="1">
                <a:solidFill>
                  <a:srgbClr val="E67E22"/>
                </a:solidFill>
                <a:latin typeface="Helvetica Neue"/>
                <a:ea typeface="Helvetica Neue"/>
                <a:cs typeface="Helvetica Neue"/>
              </a:defRPr>
            </a:lvl4pPr>
            <a:lvl5pPr algn="l">
              <a:buNone/>
              <a:defRPr sz="1650" b="1">
                <a:solidFill>
                  <a:srgbClr val="E67E22"/>
                </a:solidFill>
                <a:latin typeface="Helvetica Neue"/>
                <a:ea typeface="Helvetica Neue"/>
                <a:cs typeface="Helvetica Neue"/>
              </a:defRPr>
            </a:lvl5pPr>
            <a:lvl6pPr algn="l">
              <a:buNone/>
              <a:defRPr sz="1650" b="1">
                <a:solidFill>
                  <a:srgbClr val="E67E22"/>
                </a:solidFill>
                <a:latin typeface="Helvetica Neue"/>
                <a:ea typeface="Helvetica Neue"/>
                <a:cs typeface="Helvetica Neue"/>
              </a:defRPr>
            </a:lvl6pPr>
            <a:lvl7pPr algn="l">
              <a:buNone/>
              <a:defRPr sz="1650" b="1">
                <a:solidFill>
                  <a:srgbClr val="E67E22"/>
                </a:solidFill>
                <a:latin typeface="Helvetica Neue"/>
                <a:ea typeface="Helvetica Neue"/>
                <a:cs typeface="Helvetica Neue"/>
              </a:defRPr>
            </a:lvl7pPr>
            <a:lvl8pPr algn="l">
              <a:buNone/>
              <a:defRPr sz="1650" b="1">
                <a:solidFill>
                  <a:srgbClr val="E67E22"/>
                </a:solidFill>
                <a:latin typeface="Helvetica Neue"/>
                <a:ea typeface="Helvetica Neue"/>
                <a:cs typeface="Helvetica Neue"/>
              </a:defRPr>
            </a:lvl8pPr>
            <a:lvl9pPr algn="l">
              <a:buNone/>
              <a:defRPr sz="1650" b="1">
                <a:solidFill>
                  <a:srgbClr val="E67E22"/>
                </a:solidFill>
                <a:latin typeface="Helvetica Neue"/>
                <a:ea typeface="Helvetica Neue"/>
                <a:cs typeface="Helvetica Neue"/>
              </a:defRPr>
            </a:lvl9pPr>
          </a:lstStyle>
          <a:p>
            <a:pPr algn="l">
              <a:buNone/>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A=1 modified</a:t>
            </a:r>
            <a:endParaRPr sz="1650" b="1">
              <a:solidFill>
                <a:srgbClr val="E67E22"/>
              </a:solidFill>
              <a:latin typeface="Helvetica Neue"/>
              <a:ea typeface="Helvetica Neue"/>
              <a:cs typeface="Helvetica Neue"/>
            </a:endParaRPr>
          </a:p>
        </p:txBody>
      </p:sp>
      <p:sp>
        <p:nvSpPr>
          <p:cNvPr id="11" name="矩形 10"/>
          <p:cNvSpPr>
            <a:spLocks noGrp="1"/>
          </p:cNvSpPr>
          <p:nvPr/>
        </p:nvSpPr>
        <p:spPr>
          <a:xfrm>
            <a:off x="838200" y="3781425"/>
            <a:ext cx="1847850" cy="714375"/>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575" b="0">
                <a:solidFill>
                  <a:srgbClr val="243B53"/>
                </a:solidFill>
                <a:latin typeface="Helvetica Neue"/>
                <a:ea typeface="Helvetica Neue"/>
                <a:cs typeface="Helvetica Neue"/>
              </a:rPr>
              <a:t>Same video</a:t>
            </a:r>
          </a:p>
          <a:p>
            <a:pPr algn="l">
              <a:buNone/>
              <a:defRPr sz="1275" b="0">
                <a:solidFill>
                  <a:srgbClr val="243B53"/>
                </a:solidFill>
                <a:latin typeface="Helvetica Neue"/>
                <a:ea typeface="Helvetica Neue"/>
                <a:cs typeface="Helvetica Neue"/>
              </a:defRPr>
            </a:pPr>
            <a:r>
              <a:rPr sz="1575" b="0">
                <a:solidFill>
                  <a:srgbClr val="243B53"/>
                </a:solidFill>
                <a:latin typeface="Helvetica Neue"/>
                <a:ea typeface="Helvetica Neue"/>
                <a:cs typeface="Helvetica Neue"/>
              </a:rPr>
              <a:t>Added 1.2 Hz signal</a:t>
            </a:r>
          </a:p>
        </p:txBody>
      </p:sp>
      <p:sp>
        <p:nvSpPr>
          <p:cNvPr id="12" name="圆角矩形 11"/>
          <p:cNvSpPr>
            <a:spLocks noGrp="1"/>
          </p:cNvSpPr>
          <p:nvPr/>
        </p:nvSpPr>
        <p:spPr>
          <a:xfrm>
            <a:off x="4191000" y="2286000"/>
            <a:ext cx="2952750" cy="1428750"/>
          </a:xfrm>
          <a:prstGeom prst="roundRect">
            <a:avLst>
              <a:gd name="adj" fmla="val 5333"/>
            </a:avLst>
          </a:prstGeom>
          <a:solidFill>
            <a:srgbClr val="FCECEC"/>
          </a:solidFill>
          <a:ln w="19050">
            <a:solidFill>
              <a:srgbClr val="D64545"/>
            </a:solidFill>
          </a:ln>
        </p:spPr>
      </p:sp>
      <p:sp>
        <p:nvSpPr>
          <p:cNvPr id="13" name="矩形 12"/>
          <p:cNvSpPr>
            <a:spLocks noGrp="1"/>
          </p:cNvSpPr>
          <p:nvPr/>
        </p:nvSpPr>
        <p:spPr>
          <a:xfrm>
            <a:off x="4362450" y="2400300"/>
            <a:ext cx="2609850" cy="323850"/>
          </a:xfrm>
          <a:prstGeom prst="rect">
            <a:avLst/>
          </a:prstGeom>
          <a:noFill/>
          <a:ln w="0">
            <a:noFill/>
          </a:ln>
        </p:spPr>
        <p:txBody>
          <a:bodyPr anchor="ctr">
            <a:noAutofit/>
          </a:bodyPr>
          <a:lstStyle>
            <a:defPPr algn="l">
              <a:defRPr sz="1650" b="1">
                <a:solidFill>
                  <a:srgbClr val="D64545"/>
                </a:solidFill>
                <a:latin typeface="Helvetica Neue"/>
                <a:ea typeface="Helvetica Neue"/>
                <a:cs typeface="Helvetica Neue"/>
              </a:defRPr>
            </a:defPPr>
            <a:lvl1pPr algn="l">
              <a:buNone/>
              <a:defRPr sz="1650" b="1">
                <a:solidFill>
                  <a:srgbClr val="D64545"/>
                </a:solidFill>
                <a:latin typeface="Helvetica Neue"/>
                <a:ea typeface="Helvetica Neue"/>
                <a:cs typeface="Helvetica Neue"/>
              </a:defRPr>
            </a:lvl1pPr>
            <a:lvl2pPr algn="l">
              <a:buNone/>
              <a:defRPr sz="1650" b="1">
                <a:solidFill>
                  <a:srgbClr val="D64545"/>
                </a:solidFill>
                <a:latin typeface="Helvetica Neue"/>
                <a:ea typeface="Helvetica Neue"/>
                <a:cs typeface="Helvetica Neue"/>
              </a:defRPr>
            </a:lvl2pPr>
            <a:lvl3pPr algn="l">
              <a:buNone/>
              <a:defRPr sz="1650" b="1">
                <a:solidFill>
                  <a:srgbClr val="D64545"/>
                </a:solidFill>
                <a:latin typeface="Helvetica Neue"/>
                <a:ea typeface="Helvetica Neue"/>
                <a:cs typeface="Helvetica Neue"/>
              </a:defRPr>
            </a:lvl3pPr>
            <a:lvl4pPr algn="l">
              <a:buNone/>
              <a:defRPr sz="1650" b="1">
                <a:solidFill>
                  <a:srgbClr val="D64545"/>
                </a:solidFill>
                <a:latin typeface="Helvetica Neue"/>
                <a:ea typeface="Helvetica Neue"/>
                <a:cs typeface="Helvetica Neue"/>
              </a:defRPr>
            </a:lvl4pPr>
            <a:lvl5pPr algn="l">
              <a:buNone/>
              <a:defRPr sz="1650" b="1">
                <a:solidFill>
                  <a:srgbClr val="D64545"/>
                </a:solidFill>
                <a:latin typeface="Helvetica Neue"/>
                <a:ea typeface="Helvetica Neue"/>
                <a:cs typeface="Helvetica Neue"/>
              </a:defRPr>
            </a:lvl5pPr>
            <a:lvl6pPr algn="l">
              <a:buNone/>
              <a:defRPr sz="1650" b="1">
                <a:solidFill>
                  <a:srgbClr val="D64545"/>
                </a:solidFill>
                <a:latin typeface="Helvetica Neue"/>
                <a:ea typeface="Helvetica Neue"/>
                <a:cs typeface="Helvetica Neue"/>
              </a:defRPr>
            </a:lvl6pPr>
            <a:lvl7pPr algn="l">
              <a:buNone/>
              <a:defRPr sz="1650" b="1">
                <a:solidFill>
                  <a:srgbClr val="D64545"/>
                </a:solidFill>
                <a:latin typeface="Helvetica Neue"/>
                <a:ea typeface="Helvetica Neue"/>
                <a:cs typeface="Helvetica Neue"/>
              </a:defRPr>
            </a:lvl7pPr>
            <a:lvl8pPr algn="l">
              <a:buNone/>
              <a:defRPr sz="1650" b="1">
                <a:solidFill>
                  <a:srgbClr val="D64545"/>
                </a:solidFill>
                <a:latin typeface="Helvetica Neue"/>
                <a:ea typeface="Helvetica Neue"/>
                <a:cs typeface="Helvetica Neue"/>
              </a:defRPr>
            </a:lvl8pPr>
            <a:lvl9pPr algn="l">
              <a:buNone/>
              <a:defRPr sz="1650" b="1">
                <a:solidFill>
                  <a:srgbClr val="D64545"/>
                </a:solidFill>
                <a:latin typeface="Helvetica Neue"/>
                <a:ea typeface="Helvetica Neue"/>
                <a:cs typeface="Helvetica Neue"/>
              </a:defRPr>
            </a:lvl9pPr>
          </a:lstStyle>
          <a:p>
            <a:pPr algn="l">
              <a:buNone/>
              <a:defRPr sz="1650" b="1">
                <a:solidFill>
                  <a:srgbClr val="D64545"/>
                </a:solidFill>
                <a:latin typeface="Helvetica Neue"/>
                <a:ea typeface="Helvetica Neue"/>
                <a:cs typeface="Helvetica Neue"/>
              </a:defRPr>
            </a:pPr>
            <a:r>
              <a:rPr sz="1725" b="1">
                <a:solidFill>
                  <a:srgbClr val="D64545"/>
                </a:solidFill>
                <a:latin typeface="Helvetica Neue"/>
                <a:ea typeface="Helvetica Neue"/>
                <a:cs typeface="Helvetica Neue"/>
              </a:rPr>
              <a:t>Compare pixel values</a:t>
            </a:r>
          </a:p>
        </p:txBody>
      </p:sp>
      <p:sp>
        <p:nvSpPr>
          <p:cNvPr id="14" name="矩形 13"/>
          <p:cNvSpPr>
            <a:spLocks noGrp="1"/>
          </p:cNvSpPr>
          <p:nvPr/>
        </p:nvSpPr>
        <p:spPr>
          <a:xfrm>
            <a:off x="4362450" y="2781300"/>
            <a:ext cx="2609850" cy="952500"/>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Mean RGB per frame</a:t>
            </a:r>
          </a:p>
          <a:p>
            <a:pPr algn="l">
              <a:buNone/>
              <a:defRPr sz="1275"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Modified minus original</a:t>
            </a:r>
          </a:p>
          <a:p>
            <a:pPr algn="l">
              <a:buNone/>
              <a:defRPr sz="1275"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Whole frame + face regions</a:t>
            </a:r>
          </a:p>
        </p:txBody>
      </p:sp>
      <p:sp>
        <p:nvSpPr>
          <p:cNvPr id="15" name="圆角矩形 14"/>
          <p:cNvSpPr>
            <a:spLocks noGrp="1"/>
          </p:cNvSpPr>
          <p:nvPr/>
        </p:nvSpPr>
        <p:spPr>
          <a:xfrm>
            <a:off x="8572500" y="2286000"/>
            <a:ext cx="2857500" cy="1428750"/>
          </a:xfrm>
          <a:prstGeom prst="roundRect">
            <a:avLst>
              <a:gd name="adj" fmla="val 5333"/>
            </a:avLst>
          </a:prstGeom>
          <a:solidFill>
            <a:srgbClr val="EAF1FF"/>
          </a:solidFill>
          <a:ln w="19050">
            <a:solidFill>
              <a:srgbClr val="2F6BFF"/>
            </a:solidFill>
          </a:ln>
        </p:spPr>
      </p:sp>
      <p:sp>
        <p:nvSpPr>
          <p:cNvPr id="16" name="矩形 15"/>
          <p:cNvSpPr>
            <a:spLocks noGrp="1"/>
          </p:cNvSpPr>
          <p:nvPr/>
        </p:nvSpPr>
        <p:spPr>
          <a:xfrm>
            <a:off x="8743950" y="2400300"/>
            <a:ext cx="2514600" cy="428625"/>
          </a:xfrm>
          <a:prstGeom prst="rect">
            <a:avLst/>
          </a:prstGeom>
          <a:noFill/>
          <a:ln w="0">
            <a:noFill/>
          </a:ln>
        </p:spPr>
        <p:txBody>
          <a:bodyPr anchor="ctr">
            <a:noAutofit/>
          </a:bodyPr>
          <a:lstStyle>
            <a:defPPr algn="l">
              <a:defRPr sz="1650" b="1">
                <a:solidFill>
                  <a:srgbClr val="2F6BFF"/>
                </a:solidFill>
                <a:latin typeface="Helvetica Neue"/>
                <a:ea typeface="Helvetica Neue"/>
                <a:cs typeface="Helvetica Neue"/>
              </a:defRPr>
            </a:defPPr>
            <a:lvl1pPr algn="l">
              <a:buNone/>
              <a:defRPr sz="1650" b="1">
                <a:solidFill>
                  <a:srgbClr val="2F6BFF"/>
                </a:solidFill>
                <a:latin typeface="Helvetica Neue"/>
                <a:ea typeface="Helvetica Neue"/>
                <a:cs typeface="Helvetica Neue"/>
              </a:defRPr>
            </a:lvl1pPr>
            <a:lvl2pPr algn="l">
              <a:buNone/>
              <a:defRPr sz="1650" b="1">
                <a:solidFill>
                  <a:srgbClr val="2F6BFF"/>
                </a:solidFill>
                <a:latin typeface="Helvetica Neue"/>
                <a:ea typeface="Helvetica Neue"/>
                <a:cs typeface="Helvetica Neue"/>
              </a:defRPr>
            </a:lvl2pPr>
            <a:lvl3pPr algn="l">
              <a:buNone/>
              <a:defRPr sz="1650" b="1">
                <a:solidFill>
                  <a:srgbClr val="2F6BFF"/>
                </a:solidFill>
                <a:latin typeface="Helvetica Neue"/>
                <a:ea typeface="Helvetica Neue"/>
                <a:cs typeface="Helvetica Neue"/>
              </a:defRPr>
            </a:lvl3pPr>
            <a:lvl4pPr algn="l">
              <a:buNone/>
              <a:defRPr sz="1650" b="1">
                <a:solidFill>
                  <a:srgbClr val="2F6BFF"/>
                </a:solidFill>
                <a:latin typeface="Helvetica Neue"/>
                <a:ea typeface="Helvetica Neue"/>
                <a:cs typeface="Helvetica Neue"/>
              </a:defRPr>
            </a:lvl4pPr>
            <a:lvl5pPr algn="l">
              <a:buNone/>
              <a:defRPr sz="1650" b="1">
                <a:solidFill>
                  <a:srgbClr val="2F6BFF"/>
                </a:solidFill>
                <a:latin typeface="Helvetica Neue"/>
                <a:ea typeface="Helvetica Neue"/>
                <a:cs typeface="Helvetica Neue"/>
              </a:defRPr>
            </a:lvl5pPr>
            <a:lvl6pPr algn="l">
              <a:buNone/>
              <a:defRPr sz="1650" b="1">
                <a:solidFill>
                  <a:srgbClr val="2F6BFF"/>
                </a:solidFill>
                <a:latin typeface="Helvetica Neue"/>
                <a:ea typeface="Helvetica Neue"/>
                <a:cs typeface="Helvetica Neue"/>
              </a:defRPr>
            </a:lvl6pPr>
            <a:lvl7pPr algn="l">
              <a:buNone/>
              <a:defRPr sz="1650" b="1">
                <a:solidFill>
                  <a:srgbClr val="2F6BFF"/>
                </a:solidFill>
                <a:latin typeface="Helvetica Neue"/>
                <a:ea typeface="Helvetica Neue"/>
                <a:cs typeface="Helvetica Neue"/>
              </a:defRPr>
            </a:lvl7pPr>
            <a:lvl8pPr algn="l">
              <a:buNone/>
              <a:defRPr sz="1650" b="1">
                <a:solidFill>
                  <a:srgbClr val="2F6BFF"/>
                </a:solidFill>
                <a:latin typeface="Helvetica Neue"/>
                <a:ea typeface="Helvetica Neue"/>
                <a:cs typeface="Helvetica Neue"/>
              </a:defRPr>
            </a:lvl8pPr>
            <a:lvl9pPr algn="l">
              <a:buNone/>
              <a:defRPr sz="1650" b="1">
                <a:solidFill>
                  <a:srgbClr val="2F6BFF"/>
                </a:solidFill>
                <a:latin typeface="Helvetica Neue"/>
                <a:ea typeface="Helvetica Neue"/>
                <a:cs typeface="Helvetica Neue"/>
              </a:defRPr>
            </a:lvl9pPr>
          </a:lstStyle>
          <a:p>
            <a:pPr algn="l">
              <a:buNone/>
              <a:defRPr sz="1650" b="1">
                <a:solidFill>
                  <a:srgbClr val="2F6BFF"/>
                </a:solidFill>
                <a:latin typeface="Helvetica Neue"/>
                <a:ea typeface="Helvetica Neue"/>
                <a:cs typeface="Helvetica Neue"/>
              </a:defRPr>
            </a:pPr>
            <a:r>
              <a:rPr sz="1725" b="1">
                <a:solidFill>
                  <a:srgbClr val="2F6BFF"/>
                </a:solidFill>
                <a:latin typeface="Helvetica Neue"/>
                <a:ea typeface="Helvetica Neue"/>
                <a:cs typeface="Helvetica Neue"/>
              </a:rPr>
              <a:t>Find the repeating rate</a:t>
            </a:r>
          </a:p>
        </p:txBody>
      </p:sp>
      <p:sp>
        <p:nvSpPr>
          <p:cNvPr id="17" name="矩形 16"/>
          <p:cNvSpPr>
            <a:spLocks noGrp="1"/>
          </p:cNvSpPr>
          <p:nvPr/>
        </p:nvSpPr>
        <p:spPr>
          <a:xfrm>
            <a:off x="8743950" y="2781300"/>
            <a:ext cx="2514600" cy="904875"/>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575" b="0">
                <a:solidFill>
                  <a:srgbClr val="243B53"/>
                </a:solidFill>
                <a:latin typeface="Helvetica Neue"/>
                <a:ea typeface="Helvetica Neue"/>
                <a:cs typeface="Helvetica Neue"/>
              </a:rPr>
              <a:t>Use FFT to check changes</a:t>
            </a:r>
          </a:p>
          <a:p>
            <a:pPr algn="l">
              <a:buNone/>
              <a:defRPr sz="1275" b="0">
                <a:solidFill>
                  <a:srgbClr val="243B53"/>
                </a:solidFill>
                <a:latin typeface="Helvetica Neue"/>
                <a:ea typeface="Helvetica Neue"/>
                <a:cs typeface="Helvetica Neue"/>
              </a:defRPr>
            </a:pPr>
            <a:r>
              <a:rPr sz="1575" b="0">
                <a:solidFill>
                  <a:srgbClr val="243B53"/>
                </a:solidFill>
                <a:latin typeface="Helvetica Neue"/>
                <a:ea typeface="Helvetica Neue"/>
                <a:cs typeface="Helvetica Neue"/>
              </a:rPr>
              <a:t>near 1.2 Hz (72 per minute).</a:t>
            </a:r>
          </a:p>
        </p:txBody>
      </p:sp>
      <p:sp>
        <p:nvSpPr>
          <p:cNvPr id="18" name="直接连接符 17"/>
          <p:cNvSpPr>
            <a:spLocks noGrp="1"/>
          </p:cNvSpPr>
          <p:nvPr/>
        </p:nvSpPr>
        <p:spPr>
          <a:xfrm>
            <a:off x="2857500" y="2047875"/>
            <a:ext cx="1333500" cy="666750"/>
          </a:xfrm>
          <a:prstGeom prst="line">
            <a:avLst/>
          </a:prstGeom>
          <a:noFill/>
          <a:ln w="19050">
            <a:solidFill>
              <a:srgbClr val="627D98"/>
            </a:solidFill>
          </a:ln>
        </p:spPr>
      </p:sp>
      <p:sp>
        <p:nvSpPr>
          <p:cNvPr id="19" name="直接连接符 18"/>
          <p:cNvSpPr>
            <a:spLocks noGrp="1"/>
          </p:cNvSpPr>
          <p:nvPr/>
        </p:nvSpPr>
        <p:spPr>
          <a:xfrm rot="20880000">
            <a:off x="2854960" y="3763645"/>
            <a:ext cx="1349375" cy="7620"/>
          </a:xfrm>
          <a:prstGeom prst="line">
            <a:avLst/>
          </a:prstGeom>
          <a:noFill/>
          <a:ln w="19050">
            <a:solidFill>
              <a:srgbClr val="E67E22"/>
            </a:solidFill>
          </a:ln>
        </p:spPr>
      </p:sp>
      <p:sp>
        <p:nvSpPr>
          <p:cNvPr id="20" name="直接连接符 19"/>
          <p:cNvSpPr>
            <a:spLocks noGrp="1"/>
          </p:cNvSpPr>
          <p:nvPr/>
        </p:nvSpPr>
        <p:spPr>
          <a:xfrm>
            <a:off x="7143750" y="3000375"/>
            <a:ext cx="1428750" cy="0"/>
          </a:xfrm>
          <a:prstGeom prst="line">
            <a:avLst/>
          </a:prstGeom>
          <a:noFill/>
          <a:ln w="19050">
            <a:solidFill>
              <a:srgbClr val="2F6BFF"/>
            </a:solidFill>
          </a:ln>
        </p:spPr>
      </p:sp>
      <p:sp>
        <p:nvSpPr>
          <p:cNvPr id="21" name="直接连接符 20"/>
          <p:cNvSpPr>
            <a:spLocks noGrp="1"/>
          </p:cNvSpPr>
          <p:nvPr/>
        </p:nvSpPr>
        <p:spPr>
          <a:xfrm>
            <a:off x="2000250" y="4762500"/>
            <a:ext cx="8001000" cy="0"/>
          </a:xfrm>
          <a:prstGeom prst="line">
            <a:avLst/>
          </a:prstGeom>
          <a:noFill/>
          <a:ln w="19050">
            <a:solidFill>
              <a:srgbClr val="D9E2EC"/>
            </a:solidFill>
          </a:ln>
        </p:spPr>
      </p:sp>
      <p:sp>
        <p:nvSpPr>
          <p:cNvPr id="22" name="矩形 21"/>
          <p:cNvSpPr>
            <a:spLocks noGrp="1"/>
          </p:cNvSpPr>
          <p:nvPr/>
        </p:nvSpPr>
        <p:spPr>
          <a:xfrm>
            <a:off x="666750" y="5095875"/>
            <a:ext cx="2286000" cy="381000"/>
          </a:xfrm>
          <a:prstGeom prst="rect">
            <a:avLst/>
          </a:prstGeom>
          <a:noFill/>
          <a:ln w="0">
            <a:noFill/>
          </a:ln>
        </p:spPr>
        <p:txBody>
          <a:bodyPr anchor="ctr">
            <a:noAutofit/>
          </a:bodyPr>
          <a:lstStyle>
            <a:defPPr algn="l">
              <a:defRPr sz="1725" b="1">
                <a:solidFill>
                  <a:srgbClr val="159E9C"/>
                </a:solidFill>
                <a:latin typeface="Helvetica Neue"/>
                <a:ea typeface="Helvetica Neue"/>
                <a:cs typeface="Helvetica Neue"/>
              </a:defRPr>
            </a:defPPr>
            <a:lvl1pPr algn="l">
              <a:buNone/>
              <a:defRPr sz="1725" b="1">
                <a:solidFill>
                  <a:srgbClr val="159E9C"/>
                </a:solidFill>
                <a:latin typeface="Helvetica Neue"/>
                <a:ea typeface="Helvetica Neue"/>
                <a:cs typeface="Helvetica Neue"/>
              </a:defRPr>
            </a:lvl1pPr>
            <a:lvl2pPr algn="l">
              <a:buNone/>
              <a:defRPr sz="1725" b="1">
                <a:solidFill>
                  <a:srgbClr val="159E9C"/>
                </a:solidFill>
                <a:latin typeface="Helvetica Neue"/>
                <a:ea typeface="Helvetica Neue"/>
                <a:cs typeface="Helvetica Neue"/>
              </a:defRPr>
            </a:lvl2pPr>
            <a:lvl3pPr algn="l">
              <a:buNone/>
              <a:defRPr sz="1725" b="1">
                <a:solidFill>
                  <a:srgbClr val="159E9C"/>
                </a:solidFill>
                <a:latin typeface="Helvetica Neue"/>
                <a:ea typeface="Helvetica Neue"/>
                <a:cs typeface="Helvetica Neue"/>
              </a:defRPr>
            </a:lvl3pPr>
            <a:lvl4pPr algn="l">
              <a:buNone/>
              <a:defRPr sz="1725" b="1">
                <a:solidFill>
                  <a:srgbClr val="159E9C"/>
                </a:solidFill>
                <a:latin typeface="Helvetica Neue"/>
                <a:ea typeface="Helvetica Neue"/>
                <a:cs typeface="Helvetica Neue"/>
              </a:defRPr>
            </a:lvl4pPr>
            <a:lvl5pPr algn="l">
              <a:buNone/>
              <a:defRPr sz="1725" b="1">
                <a:solidFill>
                  <a:srgbClr val="159E9C"/>
                </a:solidFill>
                <a:latin typeface="Helvetica Neue"/>
                <a:ea typeface="Helvetica Neue"/>
                <a:cs typeface="Helvetica Neue"/>
              </a:defRPr>
            </a:lvl5pPr>
            <a:lvl6pPr algn="l">
              <a:buNone/>
              <a:defRPr sz="1725" b="1">
                <a:solidFill>
                  <a:srgbClr val="159E9C"/>
                </a:solidFill>
                <a:latin typeface="Helvetica Neue"/>
                <a:ea typeface="Helvetica Neue"/>
                <a:cs typeface="Helvetica Neue"/>
              </a:defRPr>
            </a:lvl6pPr>
            <a:lvl7pPr algn="l">
              <a:buNone/>
              <a:defRPr sz="1725" b="1">
                <a:solidFill>
                  <a:srgbClr val="159E9C"/>
                </a:solidFill>
                <a:latin typeface="Helvetica Neue"/>
                <a:ea typeface="Helvetica Neue"/>
                <a:cs typeface="Helvetica Neue"/>
              </a:defRPr>
            </a:lvl7pPr>
            <a:lvl8pPr algn="l">
              <a:buNone/>
              <a:defRPr sz="1725" b="1">
                <a:solidFill>
                  <a:srgbClr val="159E9C"/>
                </a:solidFill>
                <a:latin typeface="Helvetica Neue"/>
                <a:ea typeface="Helvetica Neue"/>
                <a:cs typeface="Helvetica Neue"/>
              </a:defRPr>
            </a:lvl8pPr>
            <a:lvl9pPr algn="l">
              <a:buNone/>
              <a:defRPr sz="1725" b="1">
                <a:solidFill>
                  <a:srgbClr val="159E9C"/>
                </a:solidFill>
                <a:latin typeface="Helvetica Neue"/>
                <a:ea typeface="Helvetica Neue"/>
                <a:cs typeface="Helvetica Neue"/>
              </a:defRPr>
            </a:lvl9pPr>
          </a:lstStyle>
          <a:p>
            <a:pPr algn="l">
              <a:buNone/>
              <a:defRPr sz="1725" b="1">
                <a:solidFill>
                  <a:srgbClr val="159E9C"/>
                </a:solidFill>
                <a:latin typeface="Helvetica Neue"/>
                <a:ea typeface="Helvetica Neue"/>
                <a:cs typeface="Helvetica Neue"/>
              </a:defRPr>
            </a:pPr>
            <a:r>
              <a:rPr sz="1650" b="1">
                <a:solidFill>
                  <a:srgbClr val="159E9C"/>
                </a:solidFill>
                <a:latin typeface="Helvetica Neue"/>
                <a:ea typeface="Helvetica Neue"/>
                <a:cs typeface="Helvetica Neue"/>
              </a:rPr>
              <a:t>Encoding control</a:t>
            </a:r>
          </a:p>
        </p:txBody>
      </p:sp>
      <p:sp>
        <p:nvSpPr>
          <p:cNvPr id="23" name="矩形 22"/>
          <p:cNvSpPr>
            <a:spLocks noGrp="1"/>
          </p:cNvSpPr>
          <p:nvPr/>
        </p:nvSpPr>
        <p:spPr>
          <a:xfrm>
            <a:off x="3048000" y="4953000"/>
            <a:ext cx="8096250" cy="762000"/>
          </a:xfrm>
          <a:prstGeom prst="rect">
            <a:avLst/>
          </a:prstGeom>
          <a:noFill/>
          <a:ln w="0">
            <a:noFill/>
          </a:ln>
        </p:spPr>
        <p:txBody>
          <a:bodyPr anchor="ctr">
            <a:noAutofit/>
          </a:bodyPr>
          <a:lstStyle>
            <a:defPPr algn="l">
              <a:defRPr sz="1500" b="0">
                <a:solidFill>
                  <a:srgbClr val="243B53"/>
                </a:solidFill>
                <a:latin typeface="Helvetica Neue"/>
                <a:ea typeface="Helvetica Neue"/>
                <a:cs typeface="Helvetica Neue"/>
              </a:defRPr>
            </a:defPPr>
            <a:lvl1pPr algn="l">
              <a:buNone/>
              <a:defRPr sz="1500" b="0">
                <a:solidFill>
                  <a:srgbClr val="243B53"/>
                </a:solidFill>
                <a:latin typeface="Helvetica Neue"/>
                <a:ea typeface="Helvetica Neue"/>
                <a:cs typeface="Helvetica Neue"/>
              </a:defRPr>
            </a:lvl1pPr>
            <a:lvl2pPr algn="l">
              <a:buNone/>
              <a:defRPr sz="1500" b="0">
                <a:solidFill>
                  <a:srgbClr val="243B53"/>
                </a:solidFill>
                <a:latin typeface="Helvetica Neue"/>
                <a:ea typeface="Helvetica Neue"/>
                <a:cs typeface="Helvetica Neue"/>
              </a:defRPr>
            </a:lvl2pPr>
            <a:lvl3pPr algn="l">
              <a:buNone/>
              <a:defRPr sz="1500" b="0">
                <a:solidFill>
                  <a:srgbClr val="243B53"/>
                </a:solidFill>
                <a:latin typeface="Helvetica Neue"/>
                <a:ea typeface="Helvetica Neue"/>
                <a:cs typeface="Helvetica Neue"/>
              </a:defRPr>
            </a:lvl3pPr>
            <a:lvl4pPr algn="l">
              <a:buNone/>
              <a:defRPr sz="1500" b="0">
                <a:solidFill>
                  <a:srgbClr val="243B53"/>
                </a:solidFill>
                <a:latin typeface="Helvetica Neue"/>
                <a:ea typeface="Helvetica Neue"/>
                <a:cs typeface="Helvetica Neue"/>
              </a:defRPr>
            </a:lvl4pPr>
            <a:lvl5pPr algn="l">
              <a:buNone/>
              <a:defRPr sz="1500" b="0">
                <a:solidFill>
                  <a:srgbClr val="243B53"/>
                </a:solidFill>
                <a:latin typeface="Helvetica Neue"/>
                <a:ea typeface="Helvetica Neue"/>
                <a:cs typeface="Helvetica Neue"/>
              </a:defRPr>
            </a:lvl5pPr>
            <a:lvl6pPr algn="l">
              <a:buNone/>
              <a:defRPr sz="1500" b="0">
                <a:solidFill>
                  <a:srgbClr val="243B53"/>
                </a:solidFill>
                <a:latin typeface="Helvetica Neue"/>
                <a:ea typeface="Helvetica Neue"/>
                <a:cs typeface="Helvetica Neue"/>
              </a:defRPr>
            </a:lvl6pPr>
            <a:lvl7pPr algn="l">
              <a:buNone/>
              <a:defRPr sz="1500" b="0">
                <a:solidFill>
                  <a:srgbClr val="243B53"/>
                </a:solidFill>
                <a:latin typeface="Helvetica Neue"/>
                <a:ea typeface="Helvetica Neue"/>
                <a:cs typeface="Helvetica Neue"/>
              </a:defRPr>
            </a:lvl7pPr>
            <a:lvl8pPr algn="l">
              <a:buNone/>
              <a:defRPr sz="1500" b="0">
                <a:solidFill>
                  <a:srgbClr val="243B53"/>
                </a:solidFill>
                <a:latin typeface="Helvetica Neue"/>
                <a:ea typeface="Helvetica Neue"/>
                <a:cs typeface="Helvetica Neue"/>
              </a:defRPr>
            </a:lvl8pPr>
            <a:lvl9pPr algn="l">
              <a:buNone/>
              <a:defRPr sz="1500" b="0">
                <a:solidFill>
                  <a:srgbClr val="243B53"/>
                </a:solidFill>
                <a:latin typeface="Helvetica Neue"/>
                <a:ea typeface="Helvetica Neue"/>
                <a:cs typeface="Helvetica Neue"/>
              </a:defRPr>
            </a:lvl9pPr>
          </a:lstStyle>
          <a:p>
            <a:pPr algn="l">
              <a:buNone/>
              <a:defRPr sz="1500" b="0">
                <a:solidFill>
                  <a:srgbClr val="243B53"/>
                </a:solidFill>
                <a:latin typeface="Helvetica Neue"/>
                <a:ea typeface="Helvetica Neue"/>
                <a:cs typeface="Helvetica Neue"/>
              </a:defRPr>
            </a:pPr>
            <a:r>
              <a:rPr lang="en-US" altLang="zh-CN" sz="1650" b="0">
                <a:solidFill>
                  <a:srgbClr val="243B53"/>
                </a:solidFill>
                <a:latin typeface="Helvetica Neue"/>
                <a:ea typeface="Helvetica Neue"/>
                <a:cs typeface="Helvetica Neue"/>
              </a:rPr>
              <a:t>Re-encode without added colour changes.</a:t>
            </a:r>
          </a:p>
          <a:p>
            <a:pPr algn="l">
              <a:buNone/>
              <a:defRPr sz="1500" b="0">
                <a:solidFill>
                  <a:srgbClr val="243B53"/>
                </a:solidFill>
                <a:latin typeface="Helvetica Neue"/>
                <a:ea typeface="Helvetica Neue"/>
                <a:cs typeface="Helvetica Neue"/>
              </a:defRPr>
            </a:pPr>
            <a:r>
              <a:rPr lang="en-US" altLang="zh-CN" sz="1650" b="0">
                <a:solidFill>
                  <a:srgbClr val="243B53"/>
                </a:solidFill>
                <a:latin typeface="Helvetica Neue"/>
                <a:ea typeface="Helvetica Neue"/>
                <a:cs typeface="Helvetica Neue"/>
              </a:rPr>
              <a:t>This checks changes caused by encoding alone.</a:t>
            </a:r>
          </a:p>
        </p:txBody>
      </p:sp>
      <p:sp>
        <p:nvSpPr>
          <p:cNvPr id="24" name="矩形 23"/>
          <p:cNvSpPr>
            <a:spLocks noGrp="1"/>
          </p:cNvSpPr>
          <p:nvPr/>
        </p:nvSpPr>
        <p:spPr>
          <a:xfrm>
            <a:off x="1047750" y="6000750"/>
            <a:ext cx="10096500" cy="400050"/>
          </a:xfrm>
          <a:prstGeom prst="rect">
            <a:avLst/>
          </a:prstGeom>
          <a:noFill/>
          <a:ln w="0">
            <a:noFill/>
          </a:ln>
        </p:spPr>
        <p:txBody>
          <a:bodyPr anchor="ctr">
            <a:noAutofit/>
          </a:bodyPr>
          <a:lstStyle>
            <a:defPPr algn="ctr">
              <a:defRPr sz="1425" b="1">
                <a:solidFill>
                  <a:srgbClr val="D64545"/>
                </a:solidFill>
                <a:latin typeface="Helvetica Neue"/>
                <a:ea typeface="Helvetica Neue"/>
                <a:cs typeface="Helvetica Neue"/>
              </a:defRPr>
            </a:defPPr>
            <a:lvl1pPr algn="ctr">
              <a:buNone/>
              <a:defRPr sz="1425" b="1">
                <a:solidFill>
                  <a:srgbClr val="D64545"/>
                </a:solidFill>
                <a:latin typeface="Helvetica Neue"/>
                <a:ea typeface="Helvetica Neue"/>
                <a:cs typeface="Helvetica Neue"/>
              </a:defRPr>
            </a:lvl1pPr>
            <a:lvl2pPr algn="ctr">
              <a:buNone/>
              <a:defRPr sz="1425" b="1">
                <a:solidFill>
                  <a:srgbClr val="D64545"/>
                </a:solidFill>
                <a:latin typeface="Helvetica Neue"/>
                <a:ea typeface="Helvetica Neue"/>
                <a:cs typeface="Helvetica Neue"/>
              </a:defRPr>
            </a:lvl2pPr>
            <a:lvl3pPr algn="ctr">
              <a:buNone/>
              <a:defRPr sz="1425" b="1">
                <a:solidFill>
                  <a:srgbClr val="D64545"/>
                </a:solidFill>
                <a:latin typeface="Helvetica Neue"/>
                <a:ea typeface="Helvetica Neue"/>
                <a:cs typeface="Helvetica Neue"/>
              </a:defRPr>
            </a:lvl3pPr>
            <a:lvl4pPr algn="ctr">
              <a:buNone/>
              <a:defRPr sz="1425" b="1">
                <a:solidFill>
                  <a:srgbClr val="D64545"/>
                </a:solidFill>
                <a:latin typeface="Helvetica Neue"/>
                <a:ea typeface="Helvetica Neue"/>
                <a:cs typeface="Helvetica Neue"/>
              </a:defRPr>
            </a:lvl4pPr>
            <a:lvl5pPr algn="ctr">
              <a:buNone/>
              <a:defRPr sz="1425" b="1">
                <a:solidFill>
                  <a:srgbClr val="D64545"/>
                </a:solidFill>
                <a:latin typeface="Helvetica Neue"/>
                <a:ea typeface="Helvetica Neue"/>
                <a:cs typeface="Helvetica Neue"/>
              </a:defRPr>
            </a:lvl5pPr>
            <a:lvl6pPr algn="ctr">
              <a:buNone/>
              <a:defRPr sz="1425" b="1">
                <a:solidFill>
                  <a:srgbClr val="D64545"/>
                </a:solidFill>
                <a:latin typeface="Helvetica Neue"/>
                <a:ea typeface="Helvetica Neue"/>
                <a:cs typeface="Helvetica Neue"/>
              </a:defRPr>
            </a:lvl6pPr>
            <a:lvl7pPr algn="ctr">
              <a:buNone/>
              <a:defRPr sz="1425" b="1">
                <a:solidFill>
                  <a:srgbClr val="D64545"/>
                </a:solidFill>
                <a:latin typeface="Helvetica Neue"/>
                <a:ea typeface="Helvetica Neue"/>
                <a:cs typeface="Helvetica Neue"/>
              </a:defRPr>
            </a:lvl7pPr>
            <a:lvl8pPr algn="ctr">
              <a:buNone/>
              <a:defRPr sz="1425" b="1">
                <a:solidFill>
                  <a:srgbClr val="D64545"/>
                </a:solidFill>
                <a:latin typeface="Helvetica Neue"/>
                <a:ea typeface="Helvetica Neue"/>
                <a:cs typeface="Helvetica Neue"/>
              </a:defRPr>
            </a:lvl8pPr>
            <a:lvl9pPr algn="ctr">
              <a:buNone/>
              <a:defRPr sz="1425" b="1">
                <a:solidFill>
                  <a:srgbClr val="D64545"/>
                </a:solidFill>
                <a:latin typeface="Helvetica Neue"/>
                <a:ea typeface="Helvetica Neue"/>
                <a:cs typeface="Helvetica Neue"/>
              </a:defRPr>
            </a:lvl9pPr>
          </a:lstStyle>
          <a:p>
            <a:pPr algn="ctr">
              <a:buNone/>
              <a:defRPr sz="1425" b="1">
                <a:solidFill>
                  <a:srgbClr val="D64545"/>
                </a:solidFill>
                <a:latin typeface="Helvetica Neue"/>
                <a:ea typeface="Helvetica Neue"/>
                <a:cs typeface="Helvetica Neue"/>
              </a:defRPr>
            </a:pPr>
            <a:r>
              <a:rPr lang="en-US" altLang="zh-CN" sz="1575" b="1">
                <a:solidFill>
                  <a:srgbClr val="D64545"/>
                </a:solidFill>
                <a:latin typeface="Helvetica Neue"/>
                <a:ea typeface="Helvetica Neue"/>
                <a:cs typeface="Helvetica Neue"/>
              </a:rPr>
              <a:t>Both inputs are generated. We need the original for comparison.</a:t>
            </a:r>
          </a:p>
        </p:txBody>
      </p:sp>
    </p:spTree>
  </p:cSld>
  <p:clrMapOvr>
    <a:masterClrMapping/>
  </p:clrMapOvr>
</p:sld>
</file>

<file path=ppt/slides/slide9.xml><?xml version="1.0" encoding="utf-8"?>
<p:sld xmlns:a="http://schemas.openxmlformats.org/drawingml/2006/main" xmlns:ns2="http://schemas.openxmlformats.org/drawingml/2006/chart"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18" name="矩形 17"/>
          <p:cNvSpPr>
            <a:spLocks noGrp="1"/>
          </p:cNvSpPr>
          <p:nvPr/>
        </p:nvSpPr>
        <p:spPr>
          <a:xfrm>
            <a:off x="609600" y="323850"/>
            <a:ext cx="10334625" cy="533400"/>
          </a:xfrm>
          <a:prstGeom prst="rect">
            <a:avLst/>
          </a:prstGeom>
          <a:noFill/>
          <a:ln w="0">
            <a:noFill/>
          </a:ln>
        </p:spPr>
        <p:txBody>
          <a:bodyPr anchor="ctr">
            <a:noAutofit/>
          </a:bodyPr>
          <a:lstStyle>
            <a:defPPr algn="l">
              <a:defRPr sz="2550" b="1">
                <a:solidFill>
                  <a:srgbClr val="102A43"/>
                </a:solidFill>
                <a:latin typeface="Helvetica Neue"/>
                <a:ea typeface="Helvetica Neue"/>
                <a:cs typeface="Helvetica Neue"/>
              </a:defRPr>
            </a:defPPr>
            <a:lvl1pPr algn="l">
              <a:buNone/>
              <a:defRPr sz="2550" b="1">
                <a:solidFill>
                  <a:srgbClr val="102A43"/>
                </a:solidFill>
                <a:latin typeface="Helvetica Neue"/>
                <a:ea typeface="Helvetica Neue"/>
                <a:cs typeface="Helvetica Neue"/>
              </a:defRPr>
            </a:lvl1pPr>
            <a:lvl2pPr algn="l">
              <a:buNone/>
              <a:defRPr sz="2550" b="1">
                <a:solidFill>
                  <a:srgbClr val="102A43"/>
                </a:solidFill>
                <a:latin typeface="Helvetica Neue"/>
                <a:ea typeface="Helvetica Neue"/>
                <a:cs typeface="Helvetica Neue"/>
              </a:defRPr>
            </a:lvl2pPr>
            <a:lvl3pPr algn="l">
              <a:buNone/>
              <a:defRPr sz="2550" b="1">
                <a:solidFill>
                  <a:srgbClr val="102A43"/>
                </a:solidFill>
                <a:latin typeface="Helvetica Neue"/>
                <a:ea typeface="Helvetica Neue"/>
                <a:cs typeface="Helvetica Neue"/>
              </a:defRPr>
            </a:lvl3pPr>
            <a:lvl4pPr algn="l">
              <a:buNone/>
              <a:defRPr sz="2550" b="1">
                <a:solidFill>
                  <a:srgbClr val="102A43"/>
                </a:solidFill>
                <a:latin typeface="Helvetica Neue"/>
                <a:ea typeface="Helvetica Neue"/>
                <a:cs typeface="Helvetica Neue"/>
              </a:defRPr>
            </a:lvl4pPr>
            <a:lvl5pPr algn="l">
              <a:buNone/>
              <a:defRPr sz="2550" b="1">
                <a:solidFill>
                  <a:srgbClr val="102A43"/>
                </a:solidFill>
                <a:latin typeface="Helvetica Neue"/>
                <a:ea typeface="Helvetica Neue"/>
                <a:cs typeface="Helvetica Neue"/>
              </a:defRPr>
            </a:lvl5pPr>
            <a:lvl6pPr algn="l">
              <a:buNone/>
              <a:defRPr sz="2550" b="1">
                <a:solidFill>
                  <a:srgbClr val="102A43"/>
                </a:solidFill>
                <a:latin typeface="Helvetica Neue"/>
                <a:ea typeface="Helvetica Neue"/>
                <a:cs typeface="Helvetica Neue"/>
              </a:defRPr>
            </a:lvl6pPr>
            <a:lvl7pPr algn="l">
              <a:buNone/>
              <a:defRPr sz="2550" b="1">
                <a:solidFill>
                  <a:srgbClr val="102A43"/>
                </a:solidFill>
                <a:latin typeface="Helvetica Neue"/>
                <a:ea typeface="Helvetica Neue"/>
                <a:cs typeface="Helvetica Neue"/>
              </a:defRPr>
            </a:lvl7pPr>
            <a:lvl8pPr algn="l">
              <a:buNone/>
              <a:defRPr sz="2550" b="1">
                <a:solidFill>
                  <a:srgbClr val="102A43"/>
                </a:solidFill>
                <a:latin typeface="Helvetica Neue"/>
                <a:ea typeface="Helvetica Neue"/>
                <a:cs typeface="Helvetica Neue"/>
              </a:defRPr>
            </a:lvl8pPr>
            <a:lvl9pPr algn="l">
              <a:buNone/>
              <a:defRPr sz="2550" b="1">
                <a:solidFill>
                  <a:srgbClr val="102A43"/>
                </a:solidFill>
                <a:latin typeface="Helvetica Neue"/>
                <a:ea typeface="Helvetica Neue"/>
                <a:cs typeface="Helvetica Neue"/>
              </a:defRPr>
            </a:lvl9pPr>
          </a:lstStyle>
          <a:p>
            <a:pPr algn="l">
              <a:buNone/>
              <a:defRPr sz="2550" b="1">
                <a:solidFill>
                  <a:srgbClr val="102A43"/>
                </a:solidFill>
                <a:latin typeface="Helvetica Neue"/>
                <a:ea typeface="Helvetica Neue"/>
                <a:cs typeface="Helvetica Neue"/>
              </a:defRPr>
            </a:pPr>
            <a:r>
              <a:rPr lang="en-US" altLang="zh-CN" sz="2550" b="1">
                <a:solidFill>
                  <a:srgbClr val="102A43"/>
                </a:solidFill>
                <a:latin typeface="Helvetica Neue"/>
                <a:ea typeface="Helvetica Neue"/>
                <a:cs typeface="Helvetica Neue"/>
              </a:rPr>
              <a:t>The modified video shows a periodic colour change</a:t>
            </a:r>
            <a:endParaRPr lang="en-US" altLang="zh-CN" sz="2550" b="1">
              <a:solidFill>
                <a:srgbClr val="102A43"/>
              </a:solidFill>
              <a:latin typeface="Helvetica Neue"/>
              <a:ea typeface="Helvetica Neue"/>
              <a:cs typeface="Helvetica Neue"/>
            </a:endParaRPr>
          </a:p>
        </p:txBody>
      </p:sp>
      <p:sp>
        <p:nvSpPr>
          <p:cNvPr id="2" name="矩形 1"/>
          <p:cNvSpPr>
            <a:spLocks noGrp="1"/>
          </p:cNvSpPr>
          <p:nvPr/>
        </p:nvSpPr>
        <p:spPr>
          <a:xfrm>
            <a:off x="11049000" y="371475"/>
            <a:ext cx="571500" cy="381000"/>
          </a:xfrm>
          <a:prstGeom prst="rect">
            <a:avLst/>
          </a:prstGeom>
          <a:noFill/>
          <a:ln w="0">
            <a:noFill/>
          </a:ln>
        </p:spPr>
        <p:txBody>
          <a:bodyPr anchor="ctr">
            <a:noAutofit/>
          </a:bodyPr>
          <a:lstStyle>
            <a:defPPr algn="r">
              <a:defRPr sz="1350" b="1">
                <a:solidFill>
                  <a:srgbClr val="2F6BFF"/>
                </a:solidFill>
                <a:latin typeface="Helvetica Neue"/>
                <a:ea typeface="Helvetica Neue"/>
                <a:cs typeface="Helvetica Neue"/>
              </a:defRPr>
            </a:defPPr>
            <a:lvl1pPr algn="r">
              <a:buNone/>
              <a:defRPr sz="1350" b="1">
                <a:solidFill>
                  <a:srgbClr val="2F6BFF"/>
                </a:solidFill>
                <a:latin typeface="Helvetica Neue"/>
                <a:ea typeface="Helvetica Neue"/>
                <a:cs typeface="Helvetica Neue"/>
              </a:defRPr>
            </a:lvl1pPr>
            <a:lvl2pPr algn="r">
              <a:buNone/>
              <a:defRPr sz="1350" b="1">
                <a:solidFill>
                  <a:srgbClr val="2F6BFF"/>
                </a:solidFill>
                <a:latin typeface="Helvetica Neue"/>
                <a:ea typeface="Helvetica Neue"/>
                <a:cs typeface="Helvetica Neue"/>
              </a:defRPr>
            </a:lvl2pPr>
            <a:lvl3pPr algn="r">
              <a:buNone/>
              <a:defRPr sz="1350" b="1">
                <a:solidFill>
                  <a:srgbClr val="2F6BFF"/>
                </a:solidFill>
                <a:latin typeface="Helvetica Neue"/>
                <a:ea typeface="Helvetica Neue"/>
                <a:cs typeface="Helvetica Neue"/>
              </a:defRPr>
            </a:lvl3pPr>
            <a:lvl4pPr algn="r">
              <a:buNone/>
              <a:defRPr sz="1350" b="1">
                <a:solidFill>
                  <a:srgbClr val="2F6BFF"/>
                </a:solidFill>
                <a:latin typeface="Helvetica Neue"/>
                <a:ea typeface="Helvetica Neue"/>
                <a:cs typeface="Helvetica Neue"/>
              </a:defRPr>
            </a:lvl4pPr>
            <a:lvl5pPr algn="r">
              <a:buNone/>
              <a:defRPr sz="1350" b="1">
                <a:solidFill>
                  <a:srgbClr val="2F6BFF"/>
                </a:solidFill>
                <a:latin typeface="Helvetica Neue"/>
                <a:ea typeface="Helvetica Neue"/>
                <a:cs typeface="Helvetica Neue"/>
              </a:defRPr>
            </a:lvl5pPr>
            <a:lvl6pPr algn="r">
              <a:buNone/>
              <a:defRPr sz="1350" b="1">
                <a:solidFill>
                  <a:srgbClr val="2F6BFF"/>
                </a:solidFill>
                <a:latin typeface="Helvetica Neue"/>
                <a:ea typeface="Helvetica Neue"/>
                <a:cs typeface="Helvetica Neue"/>
              </a:defRPr>
            </a:lvl6pPr>
            <a:lvl7pPr algn="r">
              <a:buNone/>
              <a:defRPr sz="1350" b="1">
                <a:solidFill>
                  <a:srgbClr val="2F6BFF"/>
                </a:solidFill>
                <a:latin typeface="Helvetica Neue"/>
                <a:ea typeface="Helvetica Neue"/>
                <a:cs typeface="Helvetica Neue"/>
              </a:defRPr>
            </a:lvl7pPr>
            <a:lvl8pPr algn="r">
              <a:buNone/>
              <a:defRPr sz="1350" b="1">
                <a:solidFill>
                  <a:srgbClr val="2F6BFF"/>
                </a:solidFill>
                <a:latin typeface="Helvetica Neue"/>
                <a:ea typeface="Helvetica Neue"/>
                <a:cs typeface="Helvetica Neue"/>
              </a:defRPr>
            </a:lvl8pPr>
            <a:lvl9pPr algn="r">
              <a:buNone/>
              <a:defRPr sz="1350" b="1">
                <a:solidFill>
                  <a:srgbClr val="2F6BFF"/>
                </a:solidFill>
                <a:latin typeface="Helvetica Neue"/>
                <a:ea typeface="Helvetica Neue"/>
                <a:cs typeface="Helvetica Neue"/>
              </a:defRPr>
            </a:lvl9pPr>
          </a:lstStyle>
          <a:p>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09</a:t>
            </a:r>
            <a:endParaRPr sz="1350" b="1">
              <a:solidFill>
                <a:srgbClr val="2F6BFF"/>
              </a:solidFill>
              <a:latin typeface="Helvetica Neue"/>
              <a:ea typeface="Helvetica Neue"/>
              <a:cs typeface="Helvetica Neue"/>
            </a:endParaRPr>
          </a:p>
        </p:txBody>
      </p:sp>
      <p:sp>
        <p:nvSpPr>
          <p:cNvPr id="3" name="矩形 2"/>
          <p:cNvSpPr>
            <a:spLocks noGrp="1"/>
          </p:cNvSpPr>
          <p:nvPr/>
        </p:nvSpPr>
        <p:spPr>
          <a:xfrm>
            <a:off x="609600" y="952500"/>
            <a:ext cx="11010900" cy="38100"/>
          </a:xfrm>
          <a:prstGeom prst="rect">
            <a:avLst/>
          </a:prstGeom>
          <a:solidFill>
            <a:srgbClr val="2F6BFF"/>
          </a:solidFill>
          <a:ln w="0">
            <a:noFill/>
          </a:ln>
        </p:spPr>
      </p:sp>
      <p:sp>
        <p:nvSpPr>
          <p:cNvPr id="4" name="矩形 3"/>
          <p:cNvSpPr>
            <a:spLocks noGrp="1"/>
          </p:cNvSpPr>
          <p:nvPr/>
        </p:nvSpPr>
        <p:spPr>
          <a:xfrm>
            <a:off x="609600" y="6496050"/>
            <a:ext cx="5334000" cy="209550"/>
          </a:xfrm>
          <a:prstGeom prst="rect">
            <a:avLst/>
          </a:prstGeom>
          <a:noFill/>
          <a:ln w="0">
            <a:noFill/>
          </a:ln>
        </p:spPr>
        <p:txBody>
          <a:bodyPr anchor="ctr">
            <a:noAutofit/>
          </a:bodyPr>
          <a:lstStyle>
            <a:defPPr algn="l">
              <a:defRPr sz="900" b="0">
                <a:solidFill>
                  <a:srgbClr val="627D98"/>
                </a:solidFill>
                <a:latin typeface="Helvetica Neue"/>
                <a:ea typeface="Helvetica Neue"/>
                <a:cs typeface="Helvetica Neue"/>
              </a:defRPr>
            </a:defPPr>
            <a:lvl1pPr algn="l">
              <a:buNone/>
              <a:defRPr sz="900" b="0">
                <a:solidFill>
                  <a:srgbClr val="627D98"/>
                </a:solidFill>
                <a:latin typeface="Helvetica Neue"/>
                <a:ea typeface="Helvetica Neue"/>
                <a:cs typeface="Helvetica Neue"/>
              </a:defRPr>
            </a:lvl1pPr>
            <a:lvl2pPr algn="l">
              <a:buNone/>
              <a:defRPr sz="900" b="0">
                <a:solidFill>
                  <a:srgbClr val="627D98"/>
                </a:solidFill>
                <a:latin typeface="Helvetica Neue"/>
                <a:ea typeface="Helvetica Neue"/>
                <a:cs typeface="Helvetica Neue"/>
              </a:defRPr>
            </a:lvl2pPr>
            <a:lvl3pPr algn="l">
              <a:buNone/>
              <a:defRPr sz="900" b="0">
                <a:solidFill>
                  <a:srgbClr val="627D98"/>
                </a:solidFill>
                <a:latin typeface="Helvetica Neue"/>
                <a:ea typeface="Helvetica Neue"/>
                <a:cs typeface="Helvetica Neue"/>
              </a:defRPr>
            </a:lvl3pPr>
            <a:lvl4pPr algn="l">
              <a:buNone/>
              <a:defRPr sz="900" b="0">
                <a:solidFill>
                  <a:srgbClr val="627D98"/>
                </a:solidFill>
                <a:latin typeface="Helvetica Neue"/>
                <a:ea typeface="Helvetica Neue"/>
                <a:cs typeface="Helvetica Neue"/>
              </a:defRPr>
            </a:lvl4pPr>
            <a:lvl5pPr algn="l">
              <a:buNone/>
              <a:defRPr sz="900" b="0">
                <a:solidFill>
                  <a:srgbClr val="627D98"/>
                </a:solidFill>
                <a:latin typeface="Helvetica Neue"/>
                <a:ea typeface="Helvetica Neue"/>
                <a:cs typeface="Helvetica Neue"/>
              </a:defRPr>
            </a:lvl5pPr>
            <a:lvl6pPr algn="l">
              <a:buNone/>
              <a:defRPr sz="900" b="0">
                <a:solidFill>
                  <a:srgbClr val="627D98"/>
                </a:solidFill>
                <a:latin typeface="Helvetica Neue"/>
                <a:ea typeface="Helvetica Neue"/>
                <a:cs typeface="Helvetica Neue"/>
              </a:defRPr>
            </a:lvl6pPr>
            <a:lvl7pPr algn="l">
              <a:buNone/>
              <a:defRPr sz="900" b="0">
                <a:solidFill>
                  <a:srgbClr val="627D98"/>
                </a:solidFill>
                <a:latin typeface="Helvetica Neue"/>
                <a:ea typeface="Helvetica Neue"/>
                <a:cs typeface="Helvetica Neue"/>
              </a:defRPr>
            </a:lvl7pPr>
            <a:lvl8pPr algn="l">
              <a:buNone/>
              <a:defRPr sz="900" b="0">
                <a:solidFill>
                  <a:srgbClr val="627D98"/>
                </a:solidFill>
                <a:latin typeface="Helvetica Neue"/>
                <a:ea typeface="Helvetica Neue"/>
                <a:cs typeface="Helvetica Neue"/>
              </a:defRPr>
            </a:lvl8pPr>
            <a:lvl9pPr algn="l">
              <a:buNone/>
              <a:defRPr sz="900" b="0">
                <a:solidFill>
                  <a:srgbClr val="627D98"/>
                </a:solidFill>
                <a:latin typeface="Helvetica Neue"/>
                <a:ea typeface="Helvetica Neue"/>
                <a:cs typeface="Helvetica Neue"/>
              </a:defRPr>
            </a:lvl9pPr>
          </a:lstStyle>
          <a:p>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endParaRPr sz="900" b="0">
              <a:solidFill>
                <a:srgbClr val="627D98"/>
              </a:solidFill>
              <a:latin typeface="Helvetica Neue"/>
              <a:ea typeface="Helvetica Neue"/>
              <a:cs typeface="Helvetica Neue"/>
            </a:endParaRPr>
          </a:p>
        </p:txBody>
      </p:sp>
      <p:sp>
        <p:nvSpPr>
          <p:cNvPr id="5" name="矩形 4"/>
          <p:cNvSpPr>
            <a:spLocks noGrp="1"/>
          </p:cNvSpPr>
          <p:nvPr/>
        </p:nvSpPr>
        <p:spPr>
          <a:xfrm>
            <a:off x="10191750" y="6496050"/>
            <a:ext cx="1428750" cy="209550"/>
          </a:xfrm>
          <a:prstGeom prst="rect">
            <a:avLst/>
          </a:prstGeom>
          <a:noFill/>
          <a:ln w="0">
            <a:noFill/>
          </a:ln>
        </p:spPr>
        <p:txBody>
          <a:bodyPr anchor="ctr">
            <a:noAutofit/>
          </a:bodyPr>
          <a:lstStyle>
            <a:defPPr algn="r">
              <a:defRPr sz="900" b="0">
                <a:solidFill>
                  <a:srgbClr val="627D98"/>
                </a:solidFill>
                <a:latin typeface="Helvetica Neue"/>
                <a:ea typeface="Helvetica Neue"/>
                <a:cs typeface="Helvetica Neue"/>
              </a:defRPr>
            </a:defPPr>
            <a:lvl1pPr algn="r">
              <a:buNone/>
              <a:defRPr sz="900" b="0">
                <a:solidFill>
                  <a:srgbClr val="627D98"/>
                </a:solidFill>
                <a:latin typeface="Helvetica Neue"/>
                <a:ea typeface="Helvetica Neue"/>
                <a:cs typeface="Helvetica Neue"/>
              </a:defRPr>
            </a:lvl1pPr>
            <a:lvl2pPr algn="r">
              <a:buNone/>
              <a:defRPr sz="900" b="0">
                <a:solidFill>
                  <a:srgbClr val="627D98"/>
                </a:solidFill>
                <a:latin typeface="Helvetica Neue"/>
                <a:ea typeface="Helvetica Neue"/>
                <a:cs typeface="Helvetica Neue"/>
              </a:defRPr>
            </a:lvl2pPr>
            <a:lvl3pPr algn="r">
              <a:buNone/>
              <a:defRPr sz="900" b="0">
                <a:solidFill>
                  <a:srgbClr val="627D98"/>
                </a:solidFill>
                <a:latin typeface="Helvetica Neue"/>
                <a:ea typeface="Helvetica Neue"/>
                <a:cs typeface="Helvetica Neue"/>
              </a:defRPr>
            </a:lvl3pPr>
            <a:lvl4pPr algn="r">
              <a:buNone/>
              <a:defRPr sz="900" b="0">
                <a:solidFill>
                  <a:srgbClr val="627D98"/>
                </a:solidFill>
                <a:latin typeface="Helvetica Neue"/>
                <a:ea typeface="Helvetica Neue"/>
                <a:cs typeface="Helvetica Neue"/>
              </a:defRPr>
            </a:lvl4pPr>
            <a:lvl5pPr algn="r">
              <a:buNone/>
              <a:defRPr sz="900" b="0">
                <a:solidFill>
                  <a:srgbClr val="627D98"/>
                </a:solidFill>
                <a:latin typeface="Helvetica Neue"/>
                <a:ea typeface="Helvetica Neue"/>
                <a:cs typeface="Helvetica Neue"/>
              </a:defRPr>
            </a:lvl5pPr>
            <a:lvl6pPr algn="r">
              <a:buNone/>
              <a:defRPr sz="900" b="0">
                <a:solidFill>
                  <a:srgbClr val="627D98"/>
                </a:solidFill>
                <a:latin typeface="Helvetica Neue"/>
                <a:ea typeface="Helvetica Neue"/>
                <a:cs typeface="Helvetica Neue"/>
              </a:defRPr>
            </a:lvl6pPr>
            <a:lvl7pPr algn="r">
              <a:buNone/>
              <a:defRPr sz="900" b="0">
                <a:solidFill>
                  <a:srgbClr val="627D98"/>
                </a:solidFill>
                <a:latin typeface="Helvetica Neue"/>
                <a:ea typeface="Helvetica Neue"/>
                <a:cs typeface="Helvetica Neue"/>
              </a:defRPr>
            </a:lvl7pPr>
            <a:lvl8pPr algn="r">
              <a:buNone/>
              <a:defRPr sz="900" b="0">
                <a:solidFill>
                  <a:srgbClr val="627D98"/>
                </a:solidFill>
                <a:latin typeface="Helvetica Neue"/>
                <a:ea typeface="Helvetica Neue"/>
                <a:cs typeface="Helvetica Neue"/>
              </a:defRPr>
            </a:lvl8pPr>
            <a:lvl9pPr algn="r">
              <a:buNone/>
              <a:defRPr sz="900" b="0">
                <a:solidFill>
                  <a:srgbClr val="627D98"/>
                </a:solidFill>
                <a:latin typeface="Helvetica Neue"/>
                <a:ea typeface="Helvetica Neue"/>
                <a:cs typeface="Helvetica Neue"/>
              </a:defRPr>
            </a:lvl9pPr>
          </a:lstStyle>
          <a:p>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9/11</a:t>
            </a:r>
            <a:endParaRPr sz="900" b="0">
              <a:solidFill>
                <a:srgbClr val="627D98"/>
              </a:solidFill>
              <a:latin typeface="Helvetica Neue"/>
              <a:ea typeface="Helvetica Neue"/>
              <a:cs typeface="Helvetica Neue"/>
            </a:endParaRPr>
          </a:p>
        </p:txBody>
      </p:sp>
      <p:graphicFrame>
        <p:nvGraphicFramePr>
          <p:cNvPr id="6" name="Chart"/>
          <p:cNvGraphicFramePr/>
          <p:nvPr/>
        </p:nvGraphicFramePr>
        <p:xfrm>
          <a:off x="619125" y="1285875"/>
          <a:ext cx="6667500" cy="2333625"/>
        </p:xfrm>
        <a:graphic>
          <a:graphicData uri="http://schemas.openxmlformats.org/drawingml/2006/chart">
            <ns2:chart r:id="rId1"/>
          </a:graphicData>
        </a:graphic>
      </p:graphicFrame>
      <p:graphicFrame>
        <p:nvGraphicFramePr>
          <p:cNvPr id="7" name="Chart"/>
          <p:cNvGraphicFramePr/>
          <p:nvPr/>
        </p:nvGraphicFramePr>
        <p:xfrm>
          <a:off x="619125" y="4000500"/>
          <a:ext cx="6667500" cy="2047875"/>
        </p:xfrm>
        <a:graphic>
          <a:graphicData uri="http://schemas.openxmlformats.org/drawingml/2006/chart">
            <ns2:chart r:id="rId2"/>
          </a:graphicData>
        </a:graphic>
      </p:graphicFrame>
      <p:sp>
        <p:nvSpPr>
          <p:cNvPr id="8" name="矩形 7"/>
          <p:cNvSpPr>
            <a:spLocks noGrp="1"/>
          </p:cNvSpPr>
          <p:nvPr/>
        </p:nvSpPr>
        <p:spPr>
          <a:xfrm>
            <a:off x="7905750" y="1524000"/>
            <a:ext cx="3143250" cy="304800"/>
          </a:xfrm>
          <a:prstGeom prst="rect">
            <a:avLst/>
          </a:prstGeom>
          <a:noFill/>
          <a:ln w="0">
            <a:noFill/>
          </a:ln>
        </p:spPr>
        <p:txBody>
          <a:bodyPr anchor="ctr">
            <a:noAutofit/>
          </a:bodyPr>
          <a:lstStyle>
            <a:defPPr algn="l">
              <a:defRPr sz="1350" b="0">
                <a:solidFill>
                  <a:srgbClr val="627D98"/>
                </a:solidFill>
                <a:latin typeface="Helvetica Neue"/>
                <a:ea typeface="Helvetica Neue"/>
                <a:cs typeface="Helvetica Neue"/>
              </a:defRPr>
            </a:defPPr>
            <a:lvl1pPr algn="l">
              <a:buNone/>
              <a:defRPr sz="1350" b="0">
                <a:solidFill>
                  <a:srgbClr val="627D98"/>
                </a:solidFill>
                <a:latin typeface="Helvetica Neue"/>
                <a:ea typeface="Helvetica Neue"/>
                <a:cs typeface="Helvetica Neue"/>
              </a:defRPr>
            </a:lvl1pPr>
            <a:lvl2pPr algn="l">
              <a:buNone/>
              <a:defRPr sz="1350" b="0">
                <a:solidFill>
                  <a:srgbClr val="627D98"/>
                </a:solidFill>
                <a:latin typeface="Helvetica Neue"/>
                <a:ea typeface="Helvetica Neue"/>
                <a:cs typeface="Helvetica Neue"/>
              </a:defRPr>
            </a:lvl2pPr>
            <a:lvl3pPr algn="l">
              <a:buNone/>
              <a:defRPr sz="1350" b="0">
                <a:solidFill>
                  <a:srgbClr val="627D98"/>
                </a:solidFill>
                <a:latin typeface="Helvetica Neue"/>
                <a:ea typeface="Helvetica Neue"/>
                <a:cs typeface="Helvetica Neue"/>
              </a:defRPr>
            </a:lvl3pPr>
            <a:lvl4pPr algn="l">
              <a:buNone/>
              <a:defRPr sz="1350" b="0">
                <a:solidFill>
                  <a:srgbClr val="627D98"/>
                </a:solidFill>
                <a:latin typeface="Helvetica Neue"/>
                <a:ea typeface="Helvetica Neue"/>
                <a:cs typeface="Helvetica Neue"/>
              </a:defRPr>
            </a:lvl4pPr>
            <a:lvl5pPr algn="l">
              <a:buNone/>
              <a:defRPr sz="1350" b="0">
                <a:solidFill>
                  <a:srgbClr val="627D98"/>
                </a:solidFill>
                <a:latin typeface="Helvetica Neue"/>
                <a:ea typeface="Helvetica Neue"/>
                <a:cs typeface="Helvetica Neue"/>
              </a:defRPr>
            </a:lvl5pPr>
            <a:lvl6pPr algn="l">
              <a:buNone/>
              <a:defRPr sz="1350" b="0">
                <a:solidFill>
                  <a:srgbClr val="627D98"/>
                </a:solidFill>
                <a:latin typeface="Helvetica Neue"/>
                <a:ea typeface="Helvetica Neue"/>
                <a:cs typeface="Helvetica Neue"/>
              </a:defRPr>
            </a:lvl6pPr>
            <a:lvl7pPr algn="l">
              <a:buNone/>
              <a:defRPr sz="1350" b="0">
                <a:solidFill>
                  <a:srgbClr val="627D98"/>
                </a:solidFill>
                <a:latin typeface="Helvetica Neue"/>
                <a:ea typeface="Helvetica Neue"/>
                <a:cs typeface="Helvetica Neue"/>
              </a:defRPr>
            </a:lvl7pPr>
            <a:lvl8pPr algn="l">
              <a:buNone/>
              <a:defRPr sz="1350" b="0">
                <a:solidFill>
                  <a:srgbClr val="627D98"/>
                </a:solidFill>
                <a:latin typeface="Helvetica Neue"/>
                <a:ea typeface="Helvetica Neue"/>
                <a:cs typeface="Helvetica Neue"/>
              </a:defRPr>
            </a:lvl8pPr>
            <a:lvl9pPr algn="l">
              <a:buNone/>
              <a:defRPr sz="1350" b="0">
                <a:solidFill>
                  <a:srgbClr val="627D98"/>
                </a:solidFill>
                <a:latin typeface="Helvetica Neue"/>
                <a:ea typeface="Helvetica Neue"/>
                <a:cs typeface="Helvetica Neue"/>
              </a:defRPr>
            </a:lvl9pPr>
          </a:lstStyle>
          <a:p>
            <a:pPr algn="l">
              <a:buNone/>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Global red peak</a:t>
            </a:r>
            <a:endParaRPr sz="1350" b="0">
              <a:solidFill>
                <a:srgbClr val="627D98"/>
              </a:solidFill>
              <a:latin typeface="Helvetica Neue"/>
              <a:ea typeface="Helvetica Neue"/>
              <a:cs typeface="Helvetica Neue"/>
            </a:endParaRPr>
          </a:p>
        </p:txBody>
      </p:sp>
      <p:sp>
        <p:nvSpPr>
          <p:cNvPr id="9" name="矩形 8"/>
          <p:cNvSpPr>
            <a:spLocks noGrp="1"/>
          </p:cNvSpPr>
          <p:nvPr/>
        </p:nvSpPr>
        <p:spPr>
          <a:xfrm>
            <a:off x="7905750" y="1876425"/>
            <a:ext cx="3143250" cy="533400"/>
          </a:xfrm>
          <a:prstGeom prst="rect">
            <a:avLst/>
          </a:prstGeom>
          <a:noFill/>
          <a:ln w="0">
            <a:noFill/>
          </a:ln>
        </p:spPr>
        <p:txBody>
          <a:bodyPr anchor="ctr">
            <a:noAutofit/>
          </a:bodyPr>
          <a:lstStyle>
            <a:defPPr algn="l">
              <a:defRPr sz="2850" b="1">
                <a:solidFill>
                  <a:srgbClr val="D64545"/>
                </a:solidFill>
                <a:latin typeface="Helvetica Neue"/>
                <a:ea typeface="Helvetica Neue"/>
                <a:cs typeface="Helvetica Neue"/>
              </a:defRPr>
            </a:defPPr>
            <a:lvl1pPr algn="l">
              <a:buNone/>
              <a:defRPr sz="2850" b="1">
                <a:solidFill>
                  <a:srgbClr val="D64545"/>
                </a:solidFill>
                <a:latin typeface="Helvetica Neue"/>
                <a:ea typeface="Helvetica Neue"/>
                <a:cs typeface="Helvetica Neue"/>
              </a:defRPr>
            </a:lvl1pPr>
            <a:lvl2pPr algn="l">
              <a:buNone/>
              <a:defRPr sz="2850" b="1">
                <a:solidFill>
                  <a:srgbClr val="D64545"/>
                </a:solidFill>
                <a:latin typeface="Helvetica Neue"/>
                <a:ea typeface="Helvetica Neue"/>
                <a:cs typeface="Helvetica Neue"/>
              </a:defRPr>
            </a:lvl2pPr>
            <a:lvl3pPr algn="l">
              <a:buNone/>
              <a:defRPr sz="2850" b="1">
                <a:solidFill>
                  <a:srgbClr val="D64545"/>
                </a:solidFill>
                <a:latin typeface="Helvetica Neue"/>
                <a:ea typeface="Helvetica Neue"/>
                <a:cs typeface="Helvetica Neue"/>
              </a:defRPr>
            </a:lvl3pPr>
            <a:lvl4pPr algn="l">
              <a:buNone/>
              <a:defRPr sz="2850" b="1">
                <a:solidFill>
                  <a:srgbClr val="D64545"/>
                </a:solidFill>
                <a:latin typeface="Helvetica Neue"/>
                <a:ea typeface="Helvetica Neue"/>
                <a:cs typeface="Helvetica Neue"/>
              </a:defRPr>
            </a:lvl4pPr>
            <a:lvl5pPr algn="l">
              <a:buNone/>
              <a:defRPr sz="2850" b="1">
                <a:solidFill>
                  <a:srgbClr val="D64545"/>
                </a:solidFill>
                <a:latin typeface="Helvetica Neue"/>
                <a:ea typeface="Helvetica Neue"/>
                <a:cs typeface="Helvetica Neue"/>
              </a:defRPr>
            </a:lvl5pPr>
            <a:lvl6pPr algn="l">
              <a:buNone/>
              <a:defRPr sz="2850" b="1">
                <a:solidFill>
                  <a:srgbClr val="D64545"/>
                </a:solidFill>
                <a:latin typeface="Helvetica Neue"/>
                <a:ea typeface="Helvetica Neue"/>
                <a:cs typeface="Helvetica Neue"/>
              </a:defRPr>
            </a:lvl6pPr>
            <a:lvl7pPr algn="l">
              <a:buNone/>
              <a:defRPr sz="2850" b="1">
                <a:solidFill>
                  <a:srgbClr val="D64545"/>
                </a:solidFill>
                <a:latin typeface="Helvetica Neue"/>
                <a:ea typeface="Helvetica Neue"/>
                <a:cs typeface="Helvetica Neue"/>
              </a:defRPr>
            </a:lvl7pPr>
            <a:lvl8pPr algn="l">
              <a:buNone/>
              <a:defRPr sz="2850" b="1">
                <a:solidFill>
                  <a:srgbClr val="D64545"/>
                </a:solidFill>
                <a:latin typeface="Helvetica Neue"/>
                <a:ea typeface="Helvetica Neue"/>
                <a:cs typeface="Helvetica Neue"/>
              </a:defRPr>
            </a:lvl8pPr>
            <a:lvl9pPr algn="l">
              <a:buNone/>
              <a:defRPr sz="2850" b="1">
                <a:solidFill>
                  <a:srgbClr val="D64545"/>
                </a:solidFill>
                <a:latin typeface="Helvetica Neue"/>
                <a:ea typeface="Helvetica Neue"/>
                <a:cs typeface="Helvetica Neue"/>
              </a:defRPr>
            </a:lvl9pPr>
          </a:lstStyle>
          <a:p>
            <a:pPr algn="l">
              <a:buNone/>
              <a:defRPr sz="2850" b="1">
                <a:solidFill>
                  <a:srgbClr val="D64545"/>
                </a:solidFill>
                <a:latin typeface="Helvetica Neue"/>
                <a:ea typeface="Helvetica Neue"/>
                <a:cs typeface="Helvetica Neue"/>
              </a:defRPr>
            </a:pPr>
            <a:r>
              <a:rPr sz="2850" b="1">
                <a:solidFill>
                  <a:srgbClr val="D64545"/>
                </a:solidFill>
                <a:latin typeface="Helvetica Neue"/>
                <a:ea typeface="Helvetica Neue"/>
                <a:cs typeface="Helvetica Neue"/>
              </a:rPr>
              <a:t>1.159 Hz</a:t>
            </a:r>
            <a:endParaRPr sz="2850" b="1">
              <a:solidFill>
                <a:srgbClr val="D64545"/>
              </a:solidFill>
              <a:latin typeface="Helvetica Neue"/>
              <a:ea typeface="Helvetica Neue"/>
              <a:cs typeface="Helvetica Neue"/>
            </a:endParaRPr>
          </a:p>
        </p:txBody>
      </p:sp>
      <p:sp>
        <p:nvSpPr>
          <p:cNvPr id="10" name="矩形 9"/>
          <p:cNvSpPr>
            <a:spLocks noGrp="1"/>
          </p:cNvSpPr>
          <p:nvPr/>
        </p:nvSpPr>
        <p:spPr>
          <a:xfrm>
            <a:off x="7905750" y="2905125"/>
            <a:ext cx="3476625" cy="304800"/>
          </a:xfrm>
          <a:prstGeom prst="rect">
            <a:avLst/>
          </a:prstGeom>
          <a:noFill/>
          <a:ln w="0">
            <a:noFill/>
          </a:ln>
        </p:spPr>
        <p:txBody>
          <a:bodyPr anchor="ctr">
            <a:noAutofit/>
          </a:bodyPr>
          <a:lstStyle>
            <a:defPPr algn="l">
              <a:defRPr sz="1350" b="0">
                <a:solidFill>
                  <a:srgbClr val="627D98"/>
                </a:solidFill>
                <a:latin typeface="Helvetica Neue"/>
                <a:ea typeface="Helvetica Neue"/>
                <a:cs typeface="Helvetica Neue"/>
              </a:defRPr>
            </a:defPPr>
            <a:lvl1pPr algn="l">
              <a:buNone/>
              <a:defRPr sz="1350" b="0">
                <a:solidFill>
                  <a:srgbClr val="627D98"/>
                </a:solidFill>
                <a:latin typeface="Helvetica Neue"/>
                <a:ea typeface="Helvetica Neue"/>
                <a:cs typeface="Helvetica Neue"/>
              </a:defRPr>
            </a:lvl1pPr>
            <a:lvl2pPr algn="l">
              <a:buNone/>
              <a:defRPr sz="1350" b="0">
                <a:solidFill>
                  <a:srgbClr val="627D98"/>
                </a:solidFill>
                <a:latin typeface="Helvetica Neue"/>
                <a:ea typeface="Helvetica Neue"/>
                <a:cs typeface="Helvetica Neue"/>
              </a:defRPr>
            </a:lvl2pPr>
            <a:lvl3pPr algn="l">
              <a:buNone/>
              <a:defRPr sz="1350" b="0">
                <a:solidFill>
                  <a:srgbClr val="627D98"/>
                </a:solidFill>
                <a:latin typeface="Helvetica Neue"/>
                <a:ea typeface="Helvetica Neue"/>
                <a:cs typeface="Helvetica Neue"/>
              </a:defRPr>
            </a:lvl3pPr>
            <a:lvl4pPr algn="l">
              <a:buNone/>
              <a:defRPr sz="1350" b="0">
                <a:solidFill>
                  <a:srgbClr val="627D98"/>
                </a:solidFill>
                <a:latin typeface="Helvetica Neue"/>
                <a:ea typeface="Helvetica Neue"/>
                <a:cs typeface="Helvetica Neue"/>
              </a:defRPr>
            </a:lvl4pPr>
            <a:lvl5pPr algn="l">
              <a:buNone/>
              <a:defRPr sz="1350" b="0">
                <a:solidFill>
                  <a:srgbClr val="627D98"/>
                </a:solidFill>
                <a:latin typeface="Helvetica Neue"/>
                <a:ea typeface="Helvetica Neue"/>
                <a:cs typeface="Helvetica Neue"/>
              </a:defRPr>
            </a:lvl5pPr>
            <a:lvl6pPr algn="l">
              <a:buNone/>
              <a:defRPr sz="1350" b="0">
                <a:solidFill>
                  <a:srgbClr val="627D98"/>
                </a:solidFill>
                <a:latin typeface="Helvetica Neue"/>
                <a:ea typeface="Helvetica Neue"/>
                <a:cs typeface="Helvetica Neue"/>
              </a:defRPr>
            </a:lvl6pPr>
            <a:lvl7pPr algn="l">
              <a:buNone/>
              <a:defRPr sz="1350" b="0">
                <a:solidFill>
                  <a:srgbClr val="627D98"/>
                </a:solidFill>
                <a:latin typeface="Helvetica Neue"/>
                <a:ea typeface="Helvetica Neue"/>
                <a:cs typeface="Helvetica Neue"/>
              </a:defRPr>
            </a:lvl7pPr>
            <a:lvl8pPr algn="l">
              <a:buNone/>
              <a:defRPr sz="1350" b="0">
                <a:solidFill>
                  <a:srgbClr val="627D98"/>
                </a:solidFill>
                <a:latin typeface="Helvetica Neue"/>
                <a:ea typeface="Helvetica Neue"/>
                <a:cs typeface="Helvetica Neue"/>
              </a:defRPr>
            </a:lvl8pPr>
            <a:lvl9pPr algn="l">
              <a:buNone/>
              <a:defRPr sz="1350" b="0">
                <a:solidFill>
                  <a:srgbClr val="627D98"/>
                </a:solidFill>
                <a:latin typeface="Helvetica Neue"/>
                <a:ea typeface="Helvetica Neue"/>
                <a:cs typeface="Helvetica Neue"/>
              </a:defRPr>
            </a:lvl9pPr>
          </a:lstStyle>
          <a:p>
            <a:pPr algn="l">
              <a:buNone/>
              <a:defRPr sz="1350" b="0">
                <a:solidFill>
                  <a:srgbClr val="627D98"/>
                </a:solidFill>
                <a:latin typeface="Helvetica Neue"/>
                <a:ea typeface="Helvetica Neue"/>
                <a:cs typeface="Helvetica Neue"/>
              </a:defRPr>
            </a:pPr>
            <a:r>
              <a:rPr sz="1575" b="0">
                <a:solidFill>
                  <a:srgbClr val="627D98"/>
                </a:solidFill>
                <a:latin typeface="Helvetica Neue"/>
                <a:ea typeface="Helvetica Neue"/>
                <a:cs typeface="Helvetica Neue"/>
              </a:rPr>
              <a:t>Red energy share near 1.2 Hz</a:t>
            </a:r>
          </a:p>
        </p:txBody>
      </p:sp>
      <p:sp>
        <p:nvSpPr>
          <p:cNvPr id="11" name="矩形 10"/>
          <p:cNvSpPr>
            <a:spLocks noGrp="1"/>
          </p:cNvSpPr>
          <p:nvPr/>
        </p:nvSpPr>
        <p:spPr>
          <a:xfrm>
            <a:off x="7905750" y="3257550"/>
            <a:ext cx="1524000" cy="514350"/>
          </a:xfrm>
          <a:prstGeom prst="rect">
            <a:avLst/>
          </a:prstGeom>
          <a:noFill/>
          <a:ln w="0">
            <a:noFill/>
          </a:ln>
        </p:spPr>
        <p:txBody>
          <a:bodyPr anchor="ctr">
            <a:noAutofit/>
          </a:bodyPr>
          <a:lstStyle>
            <a:defPPr algn="l">
              <a:defRPr sz="2700" b="1">
                <a:solidFill>
                  <a:srgbClr val="E67E22"/>
                </a:solidFill>
                <a:latin typeface="Helvetica Neue"/>
                <a:ea typeface="Helvetica Neue"/>
                <a:cs typeface="Helvetica Neue"/>
              </a:defRPr>
            </a:defPPr>
            <a:lvl1pPr algn="l">
              <a:buNone/>
              <a:defRPr sz="2700" b="1">
                <a:solidFill>
                  <a:srgbClr val="E67E22"/>
                </a:solidFill>
                <a:latin typeface="Helvetica Neue"/>
                <a:ea typeface="Helvetica Neue"/>
                <a:cs typeface="Helvetica Neue"/>
              </a:defRPr>
            </a:lvl1pPr>
            <a:lvl2pPr algn="l">
              <a:buNone/>
              <a:defRPr sz="2700" b="1">
                <a:solidFill>
                  <a:srgbClr val="E67E22"/>
                </a:solidFill>
                <a:latin typeface="Helvetica Neue"/>
                <a:ea typeface="Helvetica Neue"/>
                <a:cs typeface="Helvetica Neue"/>
              </a:defRPr>
            </a:lvl2pPr>
            <a:lvl3pPr algn="l">
              <a:buNone/>
              <a:defRPr sz="2700" b="1">
                <a:solidFill>
                  <a:srgbClr val="E67E22"/>
                </a:solidFill>
                <a:latin typeface="Helvetica Neue"/>
                <a:ea typeface="Helvetica Neue"/>
                <a:cs typeface="Helvetica Neue"/>
              </a:defRPr>
            </a:lvl3pPr>
            <a:lvl4pPr algn="l">
              <a:buNone/>
              <a:defRPr sz="2700" b="1">
                <a:solidFill>
                  <a:srgbClr val="E67E22"/>
                </a:solidFill>
                <a:latin typeface="Helvetica Neue"/>
                <a:ea typeface="Helvetica Neue"/>
                <a:cs typeface="Helvetica Neue"/>
              </a:defRPr>
            </a:lvl4pPr>
            <a:lvl5pPr algn="l">
              <a:buNone/>
              <a:defRPr sz="2700" b="1">
                <a:solidFill>
                  <a:srgbClr val="E67E22"/>
                </a:solidFill>
                <a:latin typeface="Helvetica Neue"/>
                <a:ea typeface="Helvetica Neue"/>
                <a:cs typeface="Helvetica Neue"/>
              </a:defRPr>
            </a:lvl5pPr>
            <a:lvl6pPr algn="l">
              <a:buNone/>
              <a:defRPr sz="2700" b="1">
                <a:solidFill>
                  <a:srgbClr val="E67E22"/>
                </a:solidFill>
                <a:latin typeface="Helvetica Neue"/>
                <a:ea typeface="Helvetica Neue"/>
                <a:cs typeface="Helvetica Neue"/>
              </a:defRPr>
            </a:lvl6pPr>
            <a:lvl7pPr algn="l">
              <a:buNone/>
              <a:defRPr sz="2700" b="1">
                <a:solidFill>
                  <a:srgbClr val="E67E22"/>
                </a:solidFill>
                <a:latin typeface="Helvetica Neue"/>
                <a:ea typeface="Helvetica Neue"/>
                <a:cs typeface="Helvetica Neue"/>
              </a:defRPr>
            </a:lvl7pPr>
            <a:lvl8pPr algn="l">
              <a:buNone/>
              <a:defRPr sz="2700" b="1">
                <a:solidFill>
                  <a:srgbClr val="E67E22"/>
                </a:solidFill>
                <a:latin typeface="Helvetica Neue"/>
                <a:ea typeface="Helvetica Neue"/>
                <a:cs typeface="Helvetica Neue"/>
              </a:defRPr>
            </a:lvl8pPr>
            <a:lvl9pPr algn="l">
              <a:buNone/>
              <a:defRPr sz="2700" b="1">
                <a:solidFill>
                  <a:srgbClr val="E67E22"/>
                </a:solidFill>
                <a:latin typeface="Helvetica Neue"/>
                <a:ea typeface="Helvetica Neue"/>
                <a:cs typeface="Helvetica Neue"/>
              </a:defRPr>
            </a:lvl9pPr>
          </a:lstStyle>
          <a:p>
            <a:pPr algn="l">
              <a:buNone/>
              <a:defRPr sz="2700" b="1">
                <a:solidFill>
                  <a:srgbClr val="E67E22"/>
                </a:solidFill>
                <a:latin typeface="Helvetica Neue"/>
                <a:ea typeface="Helvetica Neue"/>
                <a:cs typeface="Helvetica Neue"/>
              </a:defRPr>
            </a:pPr>
            <a:r>
              <a:rPr sz="2700" b="1">
                <a:solidFill>
                  <a:srgbClr val="E67E22"/>
                </a:solidFill>
                <a:latin typeface="Helvetica Neue"/>
                <a:ea typeface="Helvetica Neue"/>
                <a:cs typeface="Helvetica Neue"/>
              </a:rPr>
              <a:t>0.946</a:t>
            </a:r>
            <a:endParaRPr sz="2700" b="1">
              <a:solidFill>
                <a:srgbClr val="E67E22"/>
              </a:solidFill>
              <a:latin typeface="Helvetica Neue"/>
              <a:ea typeface="Helvetica Neue"/>
              <a:cs typeface="Helvetica Neue"/>
            </a:endParaRPr>
          </a:p>
        </p:txBody>
      </p:sp>
      <p:sp>
        <p:nvSpPr>
          <p:cNvPr id="12" name="矩形 11"/>
          <p:cNvSpPr>
            <a:spLocks noGrp="1"/>
          </p:cNvSpPr>
          <p:nvPr/>
        </p:nvSpPr>
        <p:spPr>
          <a:xfrm>
            <a:off x="7905750" y="3762375"/>
            <a:ext cx="1524000" cy="266700"/>
          </a:xfrm>
          <a:prstGeom prst="rect">
            <a:avLst/>
          </a:prstGeom>
          <a:noFill/>
          <a:ln w="0">
            <a:noFill/>
          </a:ln>
        </p:spPr>
        <p:txBody>
          <a:bodyPr anchor="ctr">
            <a:noAutofit/>
          </a:bodyPr>
          <a:lstStyle>
            <a:defPPr algn="l">
              <a:defRPr sz="1200" b="0">
                <a:solidFill>
                  <a:srgbClr val="627D98"/>
                </a:solidFill>
                <a:latin typeface="Helvetica Neue"/>
                <a:ea typeface="Helvetica Neue"/>
                <a:cs typeface="Helvetica Neue"/>
              </a:defRPr>
            </a:defPPr>
            <a:lvl1pPr algn="l">
              <a:buNone/>
              <a:defRPr sz="1200" b="0">
                <a:solidFill>
                  <a:srgbClr val="627D98"/>
                </a:solidFill>
                <a:latin typeface="Helvetica Neue"/>
                <a:ea typeface="Helvetica Neue"/>
                <a:cs typeface="Helvetica Neue"/>
              </a:defRPr>
            </a:lvl1pPr>
            <a:lvl2pPr algn="l">
              <a:buNone/>
              <a:defRPr sz="1200" b="0">
                <a:solidFill>
                  <a:srgbClr val="627D98"/>
                </a:solidFill>
                <a:latin typeface="Helvetica Neue"/>
                <a:ea typeface="Helvetica Neue"/>
                <a:cs typeface="Helvetica Neue"/>
              </a:defRPr>
            </a:lvl2pPr>
            <a:lvl3pPr algn="l">
              <a:buNone/>
              <a:defRPr sz="1200" b="0">
                <a:solidFill>
                  <a:srgbClr val="627D98"/>
                </a:solidFill>
                <a:latin typeface="Helvetica Neue"/>
                <a:ea typeface="Helvetica Neue"/>
                <a:cs typeface="Helvetica Neue"/>
              </a:defRPr>
            </a:lvl3pPr>
            <a:lvl4pPr algn="l">
              <a:buNone/>
              <a:defRPr sz="1200" b="0">
                <a:solidFill>
                  <a:srgbClr val="627D98"/>
                </a:solidFill>
                <a:latin typeface="Helvetica Neue"/>
                <a:ea typeface="Helvetica Neue"/>
                <a:cs typeface="Helvetica Neue"/>
              </a:defRPr>
            </a:lvl4pPr>
            <a:lvl5pPr algn="l">
              <a:buNone/>
              <a:defRPr sz="1200" b="0">
                <a:solidFill>
                  <a:srgbClr val="627D98"/>
                </a:solidFill>
                <a:latin typeface="Helvetica Neue"/>
                <a:ea typeface="Helvetica Neue"/>
                <a:cs typeface="Helvetica Neue"/>
              </a:defRPr>
            </a:lvl5pPr>
            <a:lvl6pPr algn="l">
              <a:buNone/>
              <a:defRPr sz="1200" b="0">
                <a:solidFill>
                  <a:srgbClr val="627D98"/>
                </a:solidFill>
                <a:latin typeface="Helvetica Neue"/>
                <a:ea typeface="Helvetica Neue"/>
                <a:cs typeface="Helvetica Neue"/>
              </a:defRPr>
            </a:lvl6pPr>
            <a:lvl7pPr algn="l">
              <a:buNone/>
              <a:defRPr sz="1200" b="0">
                <a:solidFill>
                  <a:srgbClr val="627D98"/>
                </a:solidFill>
                <a:latin typeface="Helvetica Neue"/>
                <a:ea typeface="Helvetica Neue"/>
                <a:cs typeface="Helvetica Neue"/>
              </a:defRPr>
            </a:lvl7pPr>
            <a:lvl8pPr algn="l">
              <a:buNone/>
              <a:defRPr sz="1200" b="0">
                <a:solidFill>
                  <a:srgbClr val="627D98"/>
                </a:solidFill>
                <a:latin typeface="Helvetica Neue"/>
                <a:ea typeface="Helvetica Neue"/>
                <a:cs typeface="Helvetica Neue"/>
              </a:defRPr>
            </a:lvl8pPr>
            <a:lvl9pPr algn="l">
              <a:buNone/>
              <a:defRPr sz="1200" b="0">
                <a:solidFill>
                  <a:srgbClr val="627D98"/>
                </a:solidFill>
                <a:latin typeface="Helvetica Neue"/>
                <a:ea typeface="Helvetica Neue"/>
                <a:cs typeface="Helvetica Neue"/>
              </a:defRPr>
            </a:lvl9pPr>
          </a:lstStyle>
          <a:p>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attack</a:t>
            </a:r>
            <a:endParaRPr sz="1200" b="0">
              <a:solidFill>
                <a:srgbClr val="627D98"/>
              </a:solidFill>
              <a:latin typeface="Helvetica Neue"/>
              <a:ea typeface="Helvetica Neue"/>
              <a:cs typeface="Helvetica Neue"/>
            </a:endParaRPr>
          </a:p>
        </p:txBody>
      </p:sp>
      <p:sp>
        <p:nvSpPr>
          <p:cNvPr id="13" name="矩形 12"/>
          <p:cNvSpPr>
            <a:spLocks noGrp="1"/>
          </p:cNvSpPr>
          <p:nvPr/>
        </p:nvSpPr>
        <p:spPr>
          <a:xfrm>
            <a:off x="9810750" y="3257550"/>
            <a:ext cx="1524000" cy="514350"/>
          </a:xfrm>
          <a:prstGeom prst="rect">
            <a:avLst/>
          </a:prstGeom>
          <a:noFill/>
          <a:ln w="0">
            <a:noFill/>
          </a:ln>
        </p:spPr>
        <p:txBody>
          <a:bodyPr anchor="ctr">
            <a:noAutofit/>
          </a:bodyPr>
          <a:lstStyle>
            <a:defPPr algn="l">
              <a:defRPr sz="2700" b="1">
                <a:solidFill>
                  <a:srgbClr val="627D98"/>
                </a:solidFill>
                <a:latin typeface="Helvetica Neue"/>
                <a:ea typeface="Helvetica Neue"/>
                <a:cs typeface="Helvetica Neue"/>
              </a:defRPr>
            </a:defPPr>
            <a:lvl1pPr algn="l">
              <a:buNone/>
              <a:defRPr sz="2700" b="1">
                <a:solidFill>
                  <a:srgbClr val="627D98"/>
                </a:solidFill>
                <a:latin typeface="Helvetica Neue"/>
                <a:ea typeface="Helvetica Neue"/>
                <a:cs typeface="Helvetica Neue"/>
              </a:defRPr>
            </a:lvl1pPr>
            <a:lvl2pPr algn="l">
              <a:buNone/>
              <a:defRPr sz="2700" b="1">
                <a:solidFill>
                  <a:srgbClr val="627D98"/>
                </a:solidFill>
                <a:latin typeface="Helvetica Neue"/>
                <a:ea typeface="Helvetica Neue"/>
                <a:cs typeface="Helvetica Neue"/>
              </a:defRPr>
            </a:lvl2pPr>
            <a:lvl3pPr algn="l">
              <a:buNone/>
              <a:defRPr sz="2700" b="1">
                <a:solidFill>
                  <a:srgbClr val="627D98"/>
                </a:solidFill>
                <a:latin typeface="Helvetica Neue"/>
                <a:ea typeface="Helvetica Neue"/>
                <a:cs typeface="Helvetica Neue"/>
              </a:defRPr>
            </a:lvl3pPr>
            <a:lvl4pPr algn="l">
              <a:buNone/>
              <a:defRPr sz="2700" b="1">
                <a:solidFill>
                  <a:srgbClr val="627D98"/>
                </a:solidFill>
                <a:latin typeface="Helvetica Neue"/>
                <a:ea typeface="Helvetica Neue"/>
                <a:cs typeface="Helvetica Neue"/>
              </a:defRPr>
            </a:lvl4pPr>
            <a:lvl5pPr algn="l">
              <a:buNone/>
              <a:defRPr sz="2700" b="1">
                <a:solidFill>
                  <a:srgbClr val="627D98"/>
                </a:solidFill>
                <a:latin typeface="Helvetica Neue"/>
                <a:ea typeface="Helvetica Neue"/>
                <a:cs typeface="Helvetica Neue"/>
              </a:defRPr>
            </a:lvl5pPr>
            <a:lvl6pPr algn="l">
              <a:buNone/>
              <a:defRPr sz="2700" b="1">
                <a:solidFill>
                  <a:srgbClr val="627D98"/>
                </a:solidFill>
                <a:latin typeface="Helvetica Neue"/>
                <a:ea typeface="Helvetica Neue"/>
                <a:cs typeface="Helvetica Neue"/>
              </a:defRPr>
            </a:lvl6pPr>
            <a:lvl7pPr algn="l">
              <a:buNone/>
              <a:defRPr sz="2700" b="1">
                <a:solidFill>
                  <a:srgbClr val="627D98"/>
                </a:solidFill>
                <a:latin typeface="Helvetica Neue"/>
                <a:ea typeface="Helvetica Neue"/>
                <a:cs typeface="Helvetica Neue"/>
              </a:defRPr>
            </a:lvl7pPr>
            <a:lvl8pPr algn="l">
              <a:buNone/>
              <a:defRPr sz="2700" b="1">
                <a:solidFill>
                  <a:srgbClr val="627D98"/>
                </a:solidFill>
                <a:latin typeface="Helvetica Neue"/>
                <a:ea typeface="Helvetica Neue"/>
                <a:cs typeface="Helvetica Neue"/>
              </a:defRPr>
            </a:lvl8pPr>
            <a:lvl9pPr algn="l">
              <a:buNone/>
              <a:defRPr sz="2700" b="1">
                <a:solidFill>
                  <a:srgbClr val="627D98"/>
                </a:solidFill>
                <a:latin typeface="Helvetica Neue"/>
                <a:ea typeface="Helvetica Neue"/>
                <a:cs typeface="Helvetica Neue"/>
              </a:defRPr>
            </a:lvl9pPr>
          </a:lstStyle>
          <a:p>
            <a:pPr algn="l">
              <a:buNone/>
              <a:defRPr sz="2700" b="1">
                <a:solidFill>
                  <a:srgbClr val="627D98"/>
                </a:solidFill>
                <a:latin typeface="Helvetica Neue"/>
                <a:ea typeface="Helvetica Neue"/>
                <a:cs typeface="Helvetica Neue"/>
              </a:defRPr>
            </a:pPr>
            <a:r>
              <a:rPr sz="2700" b="1">
                <a:solidFill>
                  <a:srgbClr val="627D98"/>
                </a:solidFill>
                <a:latin typeface="Helvetica Neue"/>
                <a:ea typeface="Helvetica Neue"/>
                <a:cs typeface="Helvetica Neue"/>
              </a:rPr>
              <a:t>0.204</a:t>
            </a:r>
            <a:endParaRPr sz="2700" b="1">
              <a:solidFill>
                <a:srgbClr val="627D98"/>
              </a:solidFill>
              <a:latin typeface="Helvetica Neue"/>
              <a:ea typeface="Helvetica Neue"/>
              <a:cs typeface="Helvetica Neue"/>
            </a:endParaRPr>
          </a:p>
        </p:txBody>
      </p:sp>
      <p:sp>
        <p:nvSpPr>
          <p:cNvPr id="14" name="矩形 13"/>
          <p:cNvSpPr>
            <a:spLocks noGrp="1"/>
          </p:cNvSpPr>
          <p:nvPr/>
        </p:nvSpPr>
        <p:spPr>
          <a:xfrm>
            <a:off x="9810750" y="3762375"/>
            <a:ext cx="1524000" cy="266700"/>
          </a:xfrm>
          <a:prstGeom prst="rect">
            <a:avLst/>
          </a:prstGeom>
          <a:noFill/>
          <a:ln w="0">
            <a:noFill/>
          </a:ln>
        </p:spPr>
        <p:txBody>
          <a:bodyPr anchor="ctr">
            <a:noAutofit/>
          </a:bodyPr>
          <a:lstStyle>
            <a:defPPr algn="l">
              <a:defRPr sz="1200" b="0">
                <a:solidFill>
                  <a:srgbClr val="627D98"/>
                </a:solidFill>
                <a:latin typeface="Helvetica Neue"/>
                <a:ea typeface="Helvetica Neue"/>
                <a:cs typeface="Helvetica Neue"/>
              </a:defRPr>
            </a:defPPr>
            <a:lvl1pPr algn="l">
              <a:buNone/>
              <a:defRPr sz="1200" b="0">
                <a:solidFill>
                  <a:srgbClr val="627D98"/>
                </a:solidFill>
                <a:latin typeface="Helvetica Neue"/>
                <a:ea typeface="Helvetica Neue"/>
                <a:cs typeface="Helvetica Neue"/>
              </a:defRPr>
            </a:lvl1pPr>
            <a:lvl2pPr algn="l">
              <a:buNone/>
              <a:defRPr sz="1200" b="0">
                <a:solidFill>
                  <a:srgbClr val="627D98"/>
                </a:solidFill>
                <a:latin typeface="Helvetica Neue"/>
                <a:ea typeface="Helvetica Neue"/>
                <a:cs typeface="Helvetica Neue"/>
              </a:defRPr>
            </a:lvl2pPr>
            <a:lvl3pPr algn="l">
              <a:buNone/>
              <a:defRPr sz="1200" b="0">
                <a:solidFill>
                  <a:srgbClr val="627D98"/>
                </a:solidFill>
                <a:latin typeface="Helvetica Neue"/>
                <a:ea typeface="Helvetica Neue"/>
                <a:cs typeface="Helvetica Neue"/>
              </a:defRPr>
            </a:lvl3pPr>
            <a:lvl4pPr algn="l">
              <a:buNone/>
              <a:defRPr sz="1200" b="0">
                <a:solidFill>
                  <a:srgbClr val="627D98"/>
                </a:solidFill>
                <a:latin typeface="Helvetica Neue"/>
                <a:ea typeface="Helvetica Neue"/>
                <a:cs typeface="Helvetica Neue"/>
              </a:defRPr>
            </a:lvl4pPr>
            <a:lvl5pPr algn="l">
              <a:buNone/>
              <a:defRPr sz="1200" b="0">
                <a:solidFill>
                  <a:srgbClr val="627D98"/>
                </a:solidFill>
                <a:latin typeface="Helvetica Neue"/>
                <a:ea typeface="Helvetica Neue"/>
                <a:cs typeface="Helvetica Neue"/>
              </a:defRPr>
            </a:lvl5pPr>
            <a:lvl6pPr algn="l">
              <a:buNone/>
              <a:defRPr sz="1200" b="0">
                <a:solidFill>
                  <a:srgbClr val="627D98"/>
                </a:solidFill>
                <a:latin typeface="Helvetica Neue"/>
                <a:ea typeface="Helvetica Neue"/>
                <a:cs typeface="Helvetica Neue"/>
              </a:defRPr>
            </a:lvl6pPr>
            <a:lvl7pPr algn="l">
              <a:buNone/>
              <a:defRPr sz="1200" b="0">
                <a:solidFill>
                  <a:srgbClr val="627D98"/>
                </a:solidFill>
                <a:latin typeface="Helvetica Neue"/>
                <a:ea typeface="Helvetica Neue"/>
                <a:cs typeface="Helvetica Neue"/>
              </a:defRPr>
            </a:lvl7pPr>
            <a:lvl8pPr algn="l">
              <a:buNone/>
              <a:defRPr sz="1200" b="0">
                <a:solidFill>
                  <a:srgbClr val="627D98"/>
                </a:solidFill>
                <a:latin typeface="Helvetica Neue"/>
                <a:ea typeface="Helvetica Neue"/>
                <a:cs typeface="Helvetica Neue"/>
              </a:defRPr>
            </a:lvl8pPr>
            <a:lvl9pPr algn="l">
              <a:buNone/>
              <a:defRPr sz="1200" b="0">
                <a:solidFill>
                  <a:srgbClr val="627D98"/>
                </a:solidFill>
                <a:latin typeface="Helvetica Neue"/>
                <a:ea typeface="Helvetica Neue"/>
                <a:cs typeface="Helvetica Neue"/>
              </a:defRPr>
            </a:lvl9pPr>
          </a:lstStyle>
          <a:p>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neutral</a:t>
            </a:r>
            <a:endParaRPr sz="1200" b="0">
              <a:solidFill>
                <a:srgbClr val="627D98"/>
              </a:solidFill>
              <a:latin typeface="Helvetica Neue"/>
              <a:ea typeface="Helvetica Neue"/>
              <a:cs typeface="Helvetica Neue"/>
            </a:endParaRPr>
          </a:p>
        </p:txBody>
      </p:sp>
      <p:sp>
        <p:nvSpPr>
          <p:cNvPr id="15" name="矩形 14"/>
          <p:cNvSpPr>
            <a:spLocks noGrp="1"/>
          </p:cNvSpPr>
          <p:nvPr/>
        </p:nvSpPr>
        <p:spPr>
          <a:xfrm>
            <a:off x="7905750" y="4714875"/>
            <a:ext cx="3524250" cy="285750"/>
          </a:xfrm>
          <a:prstGeom prst="rect">
            <a:avLst/>
          </a:prstGeom>
          <a:noFill/>
          <a:ln w="0">
            <a:noFill/>
          </a:ln>
        </p:spPr>
        <p:txBody>
          <a:bodyPr anchor="ctr">
            <a:noAutofit/>
          </a:bodyPr>
          <a:lstStyle>
            <a:defPPr algn="l">
              <a:defRPr sz="1350" b="0">
                <a:solidFill>
                  <a:srgbClr val="627D98"/>
                </a:solidFill>
                <a:latin typeface="Helvetica Neue"/>
                <a:ea typeface="Helvetica Neue"/>
                <a:cs typeface="Helvetica Neue"/>
              </a:defRPr>
            </a:defPPr>
            <a:lvl1pPr algn="l">
              <a:buNone/>
              <a:defRPr sz="1350" b="0">
                <a:solidFill>
                  <a:srgbClr val="627D98"/>
                </a:solidFill>
                <a:latin typeface="Helvetica Neue"/>
                <a:ea typeface="Helvetica Neue"/>
                <a:cs typeface="Helvetica Neue"/>
              </a:defRPr>
            </a:lvl1pPr>
            <a:lvl2pPr algn="l">
              <a:buNone/>
              <a:defRPr sz="1350" b="0">
                <a:solidFill>
                  <a:srgbClr val="627D98"/>
                </a:solidFill>
                <a:latin typeface="Helvetica Neue"/>
                <a:ea typeface="Helvetica Neue"/>
                <a:cs typeface="Helvetica Neue"/>
              </a:defRPr>
            </a:lvl2pPr>
            <a:lvl3pPr algn="l">
              <a:buNone/>
              <a:defRPr sz="1350" b="0">
                <a:solidFill>
                  <a:srgbClr val="627D98"/>
                </a:solidFill>
                <a:latin typeface="Helvetica Neue"/>
                <a:ea typeface="Helvetica Neue"/>
                <a:cs typeface="Helvetica Neue"/>
              </a:defRPr>
            </a:lvl3pPr>
            <a:lvl4pPr algn="l">
              <a:buNone/>
              <a:defRPr sz="1350" b="0">
                <a:solidFill>
                  <a:srgbClr val="627D98"/>
                </a:solidFill>
                <a:latin typeface="Helvetica Neue"/>
                <a:ea typeface="Helvetica Neue"/>
                <a:cs typeface="Helvetica Neue"/>
              </a:defRPr>
            </a:lvl4pPr>
            <a:lvl5pPr algn="l">
              <a:buNone/>
              <a:defRPr sz="1350" b="0">
                <a:solidFill>
                  <a:srgbClr val="627D98"/>
                </a:solidFill>
                <a:latin typeface="Helvetica Neue"/>
                <a:ea typeface="Helvetica Neue"/>
                <a:cs typeface="Helvetica Neue"/>
              </a:defRPr>
            </a:lvl5pPr>
            <a:lvl6pPr algn="l">
              <a:buNone/>
              <a:defRPr sz="1350" b="0">
                <a:solidFill>
                  <a:srgbClr val="627D98"/>
                </a:solidFill>
                <a:latin typeface="Helvetica Neue"/>
                <a:ea typeface="Helvetica Neue"/>
                <a:cs typeface="Helvetica Neue"/>
              </a:defRPr>
            </a:lvl6pPr>
            <a:lvl7pPr algn="l">
              <a:buNone/>
              <a:defRPr sz="1350" b="0">
                <a:solidFill>
                  <a:srgbClr val="627D98"/>
                </a:solidFill>
                <a:latin typeface="Helvetica Neue"/>
                <a:ea typeface="Helvetica Neue"/>
                <a:cs typeface="Helvetica Neue"/>
              </a:defRPr>
            </a:lvl7pPr>
            <a:lvl8pPr algn="l">
              <a:buNone/>
              <a:defRPr sz="1350" b="0">
                <a:solidFill>
                  <a:srgbClr val="627D98"/>
                </a:solidFill>
                <a:latin typeface="Helvetica Neue"/>
                <a:ea typeface="Helvetica Neue"/>
                <a:cs typeface="Helvetica Neue"/>
              </a:defRPr>
            </a:lvl8pPr>
            <a:lvl9pPr algn="l">
              <a:buNone/>
              <a:defRPr sz="1350" b="0">
                <a:solidFill>
                  <a:srgbClr val="627D98"/>
                </a:solidFill>
                <a:latin typeface="Helvetica Neue"/>
                <a:ea typeface="Helvetica Neue"/>
                <a:cs typeface="Helvetica Neue"/>
              </a:defRPr>
            </a:lvl9pPr>
          </a:lstStyle>
          <a:p>
            <a:pPr algn="l">
              <a:buNone/>
              <a:defRPr sz="1350" b="0">
                <a:solidFill>
                  <a:srgbClr val="627D98"/>
                </a:solidFill>
                <a:latin typeface="Helvetica Neue"/>
                <a:ea typeface="Helvetica Neue"/>
                <a:cs typeface="Helvetica Neue"/>
              </a:defRPr>
            </a:pPr>
            <a:r>
              <a:rPr sz="1500" b="0">
                <a:solidFill>
                  <a:srgbClr val="627D98"/>
                </a:solidFill>
                <a:latin typeface="Helvetica Neue"/>
                <a:ea typeface="Helvetica Neue"/>
                <a:cs typeface="Helvetica Neue"/>
              </a:rPr>
              <a:t>Attack / neutral energy share</a:t>
            </a:r>
          </a:p>
        </p:txBody>
      </p:sp>
      <p:sp>
        <p:nvSpPr>
          <p:cNvPr id="16" name="矩形 15"/>
          <p:cNvSpPr>
            <a:spLocks noGrp="1"/>
          </p:cNvSpPr>
          <p:nvPr/>
        </p:nvSpPr>
        <p:spPr>
          <a:xfrm>
            <a:off x="7905750" y="5048250"/>
            <a:ext cx="2381250" cy="552450"/>
          </a:xfrm>
          <a:prstGeom prst="rect">
            <a:avLst/>
          </a:prstGeom>
          <a:noFill/>
          <a:ln w="0">
            <a:noFill/>
          </a:ln>
        </p:spPr>
        <p:txBody>
          <a:bodyPr anchor="ctr">
            <a:noAutofit/>
          </a:bodyPr>
          <a:lstStyle>
            <a:defPPr algn="l">
              <a:defRPr sz="2850" b="1">
                <a:solidFill>
                  <a:srgbClr val="102A43"/>
                </a:solidFill>
                <a:latin typeface="Helvetica Neue"/>
                <a:ea typeface="Helvetica Neue"/>
                <a:cs typeface="Helvetica Neue"/>
              </a:defRPr>
            </a:defPPr>
            <a:lvl1pPr algn="l">
              <a:buNone/>
              <a:defRPr sz="2850" b="1">
                <a:solidFill>
                  <a:srgbClr val="102A43"/>
                </a:solidFill>
                <a:latin typeface="Helvetica Neue"/>
                <a:ea typeface="Helvetica Neue"/>
                <a:cs typeface="Helvetica Neue"/>
              </a:defRPr>
            </a:lvl1pPr>
            <a:lvl2pPr algn="l">
              <a:buNone/>
              <a:defRPr sz="2850" b="1">
                <a:solidFill>
                  <a:srgbClr val="102A43"/>
                </a:solidFill>
                <a:latin typeface="Helvetica Neue"/>
                <a:ea typeface="Helvetica Neue"/>
                <a:cs typeface="Helvetica Neue"/>
              </a:defRPr>
            </a:lvl2pPr>
            <a:lvl3pPr algn="l">
              <a:buNone/>
              <a:defRPr sz="2850" b="1">
                <a:solidFill>
                  <a:srgbClr val="102A43"/>
                </a:solidFill>
                <a:latin typeface="Helvetica Neue"/>
                <a:ea typeface="Helvetica Neue"/>
                <a:cs typeface="Helvetica Neue"/>
              </a:defRPr>
            </a:lvl3pPr>
            <a:lvl4pPr algn="l">
              <a:buNone/>
              <a:defRPr sz="2850" b="1">
                <a:solidFill>
                  <a:srgbClr val="102A43"/>
                </a:solidFill>
                <a:latin typeface="Helvetica Neue"/>
                <a:ea typeface="Helvetica Neue"/>
                <a:cs typeface="Helvetica Neue"/>
              </a:defRPr>
            </a:lvl4pPr>
            <a:lvl5pPr algn="l">
              <a:buNone/>
              <a:defRPr sz="2850" b="1">
                <a:solidFill>
                  <a:srgbClr val="102A43"/>
                </a:solidFill>
                <a:latin typeface="Helvetica Neue"/>
                <a:ea typeface="Helvetica Neue"/>
                <a:cs typeface="Helvetica Neue"/>
              </a:defRPr>
            </a:lvl5pPr>
            <a:lvl6pPr algn="l">
              <a:buNone/>
              <a:defRPr sz="2850" b="1">
                <a:solidFill>
                  <a:srgbClr val="102A43"/>
                </a:solidFill>
                <a:latin typeface="Helvetica Neue"/>
                <a:ea typeface="Helvetica Neue"/>
                <a:cs typeface="Helvetica Neue"/>
              </a:defRPr>
            </a:lvl6pPr>
            <a:lvl7pPr algn="l">
              <a:buNone/>
              <a:defRPr sz="2850" b="1">
                <a:solidFill>
                  <a:srgbClr val="102A43"/>
                </a:solidFill>
                <a:latin typeface="Helvetica Neue"/>
                <a:ea typeface="Helvetica Neue"/>
                <a:cs typeface="Helvetica Neue"/>
              </a:defRPr>
            </a:lvl7pPr>
            <a:lvl8pPr algn="l">
              <a:buNone/>
              <a:defRPr sz="2850" b="1">
                <a:solidFill>
                  <a:srgbClr val="102A43"/>
                </a:solidFill>
                <a:latin typeface="Helvetica Neue"/>
                <a:ea typeface="Helvetica Neue"/>
                <a:cs typeface="Helvetica Neue"/>
              </a:defRPr>
            </a:lvl8pPr>
            <a:lvl9pPr algn="l">
              <a:buNone/>
              <a:defRPr sz="2850" b="1">
                <a:solidFill>
                  <a:srgbClr val="102A43"/>
                </a:solidFill>
                <a:latin typeface="Helvetica Neue"/>
                <a:ea typeface="Helvetica Neue"/>
                <a:cs typeface="Helvetica Neue"/>
              </a:defRPr>
            </a:lvl9pPr>
          </a:lstStyle>
          <a:p>
            <a:pPr algn="l">
              <a:buNone/>
              <a:defRPr sz="2850" b="1">
                <a:solidFill>
                  <a:srgbClr val="102A43"/>
                </a:solidFill>
                <a:latin typeface="Helvetica Neue"/>
                <a:ea typeface="Helvetica Neue"/>
                <a:cs typeface="Helvetica Neue"/>
              </a:defRPr>
            </a:pPr>
            <a:r>
              <a:rPr sz="2850" b="1">
                <a:solidFill>
                  <a:srgbClr val="102A43"/>
                </a:solidFill>
                <a:latin typeface="Helvetica Neue"/>
                <a:ea typeface="Helvetica Neue"/>
                <a:cs typeface="Helvetica Neue"/>
              </a:rPr>
              <a:t>4.63×</a:t>
            </a:r>
            <a:endParaRPr sz="2850" b="1">
              <a:solidFill>
                <a:srgbClr val="102A43"/>
              </a:solidFill>
              <a:latin typeface="Helvetica Neue"/>
              <a:ea typeface="Helvetica Neue"/>
              <a:cs typeface="Helvetica Neue"/>
            </a:endParaRPr>
          </a:p>
        </p:txBody>
      </p:sp>
      <p:sp>
        <p:nvSpPr>
          <p:cNvPr id="17" name="矩形 16"/>
          <p:cNvSpPr>
            <a:spLocks noGrp="1"/>
          </p:cNvSpPr>
          <p:nvPr/>
        </p:nvSpPr>
        <p:spPr>
          <a:xfrm>
            <a:off x="7905750" y="5762625"/>
            <a:ext cx="3524250" cy="571500"/>
          </a:xfrm>
          <a:prstGeom prst="rect">
            <a:avLst/>
          </a:prstGeom>
          <a:noFill/>
          <a:ln w="0">
            <a:noFill/>
          </a:ln>
        </p:spPr>
        <p:txBody>
          <a:bodyPr anchor="ctr">
            <a:noAutofit/>
          </a:bodyPr>
          <a:lstStyle>
            <a:defPPr algn="l">
              <a:defRPr sz="1200" b="0">
                <a:solidFill>
                  <a:srgbClr val="D64545"/>
                </a:solidFill>
                <a:latin typeface="Helvetica Neue"/>
                <a:ea typeface="Helvetica Neue"/>
                <a:cs typeface="Helvetica Neue"/>
              </a:defRPr>
            </a:defPPr>
            <a:lvl1pPr algn="l">
              <a:buNone/>
              <a:defRPr sz="1200" b="0">
                <a:solidFill>
                  <a:srgbClr val="D64545"/>
                </a:solidFill>
                <a:latin typeface="Helvetica Neue"/>
                <a:ea typeface="Helvetica Neue"/>
                <a:cs typeface="Helvetica Neue"/>
              </a:defRPr>
            </a:lvl1pPr>
            <a:lvl2pPr algn="l">
              <a:buNone/>
              <a:defRPr sz="1200" b="0">
                <a:solidFill>
                  <a:srgbClr val="D64545"/>
                </a:solidFill>
                <a:latin typeface="Helvetica Neue"/>
                <a:ea typeface="Helvetica Neue"/>
                <a:cs typeface="Helvetica Neue"/>
              </a:defRPr>
            </a:lvl2pPr>
            <a:lvl3pPr algn="l">
              <a:buNone/>
              <a:defRPr sz="1200" b="0">
                <a:solidFill>
                  <a:srgbClr val="D64545"/>
                </a:solidFill>
                <a:latin typeface="Helvetica Neue"/>
                <a:ea typeface="Helvetica Neue"/>
                <a:cs typeface="Helvetica Neue"/>
              </a:defRPr>
            </a:lvl3pPr>
            <a:lvl4pPr algn="l">
              <a:buNone/>
              <a:defRPr sz="1200" b="0">
                <a:solidFill>
                  <a:srgbClr val="D64545"/>
                </a:solidFill>
                <a:latin typeface="Helvetica Neue"/>
                <a:ea typeface="Helvetica Neue"/>
                <a:cs typeface="Helvetica Neue"/>
              </a:defRPr>
            </a:lvl4pPr>
            <a:lvl5pPr algn="l">
              <a:buNone/>
              <a:defRPr sz="1200" b="0">
                <a:solidFill>
                  <a:srgbClr val="D64545"/>
                </a:solidFill>
                <a:latin typeface="Helvetica Neue"/>
                <a:ea typeface="Helvetica Neue"/>
                <a:cs typeface="Helvetica Neue"/>
              </a:defRPr>
            </a:lvl5pPr>
            <a:lvl6pPr algn="l">
              <a:buNone/>
              <a:defRPr sz="1200" b="0">
                <a:solidFill>
                  <a:srgbClr val="D64545"/>
                </a:solidFill>
                <a:latin typeface="Helvetica Neue"/>
                <a:ea typeface="Helvetica Neue"/>
                <a:cs typeface="Helvetica Neue"/>
              </a:defRPr>
            </a:lvl6pPr>
            <a:lvl7pPr algn="l">
              <a:buNone/>
              <a:defRPr sz="1200" b="0">
                <a:solidFill>
                  <a:srgbClr val="D64545"/>
                </a:solidFill>
                <a:latin typeface="Helvetica Neue"/>
                <a:ea typeface="Helvetica Neue"/>
                <a:cs typeface="Helvetica Neue"/>
              </a:defRPr>
            </a:lvl7pPr>
            <a:lvl8pPr algn="l">
              <a:buNone/>
              <a:defRPr sz="1200" b="0">
                <a:solidFill>
                  <a:srgbClr val="D64545"/>
                </a:solidFill>
                <a:latin typeface="Helvetica Neue"/>
                <a:ea typeface="Helvetica Neue"/>
                <a:cs typeface="Helvetica Neue"/>
              </a:defRPr>
            </a:lvl8pPr>
            <a:lvl9pPr algn="l">
              <a:buNone/>
              <a:defRPr sz="1200" b="0">
                <a:solidFill>
                  <a:srgbClr val="D64545"/>
                </a:solidFill>
                <a:latin typeface="Helvetica Neue"/>
                <a:ea typeface="Helvetica Neue"/>
                <a:cs typeface="Helvetica Neue"/>
              </a:defRPr>
            </a:lvl9pPr>
          </a:lstStyle>
          <a:p>
            <a:pPr algn="l">
              <a:buNone/>
              <a:defRPr sz="1200" b="0">
                <a:solidFill>
                  <a:srgbClr val="D64545"/>
                </a:solidFill>
                <a:latin typeface="Helvetica Neue"/>
                <a:ea typeface="Helvetica Neue"/>
                <a:cs typeface="Helvetica Neue"/>
              </a:defRPr>
            </a:pPr>
            <a:r>
              <a:rPr sz="1500" b="0">
                <a:solidFill>
                  <a:srgbClr val="D64545"/>
                </a:solidFill>
                <a:latin typeface="Helvetica Neue"/>
                <a:ea typeface="Helvetica Neue"/>
                <a:cs typeface="Helvetica Neue"/>
              </a:rPr>
              <a:t>One pair. This ratio is not accuracy.</a:t>
            </a:r>
          </a:p>
        </p:txBody>
      </p:sp>
      <p:sp>
        <p:nvSpPr>
          <p:cNvPr id="90" name="Time-domain evidence caption"/>
          <p:cNvSpPr>
            <a:spLocks noGrp="1"/>
          </p:cNvSpPr>
          <p:nvPr/>
        </p:nvSpPr>
        <p:spPr>
          <a:xfrm>
            <a:off x="1000125" y="3657600"/>
            <a:ext cx="6715125" cy="266700"/>
          </a:xfrm>
          <a:prstGeom prst="rect">
            <a:avLst/>
          </a:prstGeom>
          <a:noFill/>
          <a:ln w="0">
            <a:noFill/>
          </a:ln>
        </p:spPr>
        <p:txBody>
          <a:bodyPr anchor="ctr">
            <a:noAutofit/>
          </a:bodyPr>
          <a:lstStyle>
            <a:defPPr algn="l">
              <a:defRPr sz="1200" b="0">
                <a:solidFill>
                  <a:srgbClr val="D64545"/>
                </a:solidFill>
                <a:latin typeface="Helvetica Neue"/>
                <a:ea typeface="Helvetica Neue"/>
                <a:cs typeface="Helvetica Neue"/>
              </a:defRPr>
            </a:defPPr>
            <a:lvl1pPr algn="l">
              <a:buNone/>
              <a:defRPr sz="1200" b="0">
                <a:solidFill>
                  <a:srgbClr val="D64545"/>
                </a:solidFill>
                <a:latin typeface="Helvetica Neue"/>
                <a:ea typeface="Helvetica Neue"/>
                <a:cs typeface="Helvetica Neue"/>
              </a:defRPr>
            </a:lvl1pPr>
            <a:lvl2pPr algn="l">
              <a:buNone/>
              <a:defRPr sz="1200" b="0">
                <a:solidFill>
                  <a:srgbClr val="D64545"/>
                </a:solidFill>
                <a:latin typeface="Helvetica Neue"/>
                <a:ea typeface="Helvetica Neue"/>
                <a:cs typeface="Helvetica Neue"/>
              </a:defRPr>
            </a:lvl2pPr>
            <a:lvl3pPr algn="l">
              <a:buNone/>
              <a:defRPr sz="1200" b="0">
                <a:solidFill>
                  <a:srgbClr val="D64545"/>
                </a:solidFill>
                <a:latin typeface="Helvetica Neue"/>
                <a:ea typeface="Helvetica Neue"/>
                <a:cs typeface="Helvetica Neue"/>
              </a:defRPr>
            </a:lvl3pPr>
            <a:lvl4pPr algn="l">
              <a:buNone/>
              <a:defRPr sz="1200" b="0">
                <a:solidFill>
                  <a:srgbClr val="D64545"/>
                </a:solidFill>
                <a:latin typeface="Helvetica Neue"/>
                <a:ea typeface="Helvetica Neue"/>
                <a:cs typeface="Helvetica Neue"/>
              </a:defRPr>
            </a:lvl4pPr>
            <a:lvl5pPr algn="l">
              <a:buNone/>
              <a:defRPr sz="1200" b="0">
                <a:solidFill>
                  <a:srgbClr val="D64545"/>
                </a:solidFill>
                <a:latin typeface="Helvetica Neue"/>
                <a:ea typeface="Helvetica Neue"/>
                <a:cs typeface="Helvetica Neue"/>
              </a:defRPr>
            </a:lvl5pPr>
            <a:lvl6pPr algn="l">
              <a:buNone/>
              <a:defRPr sz="1200" b="0">
                <a:solidFill>
                  <a:srgbClr val="D64545"/>
                </a:solidFill>
                <a:latin typeface="Helvetica Neue"/>
                <a:ea typeface="Helvetica Neue"/>
                <a:cs typeface="Helvetica Neue"/>
              </a:defRPr>
            </a:lvl6pPr>
            <a:lvl7pPr algn="l">
              <a:buNone/>
              <a:defRPr sz="1200" b="0">
                <a:solidFill>
                  <a:srgbClr val="D64545"/>
                </a:solidFill>
                <a:latin typeface="Helvetica Neue"/>
                <a:ea typeface="Helvetica Neue"/>
                <a:cs typeface="Helvetica Neue"/>
              </a:defRPr>
            </a:lvl7pPr>
            <a:lvl8pPr algn="l">
              <a:buNone/>
              <a:defRPr sz="1200" b="0">
                <a:solidFill>
                  <a:srgbClr val="D64545"/>
                </a:solidFill>
                <a:latin typeface="Helvetica Neue"/>
                <a:ea typeface="Helvetica Neue"/>
                <a:cs typeface="Helvetica Neue"/>
              </a:defRPr>
            </a:lvl8pPr>
            <a:lvl9pPr algn="l">
              <a:buNone/>
              <a:defRPr sz="1200" b="0">
                <a:solidFill>
                  <a:srgbClr val="D64545"/>
                </a:solidFill>
                <a:latin typeface="Helvetica Neue"/>
                <a:ea typeface="Helvetica Neue"/>
                <a:cs typeface="Helvetica Neue"/>
              </a:defRPr>
            </a:lvl9pPr>
          </a:lstStyle>
          <a:p>
            <a:pPr algn="l">
              <a:buNone/>
              <a:defRPr sz="1200" b="0">
                <a:solidFill>
                  <a:srgbClr val="D64545"/>
                </a:solidFill>
                <a:latin typeface="Helvetica Neue"/>
                <a:ea typeface="Helvetica Neue"/>
                <a:cs typeface="Helvetica Neue"/>
              </a:defRPr>
            </a:pPr>
            <a:r>
              <a:rPr sz="1200" b="0">
                <a:solidFill>
                  <a:srgbClr val="627D98"/>
                </a:solidFill>
                <a:latin typeface="Helvetica Neue"/>
                <a:ea typeface="Helvetica Neue"/>
                <a:cs typeface="Helvetica Neue"/>
              </a:rPr>
              <a:t>Colour differences over 12 seconds. These are not pulse waveforms.</a:t>
            </a:r>
          </a:p>
        </p:txBody>
      </p:sp>
    </p:spTree>
  </p:cSld>
  <p:clrMapOvr>
    <a:masterClrMapping/>
  </p:clrMapOvr>
</p:sld>
</file>

<file path=ppt/slides/slide10.xml><?xml version="1.0" encoding="utf-8"?>
<p:sld xmlns:a="http://schemas.openxmlformats.org/drawingml/2006/main" xmlns:ns2="http://schemas.openxmlformats.org/drawingml/2006/chart"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18" name="矩形 17"/>
          <p:cNvSpPr>
            <a:spLocks noGrp="1"/>
          </p:cNvSpPr>
          <p:nvPr/>
        </p:nvSpPr>
        <p:spPr>
          <a:xfrm>
            <a:off x="609600" y="323850"/>
            <a:ext cx="10334625" cy="533400"/>
          </a:xfrm>
          <a:prstGeom prst="rect">
            <a:avLst/>
          </a:prstGeom>
          <a:noFill/>
          <a:ln w="0">
            <a:noFill/>
          </a:ln>
        </p:spPr>
        <p:txBody>
          <a:bodyPr anchor="ctr">
            <a:noAutofit/>
          </a:bodyPr>
          <a:lstStyle>
            <a:defPPr algn="l">
              <a:defRPr sz="2550" b="1">
                <a:solidFill>
                  <a:srgbClr val="102A43"/>
                </a:solidFill>
                <a:latin typeface="Helvetica Neue"/>
                <a:ea typeface="Helvetica Neue"/>
                <a:cs typeface="Helvetica Neue"/>
              </a:defRPr>
            </a:defPPr>
            <a:lvl1pPr algn="l">
              <a:buNone/>
              <a:defRPr sz="2550" b="1">
                <a:solidFill>
                  <a:srgbClr val="102A43"/>
                </a:solidFill>
                <a:latin typeface="Helvetica Neue"/>
                <a:ea typeface="Helvetica Neue"/>
                <a:cs typeface="Helvetica Neue"/>
              </a:defRPr>
            </a:lvl1pPr>
            <a:lvl2pPr algn="l">
              <a:buNone/>
              <a:defRPr sz="2550" b="1">
                <a:solidFill>
                  <a:srgbClr val="102A43"/>
                </a:solidFill>
                <a:latin typeface="Helvetica Neue"/>
                <a:ea typeface="Helvetica Neue"/>
                <a:cs typeface="Helvetica Neue"/>
              </a:defRPr>
            </a:lvl2pPr>
            <a:lvl3pPr algn="l">
              <a:buNone/>
              <a:defRPr sz="2550" b="1">
                <a:solidFill>
                  <a:srgbClr val="102A43"/>
                </a:solidFill>
                <a:latin typeface="Helvetica Neue"/>
                <a:ea typeface="Helvetica Neue"/>
                <a:cs typeface="Helvetica Neue"/>
              </a:defRPr>
            </a:lvl3pPr>
            <a:lvl4pPr algn="l">
              <a:buNone/>
              <a:defRPr sz="2550" b="1">
                <a:solidFill>
                  <a:srgbClr val="102A43"/>
                </a:solidFill>
                <a:latin typeface="Helvetica Neue"/>
                <a:ea typeface="Helvetica Neue"/>
                <a:cs typeface="Helvetica Neue"/>
              </a:defRPr>
            </a:lvl4pPr>
            <a:lvl5pPr algn="l">
              <a:buNone/>
              <a:defRPr sz="2550" b="1">
                <a:solidFill>
                  <a:srgbClr val="102A43"/>
                </a:solidFill>
                <a:latin typeface="Helvetica Neue"/>
                <a:ea typeface="Helvetica Neue"/>
                <a:cs typeface="Helvetica Neue"/>
              </a:defRPr>
            </a:lvl5pPr>
            <a:lvl6pPr algn="l">
              <a:buNone/>
              <a:defRPr sz="2550" b="1">
                <a:solidFill>
                  <a:srgbClr val="102A43"/>
                </a:solidFill>
                <a:latin typeface="Helvetica Neue"/>
                <a:ea typeface="Helvetica Neue"/>
                <a:cs typeface="Helvetica Neue"/>
              </a:defRPr>
            </a:lvl6pPr>
            <a:lvl7pPr algn="l">
              <a:buNone/>
              <a:defRPr sz="2550" b="1">
                <a:solidFill>
                  <a:srgbClr val="102A43"/>
                </a:solidFill>
                <a:latin typeface="Helvetica Neue"/>
                <a:ea typeface="Helvetica Neue"/>
                <a:cs typeface="Helvetica Neue"/>
              </a:defRPr>
            </a:lvl7pPr>
            <a:lvl8pPr algn="l">
              <a:buNone/>
              <a:defRPr sz="2550" b="1">
                <a:solidFill>
                  <a:srgbClr val="102A43"/>
                </a:solidFill>
                <a:latin typeface="Helvetica Neue"/>
                <a:ea typeface="Helvetica Neue"/>
                <a:cs typeface="Helvetica Neue"/>
              </a:defRPr>
            </a:lvl8pPr>
            <a:lvl9pPr algn="l">
              <a:buNone/>
              <a:defRPr sz="2550" b="1">
                <a:solidFill>
                  <a:srgbClr val="102A43"/>
                </a:solidFill>
                <a:latin typeface="Helvetica Neue"/>
                <a:ea typeface="Helvetica Neue"/>
                <a:cs typeface="Helvetica Neue"/>
              </a:defRPr>
            </a:lvl9pPr>
          </a:lstStyle>
          <a:p>
            <a:pPr algn="l">
              <a:buNone/>
              <a:defRPr sz="2550" b="1">
                <a:solidFill>
                  <a:srgbClr val="102A43"/>
                </a:solidFill>
                <a:latin typeface="Helvetica Neue"/>
                <a:ea typeface="Helvetica Neue"/>
                <a:cs typeface="Helvetica Neue"/>
              </a:defRPr>
            </a:pPr>
            <a:r>
              <a:rPr lang="en-US" altLang="zh-CN" sz="2550" b="1">
                <a:solidFill>
                  <a:srgbClr val="102A43"/>
                </a:solidFill>
                <a:latin typeface="Helvetica Neue"/>
                <a:ea typeface="Helvetica Neue"/>
                <a:cs typeface="Helvetica Neue"/>
              </a:rPr>
              <a:t>Video processing tests and limitations</a:t>
            </a:r>
            <a:endParaRPr lang="en-US" altLang="zh-CN" sz="2550" b="1">
              <a:solidFill>
                <a:srgbClr val="102A43"/>
              </a:solidFill>
              <a:latin typeface="Helvetica Neue"/>
              <a:ea typeface="Helvetica Neue"/>
              <a:cs typeface="Helvetica Neue"/>
            </a:endParaRPr>
          </a:p>
        </p:txBody>
      </p:sp>
      <p:sp>
        <p:nvSpPr>
          <p:cNvPr id="2" name="矩形 1"/>
          <p:cNvSpPr>
            <a:spLocks noGrp="1"/>
          </p:cNvSpPr>
          <p:nvPr/>
        </p:nvSpPr>
        <p:spPr>
          <a:xfrm>
            <a:off x="11049000" y="371475"/>
            <a:ext cx="571500" cy="381000"/>
          </a:xfrm>
          <a:prstGeom prst="rect">
            <a:avLst/>
          </a:prstGeom>
          <a:noFill/>
          <a:ln w="0">
            <a:noFill/>
          </a:ln>
        </p:spPr>
        <p:txBody>
          <a:bodyPr anchor="ctr">
            <a:noAutofit/>
          </a:bodyPr>
          <a:lstStyle>
            <a:defPPr algn="r">
              <a:defRPr sz="1350" b="1">
                <a:solidFill>
                  <a:srgbClr val="2F6BFF"/>
                </a:solidFill>
                <a:latin typeface="Helvetica Neue"/>
                <a:ea typeface="Helvetica Neue"/>
                <a:cs typeface="Helvetica Neue"/>
              </a:defRPr>
            </a:defPPr>
            <a:lvl1pPr algn="r">
              <a:buNone/>
              <a:defRPr sz="1350" b="1">
                <a:solidFill>
                  <a:srgbClr val="2F6BFF"/>
                </a:solidFill>
                <a:latin typeface="Helvetica Neue"/>
                <a:ea typeface="Helvetica Neue"/>
                <a:cs typeface="Helvetica Neue"/>
              </a:defRPr>
            </a:lvl1pPr>
            <a:lvl2pPr algn="r">
              <a:buNone/>
              <a:defRPr sz="1350" b="1">
                <a:solidFill>
                  <a:srgbClr val="2F6BFF"/>
                </a:solidFill>
                <a:latin typeface="Helvetica Neue"/>
                <a:ea typeface="Helvetica Neue"/>
                <a:cs typeface="Helvetica Neue"/>
              </a:defRPr>
            </a:lvl2pPr>
            <a:lvl3pPr algn="r">
              <a:buNone/>
              <a:defRPr sz="1350" b="1">
                <a:solidFill>
                  <a:srgbClr val="2F6BFF"/>
                </a:solidFill>
                <a:latin typeface="Helvetica Neue"/>
                <a:ea typeface="Helvetica Neue"/>
                <a:cs typeface="Helvetica Neue"/>
              </a:defRPr>
            </a:lvl3pPr>
            <a:lvl4pPr algn="r">
              <a:buNone/>
              <a:defRPr sz="1350" b="1">
                <a:solidFill>
                  <a:srgbClr val="2F6BFF"/>
                </a:solidFill>
                <a:latin typeface="Helvetica Neue"/>
                <a:ea typeface="Helvetica Neue"/>
                <a:cs typeface="Helvetica Neue"/>
              </a:defRPr>
            </a:lvl4pPr>
            <a:lvl5pPr algn="r">
              <a:buNone/>
              <a:defRPr sz="1350" b="1">
                <a:solidFill>
                  <a:srgbClr val="2F6BFF"/>
                </a:solidFill>
                <a:latin typeface="Helvetica Neue"/>
                <a:ea typeface="Helvetica Neue"/>
                <a:cs typeface="Helvetica Neue"/>
              </a:defRPr>
            </a:lvl5pPr>
            <a:lvl6pPr algn="r">
              <a:buNone/>
              <a:defRPr sz="1350" b="1">
                <a:solidFill>
                  <a:srgbClr val="2F6BFF"/>
                </a:solidFill>
                <a:latin typeface="Helvetica Neue"/>
                <a:ea typeface="Helvetica Neue"/>
                <a:cs typeface="Helvetica Neue"/>
              </a:defRPr>
            </a:lvl6pPr>
            <a:lvl7pPr algn="r">
              <a:buNone/>
              <a:defRPr sz="1350" b="1">
                <a:solidFill>
                  <a:srgbClr val="2F6BFF"/>
                </a:solidFill>
                <a:latin typeface="Helvetica Neue"/>
                <a:ea typeface="Helvetica Neue"/>
                <a:cs typeface="Helvetica Neue"/>
              </a:defRPr>
            </a:lvl7pPr>
            <a:lvl8pPr algn="r">
              <a:buNone/>
              <a:defRPr sz="1350" b="1">
                <a:solidFill>
                  <a:srgbClr val="2F6BFF"/>
                </a:solidFill>
                <a:latin typeface="Helvetica Neue"/>
                <a:ea typeface="Helvetica Neue"/>
                <a:cs typeface="Helvetica Neue"/>
              </a:defRPr>
            </a:lvl8pPr>
            <a:lvl9pPr algn="r">
              <a:buNone/>
              <a:defRPr sz="1350" b="1">
                <a:solidFill>
                  <a:srgbClr val="2F6BFF"/>
                </a:solidFill>
                <a:latin typeface="Helvetica Neue"/>
                <a:ea typeface="Helvetica Neue"/>
                <a:cs typeface="Helvetica Neue"/>
              </a:defRPr>
            </a:lvl9pPr>
          </a:lstStyle>
          <a:p>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10</a:t>
            </a:r>
            <a:endParaRPr sz="1350" b="1">
              <a:solidFill>
                <a:srgbClr val="2F6BFF"/>
              </a:solidFill>
              <a:latin typeface="Helvetica Neue"/>
              <a:ea typeface="Helvetica Neue"/>
              <a:cs typeface="Helvetica Neue"/>
            </a:endParaRPr>
          </a:p>
        </p:txBody>
      </p:sp>
      <p:sp>
        <p:nvSpPr>
          <p:cNvPr id="3" name="矩形 2"/>
          <p:cNvSpPr>
            <a:spLocks noGrp="1"/>
          </p:cNvSpPr>
          <p:nvPr/>
        </p:nvSpPr>
        <p:spPr>
          <a:xfrm>
            <a:off x="609600" y="952500"/>
            <a:ext cx="11010900" cy="38100"/>
          </a:xfrm>
          <a:prstGeom prst="rect">
            <a:avLst/>
          </a:prstGeom>
          <a:solidFill>
            <a:srgbClr val="2F6BFF"/>
          </a:solidFill>
          <a:ln w="0">
            <a:noFill/>
          </a:ln>
        </p:spPr>
      </p:sp>
      <p:sp>
        <p:nvSpPr>
          <p:cNvPr id="4" name="矩形 3"/>
          <p:cNvSpPr>
            <a:spLocks noGrp="1"/>
          </p:cNvSpPr>
          <p:nvPr/>
        </p:nvSpPr>
        <p:spPr>
          <a:xfrm>
            <a:off x="609600" y="6496050"/>
            <a:ext cx="5334000" cy="209550"/>
          </a:xfrm>
          <a:prstGeom prst="rect">
            <a:avLst/>
          </a:prstGeom>
          <a:noFill/>
          <a:ln w="0">
            <a:noFill/>
          </a:ln>
        </p:spPr>
        <p:txBody>
          <a:bodyPr anchor="ctr">
            <a:noAutofit/>
          </a:bodyPr>
          <a:lstStyle>
            <a:defPPr algn="l">
              <a:defRPr sz="900" b="0">
                <a:solidFill>
                  <a:srgbClr val="627D98"/>
                </a:solidFill>
                <a:latin typeface="Helvetica Neue"/>
                <a:ea typeface="Helvetica Neue"/>
                <a:cs typeface="Helvetica Neue"/>
              </a:defRPr>
            </a:defPPr>
            <a:lvl1pPr algn="l">
              <a:buNone/>
              <a:defRPr sz="900" b="0">
                <a:solidFill>
                  <a:srgbClr val="627D98"/>
                </a:solidFill>
                <a:latin typeface="Helvetica Neue"/>
                <a:ea typeface="Helvetica Neue"/>
                <a:cs typeface="Helvetica Neue"/>
              </a:defRPr>
            </a:lvl1pPr>
            <a:lvl2pPr algn="l">
              <a:buNone/>
              <a:defRPr sz="900" b="0">
                <a:solidFill>
                  <a:srgbClr val="627D98"/>
                </a:solidFill>
                <a:latin typeface="Helvetica Neue"/>
                <a:ea typeface="Helvetica Neue"/>
                <a:cs typeface="Helvetica Neue"/>
              </a:defRPr>
            </a:lvl2pPr>
            <a:lvl3pPr algn="l">
              <a:buNone/>
              <a:defRPr sz="900" b="0">
                <a:solidFill>
                  <a:srgbClr val="627D98"/>
                </a:solidFill>
                <a:latin typeface="Helvetica Neue"/>
                <a:ea typeface="Helvetica Neue"/>
                <a:cs typeface="Helvetica Neue"/>
              </a:defRPr>
            </a:lvl3pPr>
            <a:lvl4pPr algn="l">
              <a:buNone/>
              <a:defRPr sz="900" b="0">
                <a:solidFill>
                  <a:srgbClr val="627D98"/>
                </a:solidFill>
                <a:latin typeface="Helvetica Neue"/>
                <a:ea typeface="Helvetica Neue"/>
                <a:cs typeface="Helvetica Neue"/>
              </a:defRPr>
            </a:lvl4pPr>
            <a:lvl5pPr algn="l">
              <a:buNone/>
              <a:defRPr sz="900" b="0">
                <a:solidFill>
                  <a:srgbClr val="627D98"/>
                </a:solidFill>
                <a:latin typeface="Helvetica Neue"/>
                <a:ea typeface="Helvetica Neue"/>
                <a:cs typeface="Helvetica Neue"/>
              </a:defRPr>
            </a:lvl5pPr>
            <a:lvl6pPr algn="l">
              <a:buNone/>
              <a:defRPr sz="900" b="0">
                <a:solidFill>
                  <a:srgbClr val="627D98"/>
                </a:solidFill>
                <a:latin typeface="Helvetica Neue"/>
                <a:ea typeface="Helvetica Neue"/>
                <a:cs typeface="Helvetica Neue"/>
              </a:defRPr>
            </a:lvl6pPr>
            <a:lvl7pPr algn="l">
              <a:buNone/>
              <a:defRPr sz="900" b="0">
                <a:solidFill>
                  <a:srgbClr val="627D98"/>
                </a:solidFill>
                <a:latin typeface="Helvetica Neue"/>
                <a:ea typeface="Helvetica Neue"/>
                <a:cs typeface="Helvetica Neue"/>
              </a:defRPr>
            </a:lvl7pPr>
            <a:lvl8pPr algn="l">
              <a:buNone/>
              <a:defRPr sz="900" b="0">
                <a:solidFill>
                  <a:srgbClr val="627D98"/>
                </a:solidFill>
                <a:latin typeface="Helvetica Neue"/>
                <a:ea typeface="Helvetica Neue"/>
                <a:cs typeface="Helvetica Neue"/>
              </a:defRPr>
            </a:lvl8pPr>
            <a:lvl9pPr algn="l">
              <a:buNone/>
              <a:defRPr sz="900" b="0">
                <a:solidFill>
                  <a:srgbClr val="627D98"/>
                </a:solidFill>
                <a:latin typeface="Helvetica Neue"/>
                <a:ea typeface="Helvetica Neue"/>
                <a:cs typeface="Helvetica Neue"/>
              </a:defRPr>
            </a:lvl9pPr>
          </a:lstStyle>
          <a:p>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endParaRPr sz="900" b="0">
              <a:solidFill>
                <a:srgbClr val="627D98"/>
              </a:solidFill>
              <a:latin typeface="Helvetica Neue"/>
              <a:ea typeface="Helvetica Neue"/>
              <a:cs typeface="Helvetica Neue"/>
            </a:endParaRPr>
          </a:p>
        </p:txBody>
      </p:sp>
      <p:sp>
        <p:nvSpPr>
          <p:cNvPr id="5" name="矩形 4"/>
          <p:cNvSpPr>
            <a:spLocks noGrp="1"/>
          </p:cNvSpPr>
          <p:nvPr/>
        </p:nvSpPr>
        <p:spPr>
          <a:xfrm>
            <a:off x="10191750" y="6496050"/>
            <a:ext cx="1428750" cy="209550"/>
          </a:xfrm>
          <a:prstGeom prst="rect">
            <a:avLst/>
          </a:prstGeom>
          <a:noFill/>
          <a:ln w="0">
            <a:noFill/>
          </a:ln>
        </p:spPr>
        <p:txBody>
          <a:bodyPr anchor="ctr">
            <a:noAutofit/>
          </a:bodyPr>
          <a:lstStyle>
            <a:defPPr algn="r">
              <a:defRPr sz="900" b="0">
                <a:solidFill>
                  <a:srgbClr val="627D98"/>
                </a:solidFill>
                <a:latin typeface="Helvetica Neue"/>
                <a:ea typeface="Helvetica Neue"/>
                <a:cs typeface="Helvetica Neue"/>
              </a:defRPr>
            </a:defPPr>
            <a:lvl1pPr algn="r">
              <a:buNone/>
              <a:defRPr sz="900" b="0">
                <a:solidFill>
                  <a:srgbClr val="627D98"/>
                </a:solidFill>
                <a:latin typeface="Helvetica Neue"/>
                <a:ea typeface="Helvetica Neue"/>
                <a:cs typeface="Helvetica Neue"/>
              </a:defRPr>
            </a:lvl1pPr>
            <a:lvl2pPr algn="r">
              <a:buNone/>
              <a:defRPr sz="900" b="0">
                <a:solidFill>
                  <a:srgbClr val="627D98"/>
                </a:solidFill>
                <a:latin typeface="Helvetica Neue"/>
                <a:ea typeface="Helvetica Neue"/>
                <a:cs typeface="Helvetica Neue"/>
              </a:defRPr>
            </a:lvl2pPr>
            <a:lvl3pPr algn="r">
              <a:buNone/>
              <a:defRPr sz="900" b="0">
                <a:solidFill>
                  <a:srgbClr val="627D98"/>
                </a:solidFill>
                <a:latin typeface="Helvetica Neue"/>
                <a:ea typeface="Helvetica Neue"/>
                <a:cs typeface="Helvetica Neue"/>
              </a:defRPr>
            </a:lvl3pPr>
            <a:lvl4pPr algn="r">
              <a:buNone/>
              <a:defRPr sz="900" b="0">
                <a:solidFill>
                  <a:srgbClr val="627D98"/>
                </a:solidFill>
                <a:latin typeface="Helvetica Neue"/>
                <a:ea typeface="Helvetica Neue"/>
                <a:cs typeface="Helvetica Neue"/>
              </a:defRPr>
            </a:lvl4pPr>
            <a:lvl5pPr algn="r">
              <a:buNone/>
              <a:defRPr sz="900" b="0">
                <a:solidFill>
                  <a:srgbClr val="627D98"/>
                </a:solidFill>
                <a:latin typeface="Helvetica Neue"/>
                <a:ea typeface="Helvetica Neue"/>
                <a:cs typeface="Helvetica Neue"/>
              </a:defRPr>
            </a:lvl5pPr>
            <a:lvl6pPr algn="r">
              <a:buNone/>
              <a:defRPr sz="900" b="0">
                <a:solidFill>
                  <a:srgbClr val="627D98"/>
                </a:solidFill>
                <a:latin typeface="Helvetica Neue"/>
                <a:ea typeface="Helvetica Neue"/>
                <a:cs typeface="Helvetica Neue"/>
              </a:defRPr>
            </a:lvl6pPr>
            <a:lvl7pPr algn="r">
              <a:buNone/>
              <a:defRPr sz="900" b="0">
                <a:solidFill>
                  <a:srgbClr val="627D98"/>
                </a:solidFill>
                <a:latin typeface="Helvetica Neue"/>
                <a:ea typeface="Helvetica Neue"/>
                <a:cs typeface="Helvetica Neue"/>
              </a:defRPr>
            </a:lvl7pPr>
            <a:lvl8pPr algn="r">
              <a:buNone/>
              <a:defRPr sz="900" b="0">
                <a:solidFill>
                  <a:srgbClr val="627D98"/>
                </a:solidFill>
                <a:latin typeface="Helvetica Neue"/>
                <a:ea typeface="Helvetica Neue"/>
                <a:cs typeface="Helvetica Neue"/>
              </a:defRPr>
            </a:lvl8pPr>
            <a:lvl9pPr algn="r">
              <a:buNone/>
              <a:defRPr sz="900" b="0">
                <a:solidFill>
                  <a:srgbClr val="627D98"/>
                </a:solidFill>
                <a:latin typeface="Helvetica Neue"/>
                <a:ea typeface="Helvetica Neue"/>
                <a:cs typeface="Helvetica Neue"/>
              </a:defRPr>
            </a:lvl9pPr>
          </a:lstStyle>
          <a:p>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10/11</a:t>
            </a:r>
            <a:endParaRPr sz="900" b="0">
              <a:solidFill>
                <a:srgbClr val="627D98"/>
              </a:solidFill>
              <a:latin typeface="Helvetica Neue"/>
              <a:ea typeface="Helvetica Neue"/>
              <a:cs typeface="Helvetica Neue"/>
            </a:endParaRPr>
          </a:p>
        </p:txBody>
      </p:sp>
      <p:graphicFrame>
        <p:nvGraphicFramePr>
          <p:cNvPr id="6" name="Chart"/>
          <p:cNvGraphicFramePr/>
          <p:nvPr/>
        </p:nvGraphicFramePr>
        <p:xfrm>
          <a:off x="666750" y="1428750"/>
          <a:ext cx="8096250" cy="3524250"/>
        </p:xfrm>
        <a:graphic>
          <a:graphicData uri="http://schemas.openxmlformats.org/drawingml/2006/chart">
            <ns2:chart r:id="rId1"/>
          </a:graphicData>
        </a:graphic>
      </p:graphicFrame>
      <p:sp>
        <p:nvSpPr>
          <p:cNvPr id="7" name="矩形 6"/>
          <p:cNvSpPr>
            <a:spLocks noGrp="1"/>
          </p:cNvSpPr>
          <p:nvPr/>
        </p:nvSpPr>
        <p:spPr>
          <a:xfrm>
            <a:off x="9382125" y="1571625"/>
            <a:ext cx="2333625" cy="323850"/>
          </a:xfrm>
          <a:prstGeom prst="rect">
            <a:avLst/>
          </a:prstGeom>
          <a:noFill/>
          <a:ln w="0">
            <a:noFill/>
          </a:ln>
        </p:spPr>
        <p:txBody>
          <a:bodyPr anchor="ctr">
            <a:noAutofit/>
          </a:bodyPr>
          <a:lstStyle>
            <a:defPPr algn="l">
              <a:defRPr sz="1425" b="1">
                <a:solidFill>
                  <a:srgbClr val="102A43"/>
                </a:solidFill>
                <a:latin typeface="Helvetica Neue"/>
                <a:ea typeface="Helvetica Neue"/>
                <a:cs typeface="Helvetica Neue"/>
              </a:defRPr>
            </a:defPPr>
            <a:lvl1pPr algn="l">
              <a:buNone/>
              <a:defRPr sz="1425" b="1">
                <a:solidFill>
                  <a:srgbClr val="102A43"/>
                </a:solidFill>
                <a:latin typeface="Helvetica Neue"/>
                <a:ea typeface="Helvetica Neue"/>
                <a:cs typeface="Helvetica Neue"/>
              </a:defRPr>
            </a:lvl1pPr>
            <a:lvl2pPr algn="l">
              <a:buNone/>
              <a:defRPr sz="1425" b="1">
                <a:solidFill>
                  <a:srgbClr val="102A43"/>
                </a:solidFill>
                <a:latin typeface="Helvetica Neue"/>
                <a:ea typeface="Helvetica Neue"/>
                <a:cs typeface="Helvetica Neue"/>
              </a:defRPr>
            </a:lvl2pPr>
            <a:lvl3pPr algn="l">
              <a:buNone/>
              <a:defRPr sz="1425" b="1">
                <a:solidFill>
                  <a:srgbClr val="102A43"/>
                </a:solidFill>
                <a:latin typeface="Helvetica Neue"/>
                <a:ea typeface="Helvetica Neue"/>
                <a:cs typeface="Helvetica Neue"/>
              </a:defRPr>
            </a:lvl3pPr>
            <a:lvl4pPr algn="l">
              <a:buNone/>
              <a:defRPr sz="1425" b="1">
                <a:solidFill>
                  <a:srgbClr val="102A43"/>
                </a:solidFill>
                <a:latin typeface="Helvetica Neue"/>
                <a:ea typeface="Helvetica Neue"/>
                <a:cs typeface="Helvetica Neue"/>
              </a:defRPr>
            </a:lvl4pPr>
            <a:lvl5pPr algn="l">
              <a:buNone/>
              <a:defRPr sz="1425" b="1">
                <a:solidFill>
                  <a:srgbClr val="102A43"/>
                </a:solidFill>
                <a:latin typeface="Helvetica Neue"/>
                <a:ea typeface="Helvetica Neue"/>
                <a:cs typeface="Helvetica Neue"/>
              </a:defRPr>
            </a:lvl5pPr>
            <a:lvl6pPr algn="l">
              <a:buNone/>
              <a:defRPr sz="1425" b="1">
                <a:solidFill>
                  <a:srgbClr val="102A43"/>
                </a:solidFill>
                <a:latin typeface="Helvetica Neue"/>
                <a:ea typeface="Helvetica Neue"/>
                <a:cs typeface="Helvetica Neue"/>
              </a:defRPr>
            </a:lvl6pPr>
            <a:lvl7pPr algn="l">
              <a:buNone/>
              <a:defRPr sz="1425" b="1">
                <a:solidFill>
                  <a:srgbClr val="102A43"/>
                </a:solidFill>
                <a:latin typeface="Helvetica Neue"/>
                <a:ea typeface="Helvetica Neue"/>
                <a:cs typeface="Helvetica Neue"/>
              </a:defRPr>
            </a:lvl7pPr>
            <a:lvl8pPr algn="l">
              <a:buNone/>
              <a:defRPr sz="1425" b="1">
                <a:solidFill>
                  <a:srgbClr val="102A43"/>
                </a:solidFill>
                <a:latin typeface="Helvetica Neue"/>
                <a:ea typeface="Helvetica Neue"/>
                <a:cs typeface="Helvetica Neue"/>
              </a:defRPr>
            </a:lvl8pPr>
            <a:lvl9pPr algn="l">
              <a:buNone/>
              <a:defRPr sz="1425" b="1">
                <a:solidFill>
                  <a:srgbClr val="102A43"/>
                </a:solidFill>
                <a:latin typeface="Helvetica Neue"/>
                <a:ea typeface="Helvetica Neue"/>
                <a:cs typeface="Helvetica Neue"/>
              </a:defRPr>
            </a:lvl9pPr>
          </a:lstStyle>
          <a:p>
            <a:pPr algn="l">
              <a:buNone/>
              <a:defRPr sz="1425" b="1">
                <a:solidFill>
                  <a:srgbClr val="102A43"/>
                </a:solidFill>
                <a:latin typeface="Helvetica Neue"/>
                <a:ea typeface="Helvetica Neue"/>
                <a:cs typeface="Helvetica Neue"/>
              </a:defRPr>
            </a:pPr>
            <a:r>
              <a:rPr sz="1500" b="1">
                <a:solidFill>
                  <a:srgbClr val="102A43"/>
                </a:solidFill>
                <a:latin typeface="Helvetica Neue"/>
                <a:ea typeface="Helvetica Neue"/>
                <a:cs typeface="Helvetica Neue"/>
              </a:rPr>
              <a:t>Energy share ratio</a:t>
            </a:r>
          </a:p>
        </p:txBody>
      </p:sp>
      <p:sp>
        <p:nvSpPr>
          <p:cNvPr id="8" name="矩形 7"/>
          <p:cNvSpPr>
            <a:spLocks noGrp="1"/>
          </p:cNvSpPr>
          <p:nvPr/>
        </p:nvSpPr>
        <p:spPr>
          <a:xfrm>
            <a:off x="9382125" y="2095500"/>
            <a:ext cx="1619250" cy="266700"/>
          </a:xfrm>
          <a:prstGeom prst="rect">
            <a:avLst/>
          </a:prstGeom>
          <a:noFill/>
          <a:ln w="0">
            <a:noFill/>
          </a:ln>
        </p:spPr>
        <p:txBody>
          <a:bodyPr anchor="ctr">
            <a:noAutofit/>
          </a:bodyPr>
          <a:lstStyle>
            <a:defPPr algn="l">
              <a:defRPr sz="1200" b="0">
                <a:solidFill>
                  <a:srgbClr val="627D98"/>
                </a:solidFill>
                <a:latin typeface="Helvetica Neue"/>
                <a:ea typeface="Helvetica Neue"/>
                <a:cs typeface="Helvetica Neue"/>
              </a:defRPr>
            </a:defPPr>
            <a:lvl1pPr algn="l">
              <a:buNone/>
              <a:defRPr sz="1200" b="0">
                <a:solidFill>
                  <a:srgbClr val="627D98"/>
                </a:solidFill>
                <a:latin typeface="Helvetica Neue"/>
                <a:ea typeface="Helvetica Neue"/>
                <a:cs typeface="Helvetica Neue"/>
              </a:defRPr>
            </a:lvl1pPr>
            <a:lvl2pPr algn="l">
              <a:buNone/>
              <a:defRPr sz="1200" b="0">
                <a:solidFill>
                  <a:srgbClr val="627D98"/>
                </a:solidFill>
                <a:latin typeface="Helvetica Neue"/>
                <a:ea typeface="Helvetica Neue"/>
                <a:cs typeface="Helvetica Neue"/>
              </a:defRPr>
            </a:lvl2pPr>
            <a:lvl3pPr algn="l">
              <a:buNone/>
              <a:defRPr sz="1200" b="0">
                <a:solidFill>
                  <a:srgbClr val="627D98"/>
                </a:solidFill>
                <a:latin typeface="Helvetica Neue"/>
                <a:ea typeface="Helvetica Neue"/>
                <a:cs typeface="Helvetica Neue"/>
              </a:defRPr>
            </a:lvl3pPr>
            <a:lvl4pPr algn="l">
              <a:buNone/>
              <a:defRPr sz="1200" b="0">
                <a:solidFill>
                  <a:srgbClr val="627D98"/>
                </a:solidFill>
                <a:latin typeface="Helvetica Neue"/>
                <a:ea typeface="Helvetica Neue"/>
                <a:cs typeface="Helvetica Neue"/>
              </a:defRPr>
            </a:lvl4pPr>
            <a:lvl5pPr algn="l">
              <a:buNone/>
              <a:defRPr sz="1200" b="0">
                <a:solidFill>
                  <a:srgbClr val="627D98"/>
                </a:solidFill>
                <a:latin typeface="Helvetica Neue"/>
                <a:ea typeface="Helvetica Neue"/>
                <a:cs typeface="Helvetica Neue"/>
              </a:defRPr>
            </a:lvl5pPr>
            <a:lvl6pPr algn="l">
              <a:buNone/>
              <a:defRPr sz="1200" b="0">
                <a:solidFill>
                  <a:srgbClr val="627D98"/>
                </a:solidFill>
                <a:latin typeface="Helvetica Neue"/>
                <a:ea typeface="Helvetica Neue"/>
                <a:cs typeface="Helvetica Neue"/>
              </a:defRPr>
            </a:lvl6pPr>
            <a:lvl7pPr algn="l">
              <a:buNone/>
              <a:defRPr sz="1200" b="0">
                <a:solidFill>
                  <a:srgbClr val="627D98"/>
                </a:solidFill>
                <a:latin typeface="Helvetica Neue"/>
                <a:ea typeface="Helvetica Neue"/>
                <a:cs typeface="Helvetica Neue"/>
              </a:defRPr>
            </a:lvl7pPr>
            <a:lvl8pPr algn="l">
              <a:buNone/>
              <a:defRPr sz="1200" b="0">
                <a:solidFill>
                  <a:srgbClr val="627D98"/>
                </a:solidFill>
                <a:latin typeface="Helvetica Neue"/>
                <a:ea typeface="Helvetica Neue"/>
                <a:cs typeface="Helvetica Neue"/>
              </a:defRPr>
            </a:lvl8pPr>
            <a:lvl9pPr algn="l">
              <a:buNone/>
              <a:defRPr sz="1200" b="0">
                <a:solidFill>
                  <a:srgbClr val="627D98"/>
                </a:solidFill>
                <a:latin typeface="Helvetica Neue"/>
                <a:ea typeface="Helvetica Neue"/>
                <a:cs typeface="Helvetica Neue"/>
              </a:defRPr>
            </a:lvl9pPr>
          </a:lstStyle>
          <a:p>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Original</a:t>
            </a:r>
            <a:endParaRPr sz="1200" b="0">
              <a:solidFill>
                <a:srgbClr val="627D98"/>
              </a:solidFill>
              <a:latin typeface="Helvetica Neue"/>
              <a:ea typeface="Helvetica Neue"/>
              <a:cs typeface="Helvetica Neue"/>
            </a:endParaRPr>
          </a:p>
        </p:txBody>
      </p:sp>
      <p:sp>
        <p:nvSpPr>
          <p:cNvPr id="9" name="矩形 8"/>
          <p:cNvSpPr>
            <a:spLocks noGrp="1"/>
          </p:cNvSpPr>
          <p:nvPr/>
        </p:nvSpPr>
        <p:spPr>
          <a:xfrm>
            <a:off x="9382125" y="2362200"/>
            <a:ext cx="1809750" cy="419100"/>
          </a:xfrm>
          <a:prstGeom prst="rect">
            <a:avLst/>
          </a:prstGeom>
          <a:noFill/>
          <a:ln w="0">
            <a:noFill/>
          </a:ln>
        </p:spPr>
        <p:txBody>
          <a:bodyPr anchor="ctr">
            <a:noAutofit/>
          </a:bodyPr>
          <a:lstStyle>
            <a:defPPr algn="l">
              <a:defRPr sz="2100" b="1">
                <a:solidFill>
                  <a:srgbClr val="D64545"/>
                </a:solidFill>
                <a:latin typeface="Helvetica Neue"/>
                <a:ea typeface="Helvetica Neue"/>
                <a:cs typeface="Helvetica Neue"/>
              </a:defRPr>
            </a:defPPr>
            <a:lvl1pPr algn="l">
              <a:buNone/>
              <a:defRPr sz="2100" b="1">
                <a:solidFill>
                  <a:srgbClr val="D64545"/>
                </a:solidFill>
                <a:latin typeface="Helvetica Neue"/>
                <a:ea typeface="Helvetica Neue"/>
                <a:cs typeface="Helvetica Neue"/>
              </a:defRPr>
            </a:lvl1pPr>
            <a:lvl2pPr algn="l">
              <a:buNone/>
              <a:defRPr sz="2100" b="1">
                <a:solidFill>
                  <a:srgbClr val="D64545"/>
                </a:solidFill>
                <a:latin typeface="Helvetica Neue"/>
                <a:ea typeface="Helvetica Neue"/>
                <a:cs typeface="Helvetica Neue"/>
              </a:defRPr>
            </a:lvl2pPr>
            <a:lvl3pPr algn="l">
              <a:buNone/>
              <a:defRPr sz="2100" b="1">
                <a:solidFill>
                  <a:srgbClr val="D64545"/>
                </a:solidFill>
                <a:latin typeface="Helvetica Neue"/>
                <a:ea typeface="Helvetica Neue"/>
                <a:cs typeface="Helvetica Neue"/>
              </a:defRPr>
            </a:lvl3pPr>
            <a:lvl4pPr algn="l">
              <a:buNone/>
              <a:defRPr sz="2100" b="1">
                <a:solidFill>
                  <a:srgbClr val="D64545"/>
                </a:solidFill>
                <a:latin typeface="Helvetica Neue"/>
                <a:ea typeface="Helvetica Neue"/>
                <a:cs typeface="Helvetica Neue"/>
              </a:defRPr>
            </a:lvl4pPr>
            <a:lvl5pPr algn="l">
              <a:buNone/>
              <a:defRPr sz="2100" b="1">
                <a:solidFill>
                  <a:srgbClr val="D64545"/>
                </a:solidFill>
                <a:latin typeface="Helvetica Neue"/>
                <a:ea typeface="Helvetica Neue"/>
                <a:cs typeface="Helvetica Neue"/>
              </a:defRPr>
            </a:lvl5pPr>
            <a:lvl6pPr algn="l">
              <a:buNone/>
              <a:defRPr sz="2100" b="1">
                <a:solidFill>
                  <a:srgbClr val="D64545"/>
                </a:solidFill>
                <a:latin typeface="Helvetica Neue"/>
                <a:ea typeface="Helvetica Neue"/>
                <a:cs typeface="Helvetica Neue"/>
              </a:defRPr>
            </a:lvl6pPr>
            <a:lvl7pPr algn="l">
              <a:buNone/>
              <a:defRPr sz="2100" b="1">
                <a:solidFill>
                  <a:srgbClr val="D64545"/>
                </a:solidFill>
                <a:latin typeface="Helvetica Neue"/>
                <a:ea typeface="Helvetica Neue"/>
                <a:cs typeface="Helvetica Neue"/>
              </a:defRPr>
            </a:lvl7pPr>
            <a:lvl8pPr algn="l">
              <a:buNone/>
              <a:defRPr sz="2100" b="1">
                <a:solidFill>
                  <a:srgbClr val="D64545"/>
                </a:solidFill>
                <a:latin typeface="Helvetica Neue"/>
                <a:ea typeface="Helvetica Neue"/>
                <a:cs typeface="Helvetica Neue"/>
              </a:defRPr>
            </a:lvl8pPr>
            <a:lvl9pPr algn="l">
              <a:buNone/>
              <a:defRPr sz="2100" b="1">
                <a:solidFill>
                  <a:srgbClr val="D64545"/>
                </a:solidFill>
                <a:latin typeface="Helvetica Neue"/>
                <a:ea typeface="Helvetica Neue"/>
                <a:cs typeface="Helvetica Neue"/>
              </a:defRPr>
            </a:lvl9pPr>
          </a:lstStyle>
          <a:p>
            <a:pPr algn="l">
              <a:buNone/>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4.63×</a:t>
            </a:r>
            <a:endParaRPr sz="2100" b="1">
              <a:solidFill>
                <a:srgbClr val="D64545"/>
              </a:solidFill>
              <a:latin typeface="Helvetica Neue"/>
              <a:ea typeface="Helvetica Neue"/>
              <a:cs typeface="Helvetica Neue"/>
            </a:endParaRPr>
          </a:p>
        </p:txBody>
      </p:sp>
      <p:sp>
        <p:nvSpPr>
          <p:cNvPr id="10" name="矩形 9"/>
          <p:cNvSpPr>
            <a:spLocks noGrp="1"/>
          </p:cNvSpPr>
          <p:nvPr/>
        </p:nvSpPr>
        <p:spPr>
          <a:xfrm>
            <a:off x="9382125" y="2971800"/>
            <a:ext cx="1619250" cy="266700"/>
          </a:xfrm>
          <a:prstGeom prst="rect">
            <a:avLst/>
          </a:prstGeom>
          <a:noFill/>
          <a:ln w="0">
            <a:noFill/>
          </a:ln>
        </p:spPr>
        <p:txBody>
          <a:bodyPr anchor="ctr">
            <a:noAutofit/>
          </a:bodyPr>
          <a:lstStyle>
            <a:defPPr algn="l">
              <a:defRPr sz="1200" b="0">
                <a:solidFill>
                  <a:srgbClr val="627D98"/>
                </a:solidFill>
                <a:latin typeface="Helvetica Neue"/>
                <a:ea typeface="Helvetica Neue"/>
                <a:cs typeface="Helvetica Neue"/>
              </a:defRPr>
            </a:defPPr>
            <a:lvl1pPr algn="l">
              <a:buNone/>
              <a:defRPr sz="1200" b="0">
                <a:solidFill>
                  <a:srgbClr val="627D98"/>
                </a:solidFill>
                <a:latin typeface="Helvetica Neue"/>
                <a:ea typeface="Helvetica Neue"/>
                <a:cs typeface="Helvetica Neue"/>
              </a:defRPr>
            </a:lvl1pPr>
            <a:lvl2pPr algn="l">
              <a:buNone/>
              <a:defRPr sz="1200" b="0">
                <a:solidFill>
                  <a:srgbClr val="627D98"/>
                </a:solidFill>
                <a:latin typeface="Helvetica Neue"/>
                <a:ea typeface="Helvetica Neue"/>
                <a:cs typeface="Helvetica Neue"/>
              </a:defRPr>
            </a:lvl2pPr>
            <a:lvl3pPr algn="l">
              <a:buNone/>
              <a:defRPr sz="1200" b="0">
                <a:solidFill>
                  <a:srgbClr val="627D98"/>
                </a:solidFill>
                <a:latin typeface="Helvetica Neue"/>
                <a:ea typeface="Helvetica Neue"/>
                <a:cs typeface="Helvetica Neue"/>
              </a:defRPr>
            </a:lvl3pPr>
            <a:lvl4pPr algn="l">
              <a:buNone/>
              <a:defRPr sz="1200" b="0">
                <a:solidFill>
                  <a:srgbClr val="627D98"/>
                </a:solidFill>
                <a:latin typeface="Helvetica Neue"/>
                <a:ea typeface="Helvetica Neue"/>
                <a:cs typeface="Helvetica Neue"/>
              </a:defRPr>
            </a:lvl4pPr>
            <a:lvl5pPr algn="l">
              <a:buNone/>
              <a:defRPr sz="1200" b="0">
                <a:solidFill>
                  <a:srgbClr val="627D98"/>
                </a:solidFill>
                <a:latin typeface="Helvetica Neue"/>
                <a:ea typeface="Helvetica Neue"/>
                <a:cs typeface="Helvetica Neue"/>
              </a:defRPr>
            </a:lvl5pPr>
            <a:lvl6pPr algn="l">
              <a:buNone/>
              <a:defRPr sz="1200" b="0">
                <a:solidFill>
                  <a:srgbClr val="627D98"/>
                </a:solidFill>
                <a:latin typeface="Helvetica Neue"/>
                <a:ea typeface="Helvetica Neue"/>
                <a:cs typeface="Helvetica Neue"/>
              </a:defRPr>
            </a:lvl6pPr>
            <a:lvl7pPr algn="l">
              <a:buNone/>
              <a:defRPr sz="1200" b="0">
                <a:solidFill>
                  <a:srgbClr val="627D98"/>
                </a:solidFill>
                <a:latin typeface="Helvetica Neue"/>
                <a:ea typeface="Helvetica Neue"/>
                <a:cs typeface="Helvetica Neue"/>
              </a:defRPr>
            </a:lvl7pPr>
            <a:lvl8pPr algn="l">
              <a:buNone/>
              <a:defRPr sz="1200" b="0">
                <a:solidFill>
                  <a:srgbClr val="627D98"/>
                </a:solidFill>
                <a:latin typeface="Helvetica Neue"/>
                <a:ea typeface="Helvetica Neue"/>
                <a:cs typeface="Helvetica Neue"/>
              </a:defRPr>
            </a:lvl8pPr>
            <a:lvl9pPr algn="l">
              <a:buNone/>
              <a:defRPr sz="1200" b="0">
                <a:solidFill>
                  <a:srgbClr val="627D98"/>
                </a:solidFill>
                <a:latin typeface="Helvetica Neue"/>
                <a:ea typeface="Helvetica Neue"/>
                <a:cs typeface="Helvetica Neue"/>
              </a:defRPr>
            </a:lvl9pPr>
          </a:lstStyle>
          <a:p>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H.264 CRF 35</a:t>
            </a:r>
            <a:endParaRPr sz="1200" b="0">
              <a:solidFill>
                <a:srgbClr val="627D98"/>
              </a:solidFill>
              <a:latin typeface="Helvetica Neue"/>
              <a:ea typeface="Helvetica Neue"/>
              <a:cs typeface="Helvetica Neue"/>
            </a:endParaRPr>
          </a:p>
        </p:txBody>
      </p:sp>
      <p:sp>
        <p:nvSpPr>
          <p:cNvPr id="11" name="矩形 10"/>
          <p:cNvSpPr>
            <a:spLocks noGrp="1"/>
          </p:cNvSpPr>
          <p:nvPr/>
        </p:nvSpPr>
        <p:spPr>
          <a:xfrm>
            <a:off x="9382125" y="3238500"/>
            <a:ext cx="1809750" cy="419100"/>
          </a:xfrm>
          <a:prstGeom prst="rect">
            <a:avLst/>
          </a:prstGeom>
          <a:noFill/>
          <a:ln w="0">
            <a:noFill/>
          </a:ln>
        </p:spPr>
        <p:txBody>
          <a:bodyPr anchor="ctr">
            <a:noAutofit/>
          </a:bodyPr>
          <a:lstStyle>
            <a:defPPr algn="l">
              <a:defRPr sz="2100" b="1">
                <a:solidFill>
                  <a:srgbClr val="D64545"/>
                </a:solidFill>
                <a:latin typeface="Helvetica Neue"/>
                <a:ea typeface="Helvetica Neue"/>
                <a:cs typeface="Helvetica Neue"/>
              </a:defRPr>
            </a:defPPr>
            <a:lvl1pPr algn="l">
              <a:buNone/>
              <a:defRPr sz="2100" b="1">
                <a:solidFill>
                  <a:srgbClr val="D64545"/>
                </a:solidFill>
                <a:latin typeface="Helvetica Neue"/>
                <a:ea typeface="Helvetica Neue"/>
                <a:cs typeface="Helvetica Neue"/>
              </a:defRPr>
            </a:lvl1pPr>
            <a:lvl2pPr algn="l">
              <a:buNone/>
              <a:defRPr sz="2100" b="1">
                <a:solidFill>
                  <a:srgbClr val="D64545"/>
                </a:solidFill>
                <a:latin typeface="Helvetica Neue"/>
                <a:ea typeface="Helvetica Neue"/>
                <a:cs typeface="Helvetica Neue"/>
              </a:defRPr>
            </a:lvl2pPr>
            <a:lvl3pPr algn="l">
              <a:buNone/>
              <a:defRPr sz="2100" b="1">
                <a:solidFill>
                  <a:srgbClr val="D64545"/>
                </a:solidFill>
                <a:latin typeface="Helvetica Neue"/>
                <a:ea typeface="Helvetica Neue"/>
                <a:cs typeface="Helvetica Neue"/>
              </a:defRPr>
            </a:lvl3pPr>
            <a:lvl4pPr algn="l">
              <a:buNone/>
              <a:defRPr sz="2100" b="1">
                <a:solidFill>
                  <a:srgbClr val="D64545"/>
                </a:solidFill>
                <a:latin typeface="Helvetica Neue"/>
                <a:ea typeface="Helvetica Neue"/>
                <a:cs typeface="Helvetica Neue"/>
              </a:defRPr>
            </a:lvl4pPr>
            <a:lvl5pPr algn="l">
              <a:buNone/>
              <a:defRPr sz="2100" b="1">
                <a:solidFill>
                  <a:srgbClr val="D64545"/>
                </a:solidFill>
                <a:latin typeface="Helvetica Neue"/>
                <a:ea typeface="Helvetica Neue"/>
                <a:cs typeface="Helvetica Neue"/>
              </a:defRPr>
            </a:lvl5pPr>
            <a:lvl6pPr algn="l">
              <a:buNone/>
              <a:defRPr sz="2100" b="1">
                <a:solidFill>
                  <a:srgbClr val="D64545"/>
                </a:solidFill>
                <a:latin typeface="Helvetica Neue"/>
                <a:ea typeface="Helvetica Neue"/>
                <a:cs typeface="Helvetica Neue"/>
              </a:defRPr>
            </a:lvl6pPr>
            <a:lvl7pPr algn="l">
              <a:buNone/>
              <a:defRPr sz="2100" b="1">
                <a:solidFill>
                  <a:srgbClr val="D64545"/>
                </a:solidFill>
                <a:latin typeface="Helvetica Neue"/>
                <a:ea typeface="Helvetica Neue"/>
                <a:cs typeface="Helvetica Neue"/>
              </a:defRPr>
            </a:lvl7pPr>
            <a:lvl8pPr algn="l">
              <a:buNone/>
              <a:defRPr sz="2100" b="1">
                <a:solidFill>
                  <a:srgbClr val="D64545"/>
                </a:solidFill>
                <a:latin typeface="Helvetica Neue"/>
                <a:ea typeface="Helvetica Neue"/>
                <a:cs typeface="Helvetica Neue"/>
              </a:defRPr>
            </a:lvl8pPr>
            <a:lvl9pPr algn="l">
              <a:buNone/>
              <a:defRPr sz="2100" b="1">
                <a:solidFill>
                  <a:srgbClr val="D64545"/>
                </a:solidFill>
                <a:latin typeface="Helvetica Neue"/>
                <a:ea typeface="Helvetica Neue"/>
                <a:cs typeface="Helvetica Neue"/>
              </a:defRPr>
            </a:lvl9pPr>
          </a:lstStyle>
          <a:p>
            <a:pPr algn="l">
              <a:buNone/>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8.45×</a:t>
            </a:r>
            <a:endParaRPr sz="2100" b="1">
              <a:solidFill>
                <a:srgbClr val="D64545"/>
              </a:solidFill>
              <a:latin typeface="Helvetica Neue"/>
              <a:ea typeface="Helvetica Neue"/>
              <a:cs typeface="Helvetica Neue"/>
            </a:endParaRPr>
          </a:p>
        </p:txBody>
      </p:sp>
      <p:sp>
        <p:nvSpPr>
          <p:cNvPr id="12" name="矩形 11"/>
          <p:cNvSpPr>
            <a:spLocks noGrp="1"/>
          </p:cNvSpPr>
          <p:nvPr/>
        </p:nvSpPr>
        <p:spPr>
          <a:xfrm>
            <a:off x="9382125" y="3848100"/>
            <a:ext cx="1619250" cy="266700"/>
          </a:xfrm>
          <a:prstGeom prst="rect">
            <a:avLst/>
          </a:prstGeom>
          <a:noFill/>
          <a:ln w="0">
            <a:noFill/>
          </a:ln>
        </p:spPr>
        <p:txBody>
          <a:bodyPr anchor="ctr">
            <a:noAutofit/>
          </a:bodyPr>
          <a:lstStyle>
            <a:defPPr algn="l">
              <a:defRPr sz="1200" b="0">
                <a:solidFill>
                  <a:srgbClr val="627D98"/>
                </a:solidFill>
                <a:latin typeface="Helvetica Neue"/>
                <a:ea typeface="Helvetica Neue"/>
                <a:cs typeface="Helvetica Neue"/>
              </a:defRPr>
            </a:defPPr>
            <a:lvl1pPr algn="l">
              <a:buNone/>
              <a:defRPr sz="1200" b="0">
                <a:solidFill>
                  <a:srgbClr val="627D98"/>
                </a:solidFill>
                <a:latin typeface="Helvetica Neue"/>
                <a:ea typeface="Helvetica Neue"/>
                <a:cs typeface="Helvetica Neue"/>
              </a:defRPr>
            </a:lvl1pPr>
            <a:lvl2pPr algn="l">
              <a:buNone/>
              <a:defRPr sz="1200" b="0">
                <a:solidFill>
                  <a:srgbClr val="627D98"/>
                </a:solidFill>
                <a:latin typeface="Helvetica Neue"/>
                <a:ea typeface="Helvetica Neue"/>
                <a:cs typeface="Helvetica Neue"/>
              </a:defRPr>
            </a:lvl2pPr>
            <a:lvl3pPr algn="l">
              <a:buNone/>
              <a:defRPr sz="1200" b="0">
                <a:solidFill>
                  <a:srgbClr val="627D98"/>
                </a:solidFill>
                <a:latin typeface="Helvetica Neue"/>
                <a:ea typeface="Helvetica Neue"/>
                <a:cs typeface="Helvetica Neue"/>
              </a:defRPr>
            </a:lvl3pPr>
            <a:lvl4pPr algn="l">
              <a:buNone/>
              <a:defRPr sz="1200" b="0">
                <a:solidFill>
                  <a:srgbClr val="627D98"/>
                </a:solidFill>
                <a:latin typeface="Helvetica Neue"/>
                <a:ea typeface="Helvetica Neue"/>
                <a:cs typeface="Helvetica Neue"/>
              </a:defRPr>
            </a:lvl4pPr>
            <a:lvl5pPr algn="l">
              <a:buNone/>
              <a:defRPr sz="1200" b="0">
                <a:solidFill>
                  <a:srgbClr val="627D98"/>
                </a:solidFill>
                <a:latin typeface="Helvetica Neue"/>
                <a:ea typeface="Helvetica Neue"/>
                <a:cs typeface="Helvetica Neue"/>
              </a:defRPr>
            </a:lvl5pPr>
            <a:lvl6pPr algn="l">
              <a:buNone/>
              <a:defRPr sz="1200" b="0">
                <a:solidFill>
                  <a:srgbClr val="627D98"/>
                </a:solidFill>
                <a:latin typeface="Helvetica Neue"/>
                <a:ea typeface="Helvetica Neue"/>
                <a:cs typeface="Helvetica Neue"/>
              </a:defRPr>
            </a:lvl6pPr>
            <a:lvl7pPr algn="l">
              <a:buNone/>
              <a:defRPr sz="1200" b="0">
                <a:solidFill>
                  <a:srgbClr val="627D98"/>
                </a:solidFill>
                <a:latin typeface="Helvetica Neue"/>
                <a:ea typeface="Helvetica Neue"/>
                <a:cs typeface="Helvetica Neue"/>
              </a:defRPr>
            </a:lvl7pPr>
            <a:lvl8pPr algn="l">
              <a:buNone/>
              <a:defRPr sz="1200" b="0">
                <a:solidFill>
                  <a:srgbClr val="627D98"/>
                </a:solidFill>
                <a:latin typeface="Helvetica Neue"/>
                <a:ea typeface="Helvetica Neue"/>
                <a:cs typeface="Helvetica Neue"/>
              </a:defRPr>
            </a:lvl8pPr>
            <a:lvl9pPr algn="l">
              <a:buNone/>
              <a:defRPr sz="1200" b="0">
                <a:solidFill>
                  <a:srgbClr val="627D98"/>
                </a:solidFill>
                <a:latin typeface="Helvetica Neue"/>
                <a:ea typeface="Helvetica Neue"/>
                <a:cs typeface="Helvetica Neue"/>
              </a:defRPr>
            </a:lvl9pPr>
          </a:lstStyle>
          <a:p>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256×224</a:t>
            </a:r>
            <a:endParaRPr sz="1200" b="0">
              <a:solidFill>
                <a:srgbClr val="627D98"/>
              </a:solidFill>
              <a:latin typeface="Helvetica Neue"/>
              <a:ea typeface="Helvetica Neue"/>
              <a:cs typeface="Helvetica Neue"/>
            </a:endParaRPr>
          </a:p>
        </p:txBody>
      </p:sp>
      <p:sp>
        <p:nvSpPr>
          <p:cNvPr id="13" name="矩形 12"/>
          <p:cNvSpPr>
            <a:spLocks noGrp="1"/>
          </p:cNvSpPr>
          <p:nvPr/>
        </p:nvSpPr>
        <p:spPr>
          <a:xfrm>
            <a:off x="9382125" y="4114800"/>
            <a:ext cx="1809750" cy="419100"/>
          </a:xfrm>
          <a:prstGeom prst="rect">
            <a:avLst/>
          </a:prstGeom>
          <a:noFill/>
          <a:ln w="0">
            <a:noFill/>
          </a:ln>
        </p:spPr>
        <p:txBody>
          <a:bodyPr anchor="ctr">
            <a:noAutofit/>
          </a:bodyPr>
          <a:lstStyle>
            <a:defPPr algn="l">
              <a:defRPr sz="2100" b="1">
                <a:solidFill>
                  <a:srgbClr val="D64545"/>
                </a:solidFill>
                <a:latin typeface="Helvetica Neue"/>
                <a:ea typeface="Helvetica Neue"/>
                <a:cs typeface="Helvetica Neue"/>
              </a:defRPr>
            </a:defPPr>
            <a:lvl1pPr algn="l">
              <a:buNone/>
              <a:defRPr sz="2100" b="1">
                <a:solidFill>
                  <a:srgbClr val="D64545"/>
                </a:solidFill>
                <a:latin typeface="Helvetica Neue"/>
                <a:ea typeface="Helvetica Neue"/>
                <a:cs typeface="Helvetica Neue"/>
              </a:defRPr>
            </a:lvl1pPr>
            <a:lvl2pPr algn="l">
              <a:buNone/>
              <a:defRPr sz="2100" b="1">
                <a:solidFill>
                  <a:srgbClr val="D64545"/>
                </a:solidFill>
                <a:latin typeface="Helvetica Neue"/>
                <a:ea typeface="Helvetica Neue"/>
                <a:cs typeface="Helvetica Neue"/>
              </a:defRPr>
            </a:lvl2pPr>
            <a:lvl3pPr algn="l">
              <a:buNone/>
              <a:defRPr sz="2100" b="1">
                <a:solidFill>
                  <a:srgbClr val="D64545"/>
                </a:solidFill>
                <a:latin typeface="Helvetica Neue"/>
                <a:ea typeface="Helvetica Neue"/>
                <a:cs typeface="Helvetica Neue"/>
              </a:defRPr>
            </a:lvl3pPr>
            <a:lvl4pPr algn="l">
              <a:buNone/>
              <a:defRPr sz="2100" b="1">
                <a:solidFill>
                  <a:srgbClr val="D64545"/>
                </a:solidFill>
                <a:latin typeface="Helvetica Neue"/>
                <a:ea typeface="Helvetica Neue"/>
                <a:cs typeface="Helvetica Neue"/>
              </a:defRPr>
            </a:lvl4pPr>
            <a:lvl5pPr algn="l">
              <a:buNone/>
              <a:defRPr sz="2100" b="1">
                <a:solidFill>
                  <a:srgbClr val="D64545"/>
                </a:solidFill>
                <a:latin typeface="Helvetica Neue"/>
                <a:ea typeface="Helvetica Neue"/>
                <a:cs typeface="Helvetica Neue"/>
              </a:defRPr>
            </a:lvl5pPr>
            <a:lvl6pPr algn="l">
              <a:buNone/>
              <a:defRPr sz="2100" b="1">
                <a:solidFill>
                  <a:srgbClr val="D64545"/>
                </a:solidFill>
                <a:latin typeface="Helvetica Neue"/>
                <a:ea typeface="Helvetica Neue"/>
                <a:cs typeface="Helvetica Neue"/>
              </a:defRPr>
            </a:lvl6pPr>
            <a:lvl7pPr algn="l">
              <a:buNone/>
              <a:defRPr sz="2100" b="1">
                <a:solidFill>
                  <a:srgbClr val="D64545"/>
                </a:solidFill>
                <a:latin typeface="Helvetica Neue"/>
                <a:ea typeface="Helvetica Neue"/>
                <a:cs typeface="Helvetica Neue"/>
              </a:defRPr>
            </a:lvl7pPr>
            <a:lvl8pPr algn="l">
              <a:buNone/>
              <a:defRPr sz="2100" b="1">
                <a:solidFill>
                  <a:srgbClr val="D64545"/>
                </a:solidFill>
                <a:latin typeface="Helvetica Neue"/>
                <a:ea typeface="Helvetica Neue"/>
                <a:cs typeface="Helvetica Neue"/>
              </a:defRPr>
            </a:lvl8pPr>
            <a:lvl9pPr algn="l">
              <a:buNone/>
              <a:defRPr sz="2100" b="1">
                <a:solidFill>
                  <a:srgbClr val="D64545"/>
                </a:solidFill>
                <a:latin typeface="Helvetica Neue"/>
                <a:ea typeface="Helvetica Neue"/>
                <a:cs typeface="Helvetica Neue"/>
              </a:defRPr>
            </a:lvl9pPr>
          </a:lstStyle>
          <a:p>
            <a:pPr algn="l">
              <a:buNone/>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6.28×</a:t>
            </a:r>
            <a:endParaRPr sz="2100" b="1">
              <a:solidFill>
                <a:srgbClr val="D64545"/>
              </a:solidFill>
              <a:latin typeface="Helvetica Neue"/>
              <a:ea typeface="Helvetica Neue"/>
              <a:cs typeface="Helvetica Neue"/>
            </a:endParaRPr>
          </a:p>
        </p:txBody>
      </p:sp>
      <p:sp>
        <p:nvSpPr>
          <p:cNvPr id="14" name="矩形 13"/>
          <p:cNvSpPr>
            <a:spLocks noGrp="1"/>
          </p:cNvSpPr>
          <p:nvPr/>
        </p:nvSpPr>
        <p:spPr>
          <a:xfrm>
            <a:off x="9382125" y="4724400"/>
            <a:ext cx="1619250" cy="266700"/>
          </a:xfrm>
          <a:prstGeom prst="rect">
            <a:avLst/>
          </a:prstGeom>
          <a:noFill/>
          <a:ln w="0">
            <a:noFill/>
          </a:ln>
        </p:spPr>
        <p:txBody>
          <a:bodyPr anchor="ctr">
            <a:noAutofit/>
          </a:bodyPr>
          <a:lstStyle>
            <a:defPPr algn="l">
              <a:defRPr sz="1200" b="0">
                <a:solidFill>
                  <a:srgbClr val="627D98"/>
                </a:solidFill>
                <a:latin typeface="Helvetica Neue"/>
                <a:ea typeface="Helvetica Neue"/>
                <a:cs typeface="Helvetica Neue"/>
              </a:defRPr>
            </a:defPPr>
            <a:lvl1pPr algn="l">
              <a:buNone/>
              <a:defRPr sz="1200" b="0">
                <a:solidFill>
                  <a:srgbClr val="627D98"/>
                </a:solidFill>
                <a:latin typeface="Helvetica Neue"/>
                <a:ea typeface="Helvetica Neue"/>
                <a:cs typeface="Helvetica Neue"/>
              </a:defRPr>
            </a:lvl1pPr>
            <a:lvl2pPr algn="l">
              <a:buNone/>
              <a:defRPr sz="1200" b="0">
                <a:solidFill>
                  <a:srgbClr val="627D98"/>
                </a:solidFill>
                <a:latin typeface="Helvetica Neue"/>
                <a:ea typeface="Helvetica Neue"/>
                <a:cs typeface="Helvetica Neue"/>
              </a:defRPr>
            </a:lvl2pPr>
            <a:lvl3pPr algn="l">
              <a:buNone/>
              <a:defRPr sz="1200" b="0">
                <a:solidFill>
                  <a:srgbClr val="627D98"/>
                </a:solidFill>
                <a:latin typeface="Helvetica Neue"/>
                <a:ea typeface="Helvetica Neue"/>
                <a:cs typeface="Helvetica Neue"/>
              </a:defRPr>
            </a:lvl3pPr>
            <a:lvl4pPr algn="l">
              <a:buNone/>
              <a:defRPr sz="1200" b="0">
                <a:solidFill>
                  <a:srgbClr val="627D98"/>
                </a:solidFill>
                <a:latin typeface="Helvetica Neue"/>
                <a:ea typeface="Helvetica Neue"/>
                <a:cs typeface="Helvetica Neue"/>
              </a:defRPr>
            </a:lvl4pPr>
            <a:lvl5pPr algn="l">
              <a:buNone/>
              <a:defRPr sz="1200" b="0">
                <a:solidFill>
                  <a:srgbClr val="627D98"/>
                </a:solidFill>
                <a:latin typeface="Helvetica Neue"/>
                <a:ea typeface="Helvetica Neue"/>
                <a:cs typeface="Helvetica Neue"/>
              </a:defRPr>
            </a:lvl5pPr>
            <a:lvl6pPr algn="l">
              <a:buNone/>
              <a:defRPr sz="1200" b="0">
                <a:solidFill>
                  <a:srgbClr val="627D98"/>
                </a:solidFill>
                <a:latin typeface="Helvetica Neue"/>
                <a:ea typeface="Helvetica Neue"/>
                <a:cs typeface="Helvetica Neue"/>
              </a:defRPr>
            </a:lvl6pPr>
            <a:lvl7pPr algn="l">
              <a:buNone/>
              <a:defRPr sz="1200" b="0">
                <a:solidFill>
                  <a:srgbClr val="627D98"/>
                </a:solidFill>
                <a:latin typeface="Helvetica Neue"/>
                <a:ea typeface="Helvetica Neue"/>
                <a:cs typeface="Helvetica Neue"/>
              </a:defRPr>
            </a:lvl7pPr>
            <a:lvl8pPr algn="l">
              <a:buNone/>
              <a:defRPr sz="1200" b="0">
                <a:solidFill>
                  <a:srgbClr val="627D98"/>
                </a:solidFill>
                <a:latin typeface="Helvetica Neue"/>
                <a:ea typeface="Helvetica Neue"/>
                <a:cs typeface="Helvetica Neue"/>
              </a:defRPr>
            </a:lvl8pPr>
            <a:lvl9pPr algn="l">
              <a:buNone/>
              <a:defRPr sz="1200" b="0">
                <a:solidFill>
                  <a:srgbClr val="627D98"/>
                </a:solidFill>
                <a:latin typeface="Helvetica Neue"/>
                <a:ea typeface="Helvetica Neue"/>
                <a:cs typeface="Helvetica Neue"/>
              </a:defRPr>
            </a:lvl9pPr>
          </a:lstStyle>
          <a:p>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15 FPS</a:t>
            </a:r>
            <a:endParaRPr sz="1200" b="0">
              <a:solidFill>
                <a:srgbClr val="627D98"/>
              </a:solidFill>
              <a:latin typeface="Helvetica Neue"/>
              <a:ea typeface="Helvetica Neue"/>
              <a:cs typeface="Helvetica Neue"/>
            </a:endParaRPr>
          </a:p>
        </p:txBody>
      </p:sp>
      <p:sp>
        <p:nvSpPr>
          <p:cNvPr id="15" name="矩形 14"/>
          <p:cNvSpPr>
            <a:spLocks noGrp="1"/>
          </p:cNvSpPr>
          <p:nvPr/>
        </p:nvSpPr>
        <p:spPr>
          <a:xfrm>
            <a:off x="9382125" y="4991100"/>
            <a:ext cx="1809750" cy="419100"/>
          </a:xfrm>
          <a:prstGeom prst="rect">
            <a:avLst/>
          </a:prstGeom>
          <a:noFill/>
          <a:ln w="0">
            <a:noFill/>
          </a:ln>
        </p:spPr>
        <p:txBody>
          <a:bodyPr anchor="ctr">
            <a:noAutofit/>
          </a:bodyPr>
          <a:lstStyle>
            <a:defPPr algn="l">
              <a:defRPr sz="2100" b="1">
                <a:solidFill>
                  <a:srgbClr val="D64545"/>
                </a:solidFill>
                <a:latin typeface="Helvetica Neue"/>
                <a:ea typeface="Helvetica Neue"/>
                <a:cs typeface="Helvetica Neue"/>
              </a:defRPr>
            </a:defPPr>
            <a:lvl1pPr algn="l">
              <a:buNone/>
              <a:defRPr sz="2100" b="1">
                <a:solidFill>
                  <a:srgbClr val="D64545"/>
                </a:solidFill>
                <a:latin typeface="Helvetica Neue"/>
                <a:ea typeface="Helvetica Neue"/>
                <a:cs typeface="Helvetica Neue"/>
              </a:defRPr>
            </a:lvl1pPr>
            <a:lvl2pPr algn="l">
              <a:buNone/>
              <a:defRPr sz="2100" b="1">
                <a:solidFill>
                  <a:srgbClr val="D64545"/>
                </a:solidFill>
                <a:latin typeface="Helvetica Neue"/>
                <a:ea typeface="Helvetica Neue"/>
                <a:cs typeface="Helvetica Neue"/>
              </a:defRPr>
            </a:lvl2pPr>
            <a:lvl3pPr algn="l">
              <a:buNone/>
              <a:defRPr sz="2100" b="1">
                <a:solidFill>
                  <a:srgbClr val="D64545"/>
                </a:solidFill>
                <a:latin typeface="Helvetica Neue"/>
                <a:ea typeface="Helvetica Neue"/>
                <a:cs typeface="Helvetica Neue"/>
              </a:defRPr>
            </a:lvl3pPr>
            <a:lvl4pPr algn="l">
              <a:buNone/>
              <a:defRPr sz="2100" b="1">
                <a:solidFill>
                  <a:srgbClr val="D64545"/>
                </a:solidFill>
                <a:latin typeface="Helvetica Neue"/>
                <a:ea typeface="Helvetica Neue"/>
                <a:cs typeface="Helvetica Neue"/>
              </a:defRPr>
            </a:lvl4pPr>
            <a:lvl5pPr algn="l">
              <a:buNone/>
              <a:defRPr sz="2100" b="1">
                <a:solidFill>
                  <a:srgbClr val="D64545"/>
                </a:solidFill>
                <a:latin typeface="Helvetica Neue"/>
                <a:ea typeface="Helvetica Neue"/>
                <a:cs typeface="Helvetica Neue"/>
              </a:defRPr>
            </a:lvl5pPr>
            <a:lvl6pPr algn="l">
              <a:buNone/>
              <a:defRPr sz="2100" b="1">
                <a:solidFill>
                  <a:srgbClr val="D64545"/>
                </a:solidFill>
                <a:latin typeface="Helvetica Neue"/>
                <a:ea typeface="Helvetica Neue"/>
                <a:cs typeface="Helvetica Neue"/>
              </a:defRPr>
            </a:lvl6pPr>
            <a:lvl7pPr algn="l">
              <a:buNone/>
              <a:defRPr sz="2100" b="1">
                <a:solidFill>
                  <a:srgbClr val="D64545"/>
                </a:solidFill>
                <a:latin typeface="Helvetica Neue"/>
                <a:ea typeface="Helvetica Neue"/>
                <a:cs typeface="Helvetica Neue"/>
              </a:defRPr>
            </a:lvl7pPr>
            <a:lvl8pPr algn="l">
              <a:buNone/>
              <a:defRPr sz="2100" b="1">
                <a:solidFill>
                  <a:srgbClr val="D64545"/>
                </a:solidFill>
                <a:latin typeface="Helvetica Neue"/>
                <a:ea typeface="Helvetica Neue"/>
                <a:cs typeface="Helvetica Neue"/>
              </a:defRPr>
            </a:lvl8pPr>
            <a:lvl9pPr algn="l">
              <a:buNone/>
              <a:defRPr sz="2100" b="1">
                <a:solidFill>
                  <a:srgbClr val="D64545"/>
                </a:solidFill>
                <a:latin typeface="Helvetica Neue"/>
                <a:ea typeface="Helvetica Neue"/>
                <a:cs typeface="Helvetica Neue"/>
              </a:defRPr>
            </a:lvl9pPr>
          </a:lstStyle>
          <a:p>
            <a:pPr algn="l">
              <a:buNone/>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20.86×</a:t>
            </a:r>
            <a:endParaRPr sz="2100" b="1">
              <a:solidFill>
                <a:srgbClr val="D64545"/>
              </a:solidFill>
              <a:latin typeface="Helvetica Neue"/>
              <a:ea typeface="Helvetica Neue"/>
              <a:cs typeface="Helvetica Neue"/>
            </a:endParaRPr>
          </a:p>
        </p:txBody>
      </p:sp>
      <p:sp>
        <p:nvSpPr>
          <p:cNvPr id="16" name="矩形 15"/>
          <p:cNvSpPr>
            <a:spLocks noGrp="1"/>
          </p:cNvSpPr>
          <p:nvPr/>
        </p:nvSpPr>
        <p:spPr>
          <a:xfrm>
            <a:off x="666750" y="5524500"/>
            <a:ext cx="5143500" cy="809625"/>
          </a:xfrm>
          <a:prstGeom prst="rect">
            <a:avLst/>
          </a:prstGeom>
          <a:noFill/>
          <a:ln w="0">
            <a:noFill/>
          </a:ln>
        </p:spPr>
        <p:txBody>
          <a:bodyPr anchor="ctr">
            <a:noAutofit/>
          </a:bodyPr>
          <a:lstStyle>
            <a:defPPr algn="l">
              <a:defRPr sz="1500" b="1">
                <a:solidFill>
                  <a:srgbClr val="159E9C"/>
                </a:solidFill>
                <a:latin typeface="Helvetica Neue"/>
                <a:ea typeface="Helvetica Neue"/>
                <a:cs typeface="Helvetica Neue"/>
              </a:defRPr>
            </a:defPPr>
            <a:lvl1pPr algn="l">
              <a:buNone/>
              <a:defRPr sz="1500" b="1">
                <a:solidFill>
                  <a:srgbClr val="159E9C"/>
                </a:solidFill>
                <a:latin typeface="Helvetica Neue"/>
                <a:ea typeface="Helvetica Neue"/>
                <a:cs typeface="Helvetica Neue"/>
              </a:defRPr>
            </a:lvl1pPr>
            <a:lvl2pPr algn="l">
              <a:buNone/>
              <a:defRPr sz="1500" b="1">
                <a:solidFill>
                  <a:srgbClr val="159E9C"/>
                </a:solidFill>
                <a:latin typeface="Helvetica Neue"/>
                <a:ea typeface="Helvetica Neue"/>
                <a:cs typeface="Helvetica Neue"/>
              </a:defRPr>
            </a:lvl2pPr>
            <a:lvl3pPr algn="l">
              <a:buNone/>
              <a:defRPr sz="1500" b="1">
                <a:solidFill>
                  <a:srgbClr val="159E9C"/>
                </a:solidFill>
                <a:latin typeface="Helvetica Neue"/>
                <a:ea typeface="Helvetica Neue"/>
                <a:cs typeface="Helvetica Neue"/>
              </a:defRPr>
            </a:lvl3pPr>
            <a:lvl4pPr algn="l">
              <a:buNone/>
              <a:defRPr sz="1500" b="1">
                <a:solidFill>
                  <a:srgbClr val="159E9C"/>
                </a:solidFill>
                <a:latin typeface="Helvetica Neue"/>
                <a:ea typeface="Helvetica Neue"/>
                <a:cs typeface="Helvetica Neue"/>
              </a:defRPr>
            </a:lvl4pPr>
            <a:lvl5pPr algn="l">
              <a:buNone/>
              <a:defRPr sz="1500" b="1">
                <a:solidFill>
                  <a:srgbClr val="159E9C"/>
                </a:solidFill>
                <a:latin typeface="Helvetica Neue"/>
                <a:ea typeface="Helvetica Neue"/>
                <a:cs typeface="Helvetica Neue"/>
              </a:defRPr>
            </a:lvl5pPr>
            <a:lvl6pPr algn="l">
              <a:buNone/>
              <a:defRPr sz="1500" b="1">
                <a:solidFill>
                  <a:srgbClr val="159E9C"/>
                </a:solidFill>
                <a:latin typeface="Helvetica Neue"/>
                <a:ea typeface="Helvetica Neue"/>
                <a:cs typeface="Helvetica Neue"/>
              </a:defRPr>
            </a:lvl6pPr>
            <a:lvl7pPr algn="l">
              <a:buNone/>
              <a:defRPr sz="1500" b="1">
                <a:solidFill>
                  <a:srgbClr val="159E9C"/>
                </a:solidFill>
                <a:latin typeface="Helvetica Neue"/>
                <a:ea typeface="Helvetica Neue"/>
                <a:cs typeface="Helvetica Neue"/>
              </a:defRPr>
            </a:lvl7pPr>
            <a:lvl8pPr algn="l">
              <a:buNone/>
              <a:defRPr sz="1500" b="1">
                <a:solidFill>
                  <a:srgbClr val="159E9C"/>
                </a:solidFill>
                <a:latin typeface="Helvetica Neue"/>
                <a:ea typeface="Helvetica Neue"/>
                <a:cs typeface="Helvetica Neue"/>
              </a:defRPr>
            </a:lvl8pPr>
            <a:lvl9pPr algn="l">
              <a:buNone/>
              <a:defRPr sz="1500" b="1">
                <a:solidFill>
                  <a:srgbClr val="159E9C"/>
                </a:solidFill>
                <a:latin typeface="Helvetica Neue"/>
                <a:ea typeface="Helvetica Neue"/>
                <a:cs typeface="Helvetica Neue"/>
              </a:defRPr>
            </a:lvl9pPr>
          </a:lstStyle>
          <a:p>
            <a:pPr algn="l">
              <a:buNone/>
              <a:defRPr sz="1500" b="1">
                <a:solidFill>
                  <a:srgbClr val="159E9C"/>
                </a:solidFill>
                <a:latin typeface="Helvetica Neue"/>
                <a:ea typeface="Helvetica Neue"/>
                <a:cs typeface="Helvetica Neue"/>
              </a:defRPr>
            </a:pPr>
            <a:r>
              <a:rPr lang="en-US" altLang="zh-CN" sz="1575" b="1">
                <a:solidFill>
                  <a:srgbClr val="159E9C"/>
                </a:solidFill>
                <a:latin typeface="Helvetica Neue"/>
                <a:ea typeface="Helvetica Neue"/>
                <a:cs typeface="Helvetica Neue"/>
              </a:rPr>
              <a:t>Windows rerun: workflow completed.</a:t>
            </a:r>
          </a:p>
          <a:p>
            <a:pPr algn="l">
              <a:buNone/>
              <a:defRPr sz="1500" b="1">
                <a:solidFill>
                  <a:srgbClr val="159E9C"/>
                </a:solidFill>
                <a:latin typeface="Helvetica Neue"/>
                <a:ea typeface="Helvetica Neue"/>
                <a:cs typeface="Helvetica Neue"/>
              </a:defRPr>
            </a:pPr>
            <a:r>
              <a:rPr lang="en-US" altLang="zh-CN" sz="1575" b="1">
                <a:solidFill>
                  <a:srgbClr val="159E9C"/>
                </a:solidFill>
                <a:latin typeface="Helvetica Neue"/>
                <a:ea typeface="Helvetica Neue"/>
                <a:cs typeface="Helvetica Neue"/>
              </a:rPr>
              <a:t>Exact numbers differed.</a:t>
            </a:r>
          </a:p>
          <a:p>
            <a:pPr algn="l">
              <a:buNone/>
              <a:defRPr sz="1500" b="1">
                <a:solidFill>
                  <a:srgbClr val="159E9C"/>
                </a:solidFill>
                <a:latin typeface="Helvetica Neue"/>
                <a:ea typeface="Helvetica Neue"/>
                <a:cs typeface="Helvetica Neue"/>
              </a:defRPr>
            </a:pPr>
            <a:r>
              <a:rPr lang="en-US" altLang="zh-CN" sz="1575" b="1">
                <a:solidFill>
                  <a:srgbClr val="159E9C"/>
                </a:solidFill>
                <a:latin typeface="Helvetica Neue"/>
                <a:ea typeface="Helvetica Neue"/>
                <a:cs typeface="Helvetica Neue"/>
              </a:rPr>
              <a:t>The chart shows the reference run.</a:t>
            </a:r>
          </a:p>
        </p:txBody>
      </p:sp>
      <p:sp>
        <p:nvSpPr>
          <p:cNvPr id="17" name="矩形 16"/>
          <p:cNvSpPr>
            <a:spLocks noGrp="1"/>
          </p:cNvSpPr>
          <p:nvPr/>
        </p:nvSpPr>
        <p:spPr>
          <a:xfrm>
            <a:off x="6381750" y="5524500"/>
            <a:ext cx="5143500" cy="809625"/>
          </a:xfrm>
          <a:prstGeom prst="rect">
            <a:avLst/>
          </a:prstGeom>
          <a:noFill/>
          <a:ln w="0">
            <a:noFill/>
          </a:ln>
        </p:spPr>
        <p:txBody>
          <a:bodyPr anchor="ctr">
            <a:noAutofit/>
          </a:bodyPr>
          <a:lstStyle>
            <a:defPPr algn="r">
              <a:defRPr sz="1350" b="1">
                <a:solidFill>
                  <a:srgbClr val="D64545"/>
                </a:solidFill>
                <a:latin typeface="Helvetica Neue"/>
                <a:ea typeface="Helvetica Neue"/>
                <a:cs typeface="Helvetica Neue"/>
              </a:defRPr>
            </a:defPPr>
            <a:lvl1pPr algn="r">
              <a:buNone/>
              <a:defRPr sz="1350" b="1">
                <a:solidFill>
                  <a:srgbClr val="D64545"/>
                </a:solidFill>
                <a:latin typeface="Helvetica Neue"/>
                <a:ea typeface="Helvetica Neue"/>
                <a:cs typeface="Helvetica Neue"/>
              </a:defRPr>
            </a:lvl1pPr>
            <a:lvl2pPr algn="r">
              <a:buNone/>
              <a:defRPr sz="1350" b="1">
                <a:solidFill>
                  <a:srgbClr val="D64545"/>
                </a:solidFill>
                <a:latin typeface="Helvetica Neue"/>
                <a:ea typeface="Helvetica Neue"/>
                <a:cs typeface="Helvetica Neue"/>
              </a:defRPr>
            </a:lvl2pPr>
            <a:lvl3pPr algn="r">
              <a:buNone/>
              <a:defRPr sz="1350" b="1">
                <a:solidFill>
                  <a:srgbClr val="D64545"/>
                </a:solidFill>
                <a:latin typeface="Helvetica Neue"/>
                <a:ea typeface="Helvetica Neue"/>
                <a:cs typeface="Helvetica Neue"/>
              </a:defRPr>
            </a:lvl3pPr>
            <a:lvl4pPr algn="r">
              <a:buNone/>
              <a:defRPr sz="1350" b="1">
                <a:solidFill>
                  <a:srgbClr val="D64545"/>
                </a:solidFill>
                <a:latin typeface="Helvetica Neue"/>
                <a:ea typeface="Helvetica Neue"/>
                <a:cs typeface="Helvetica Neue"/>
              </a:defRPr>
            </a:lvl4pPr>
            <a:lvl5pPr algn="r">
              <a:buNone/>
              <a:defRPr sz="1350" b="1">
                <a:solidFill>
                  <a:srgbClr val="D64545"/>
                </a:solidFill>
                <a:latin typeface="Helvetica Neue"/>
                <a:ea typeface="Helvetica Neue"/>
                <a:cs typeface="Helvetica Neue"/>
              </a:defRPr>
            </a:lvl5pPr>
            <a:lvl6pPr algn="r">
              <a:buNone/>
              <a:defRPr sz="1350" b="1">
                <a:solidFill>
                  <a:srgbClr val="D64545"/>
                </a:solidFill>
                <a:latin typeface="Helvetica Neue"/>
                <a:ea typeface="Helvetica Neue"/>
                <a:cs typeface="Helvetica Neue"/>
              </a:defRPr>
            </a:lvl6pPr>
            <a:lvl7pPr algn="r">
              <a:buNone/>
              <a:defRPr sz="1350" b="1">
                <a:solidFill>
                  <a:srgbClr val="D64545"/>
                </a:solidFill>
                <a:latin typeface="Helvetica Neue"/>
                <a:ea typeface="Helvetica Neue"/>
                <a:cs typeface="Helvetica Neue"/>
              </a:defRPr>
            </a:lvl7pPr>
            <a:lvl8pPr algn="r">
              <a:buNone/>
              <a:defRPr sz="1350" b="1">
                <a:solidFill>
                  <a:srgbClr val="D64545"/>
                </a:solidFill>
                <a:latin typeface="Helvetica Neue"/>
                <a:ea typeface="Helvetica Neue"/>
                <a:cs typeface="Helvetica Neue"/>
              </a:defRPr>
            </a:lvl8pPr>
            <a:lvl9pPr algn="r">
              <a:buNone/>
              <a:defRPr sz="1350" b="1">
                <a:solidFill>
                  <a:srgbClr val="D64545"/>
                </a:solidFill>
                <a:latin typeface="Helvetica Neue"/>
                <a:ea typeface="Helvetica Neue"/>
                <a:cs typeface="Helvetica Neue"/>
              </a:defRPr>
            </a:lvl9pPr>
          </a:lstStyle>
          <a:p>
            <a:pPr algn="l">
              <a:buNone/>
              <a:defRPr sz="1350" b="1">
                <a:solidFill>
                  <a:srgbClr val="D64545"/>
                </a:solidFill>
                <a:latin typeface="Helvetica Neue"/>
                <a:ea typeface="Helvetica Neue"/>
                <a:cs typeface="Helvetica Neue"/>
              </a:defRPr>
            </a:pPr>
            <a:r>
              <a:rPr lang="en-US" altLang="zh-CN" sz="1575" b="1">
                <a:solidFill>
                  <a:srgbClr val="D64545"/>
                </a:solidFill>
                <a:latin typeface="Helvetica Neue"/>
                <a:ea typeface="Helvetica Neue"/>
                <a:cs typeface="Helvetica Neue"/>
              </a:rPr>
              <a:t>Why test periodic light?</a:t>
            </a:r>
          </a:p>
          <a:p>
            <a:pPr algn="l">
              <a:buNone/>
              <a:defRPr sz="1350" b="1">
                <a:solidFill>
                  <a:srgbClr val="D64545"/>
                </a:solidFill>
                <a:latin typeface="Helvetica Neue"/>
                <a:ea typeface="Helvetica Neue"/>
                <a:cs typeface="Helvetica Neue"/>
              </a:defRPr>
            </a:pPr>
            <a:r>
              <a:rPr lang="en-US" altLang="zh-CN" sz="1575" b="1">
                <a:solidFill>
                  <a:srgbClr val="D64545"/>
                </a:solidFill>
                <a:latin typeface="Helvetica Neue"/>
                <a:ea typeface="Helvetica Neue"/>
                <a:cs typeface="Helvetica Neue"/>
              </a:rPr>
              <a:t>All 12 real clips also exceeded neutral.</a:t>
            </a:r>
          </a:p>
          <a:p>
            <a:pPr algn="l">
              <a:buNone/>
              <a:defRPr sz="1350" b="1">
                <a:solidFill>
                  <a:srgbClr val="D64545"/>
                </a:solidFill>
                <a:latin typeface="Helvetica Neue"/>
                <a:ea typeface="Helvetica Neue"/>
                <a:cs typeface="Helvetica Neue"/>
              </a:defRPr>
            </a:pPr>
            <a:r>
              <a:rPr lang="en-US" altLang="zh-CN" sz="1575" b="1">
                <a:solidFill>
                  <a:srgbClr val="D64545"/>
                </a:solidFill>
                <a:latin typeface="Helvetica Neue"/>
                <a:ea typeface="Helvetica Neue"/>
                <a:cs typeface="Helvetica Neue"/>
              </a:rPr>
              <a:t>This metric alone cannot identify an attack.</a:t>
            </a:r>
          </a:p>
        </p:txBody>
      </p:sp>
    </p:spTree>
  </p:cSld>
  <p:clrMapOvr>
    <a:masterClrMapping/>
  </p:clrMapOvr>
</p:sld>
</file>

<file path=ppt/slides/slide11.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p:sp>
        <p:nvSpPr>
          <p:cNvPr id="17" name="矩形 16"/>
          <p:cNvSpPr>
            <a:spLocks noGrp="1"/>
          </p:cNvSpPr>
          <p:nvPr/>
        </p:nvSpPr>
        <p:spPr>
          <a:xfrm>
            <a:off x="609600" y="323850"/>
            <a:ext cx="10334625" cy="533400"/>
          </a:xfrm>
          <a:prstGeom prst="rect">
            <a:avLst/>
          </a:prstGeom>
          <a:noFill/>
          <a:ln w="0">
            <a:noFill/>
          </a:ln>
        </p:spPr>
        <p:txBody>
          <a:bodyPr anchor="ctr">
            <a:noAutofit/>
          </a:bodyPr>
          <a:lstStyle>
            <a:defPPr algn="l">
              <a:defRPr sz="2550" b="1">
                <a:solidFill>
                  <a:srgbClr val="102A43"/>
                </a:solidFill>
                <a:latin typeface="Helvetica Neue"/>
                <a:ea typeface="Helvetica Neue"/>
                <a:cs typeface="Helvetica Neue"/>
              </a:defRPr>
            </a:defPPr>
            <a:lvl1pPr algn="l">
              <a:buNone/>
              <a:defRPr sz="2550" b="1">
                <a:solidFill>
                  <a:srgbClr val="102A43"/>
                </a:solidFill>
                <a:latin typeface="Helvetica Neue"/>
                <a:ea typeface="Helvetica Neue"/>
                <a:cs typeface="Helvetica Neue"/>
              </a:defRPr>
            </a:lvl1pPr>
            <a:lvl2pPr algn="l">
              <a:buNone/>
              <a:defRPr sz="2550" b="1">
                <a:solidFill>
                  <a:srgbClr val="102A43"/>
                </a:solidFill>
                <a:latin typeface="Helvetica Neue"/>
                <a:ea typeface="Helvetica Neue"/>
                <a:cs typeface="Helvetica Neue"/>
              </a:defRPr>
            </a:lvl2pPr>
            <a:lvl3pPr algn="l">
              <a:buNone/>
              <a:defRPr sz="2550" b="1">
                <a:solidFill>
                  <a:srgbClr val="102A43"/>
                </a:solidFill>
                <a:latin typeface="Helvetica Neue"/>
                <a:ea typeface="Helvetica Neue"/>
                <a:cs typeface="Helvetica Neue"/>
              </a:defRPr>
            </a:lvl3pPr>
            <a:lvl4pPr algn="l">
              <a:buNone/>
              <a:defRPr sz="2550" b="1">
                <a:solidFill>
                  <a:srgbClr val="102A43"/>
                </a:solidFill>
                <a:latin typeface="Helvetica Neue"/>
                <a:ea typeface="Helvetica Neue"/>
                <a:cs typeface="Helvetica Neue"/>
              </a:defRPr>
            </a:lvl4pPr>
            <a:lvl5pPr algn="l">
              <a:buNone/>
              <a:defRPr sz="2550" b="1">
                <a:solidFill>
                  <a:srgbClr val="102A43"/>
                </a:solidFill>
                <a:latin typeface="Helvetica Neue"/>
                <a:ea typeface="Helvetica Neue"/>
                <a:cs typeface="Helvetica Neue"/>
              </a:defRPr>
            </a:lvl5pPr>
            <a:lvl6pPr algn="l">
              <a:buNone/>
              <a:defRPr sz="2550" b="1">
                <a:solidFill>
                  <a:srgbClr val="102A43"/>
                </a:solidFill>
                <a:latin typeface="Helvetica Neue"/>
                <a:ea typeface="Helvetica Neue"/>
                <a:cs typeface="Helvetica Neue"/>
              </a:defRPr>
            </a:lvl6pPr>
            <a:lvl7pPr algn="l">
              <a:buNone/>
              <a:defRPr sz="2550" b="1">
                <a:solidFill>
                  <a:srgbClr val="102A43"/>
                </a:solidFill>
                <a:latin typeface="Helvetica Neue"/>
                <a:ea typeface="Helvetica Neue"/>
                <a:cs typeface="Helvetica Neue"/>
              </a:defRPr>
            </a:lvl7pPr>
            <a:lvl8pPr algn="l">
              <a:buNone/>
              <a:defRPr sz="2550" b="1">
                <a:solidFill>
                  <a:srgbClr val="102A43"/>
                </a:solidFill>
                <a:latin typeface="Helvetica Neue"/>
                <a:ea typeface="Helvetica Neue"/>
                <a:cs typeface="Helvetica Neue"/>
              </a:defRPr>
            </a:lvl8pPr>
            <a:lvl9pPr algn="l">
              <a:buNone/>
              <a:defRPr sz="2550" b="1">
                <a:solidFill>
                  <a:srgbClr val="102A43"/>
                </a:solidFill>
                <a:latin typeface="Helvetica Neue"/>
                <a:ea typeface="Helvetica Neue"/>
                <a:cs typeface="Helvetica Neue"/>
              </a:defRPr>
            </a:lvl9pPr>
          </a:lstStyle>
          <a:p>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What the evidence supports</a:t>
            </a:r>
            <a:endParaRPr sz="2550" b="1">
              <a:solidFill>
                <a:srgbClr val="102A43"/>
              </a:solidFill>
              <a:latin typeface="Helvetica Neue"/>
              <a:ea typeface="Helvetica Neue"/>
              <a:cs typeface="Helvetica Neue"/>
            </a:endParaRPr>
          </a:p>
        </p:txBody>
      </p:sp>
      <p:sp>
        <p:nvSpPr>
          <p:cNvPr id="2" name="矩形 1"/>
          <p:cNvSpPr>
            <a:spLocks noGrp="1"/>
          </p:cNvSpPr>
          <p:nvPr/>
        </p:nvSpPr>
        <p:spPr>
          <a:xfrm>
            <a:off x="11049000" y="371475"/>
            <a:ext cx="571500" cy="381000"/>
          </a:xfrm>
          <a:prstGeom prst="rect">
            <a:avLst/>
          </a:prstGeom>
          <a:noFill/>
          <a:ln w="0">
            <a:noFill/>
          </a:ln>
        </p:spPr>
        <p:txBody>
          <a:bodyPr anchor="ctr">
            <a:noAutofit/>
          </a:bodyPr>
          <a:lstStyle>
            <a:defPPr algn="r">
              <a:defRPr sz="1350" b="1">
                <a:solidFill>
                  <a:srgbClr val="2F6BFF"/>
                </a:solidFill>
                <a:latin typeface="Helvetica Neue"/>
                <a:ea typeface="Helvetica Neue"/>
                <a:cs typeface="Helvetica Neue"/>
              </a:defRPr>
            </a:defPPr>
            <a:lvl1pPr algn="r">
              <a:buNone/>
              <a:defRPr sz="1350" b="1">
                <a:solidFill>
                  <a:srgbClr val="2F6BFF"/>
                </a:solidFill>
                <a:latin typeface="Helvetica Neue"/>
                <a:ea typeface="Helvetica Neue"/>
                <a:cs typeface="Helvetica Neue"/>
              </a:defRPr>
            </a:lvl1pPr>
            <a:lvl2pPr algn="r">
              <a:buNone/>
              <a:defRPr sz="1350" b="1">
                <a:solidFill>
                  <a:srgbClr val="2F6BFF"/>
                </a:solidFill>
                <a:latin typeface="Helvetica Neue"/>
                <a:ea typeface="Helvetica Neue"/>
                <a:cs typeface="Helvetica Neue"/>
              </a:defRPr>
            </a:lvl2pPr>
            <a:lvl3pPr algn="r">
              <a:buNone/>
              <a:defRPr sz="1350" b="1">
                <a:solidFill>
                  <a:srgbClr val="2F6BFF"/>
                </a:solidFill>
                <a:latin typeface="Helvetica Neue"/>
                <a:ea typeface="Helvetica Neue"/>
                <a:cs typeface="Helvetica Neue"/>
              </a:defRPr>
            </a:lvl3pPr>
            <a:lvl4pPr algn="r">
              <a:buNone/>
              <a:defRPr sz="1350" b="1">
                <a:solidFill>
                  <a:srgbClr val="2F6BFF"/>
                </a:solidFill>
                <a:latin typeface="Helvetica Neue"/>
                <a:ea typeface="Helvetica Neue"/>
                <a:cs typeface="Helvetica Neue"/>
              </a:defRPr>
            </a:lvl4pPr>
            <a:lvl5pPr algn="r">
              <a:buNone/>
              <a:defRPr sz="1350" b="1">
                <a:solidFill>
                  <a:srgbClr val="2F6BFF"/>
                </a:solidFill>
                <a:latin typeface="Helvetica Neue"/>
                <a:ea typeface="Helvetica Neue"/>
                <a:cs typeface="Helvetica Neue"/>
              </a:defRPr>
            </a:lvl5pPr>
            <a:lvl6pPr algn="r">
              <a:buNone/>
              <a:defRPr sz="1350" b="1">
                <a:solidFill>
                  <a:srgbClr val="2F6BFF"/>
                </a:solidFill>
                <a:latin typeface="Helvetica Neue"/>
                <a:ea typeface="Helvetica Neue"/>
                <a:cs typeface="Helvetica Neue"/>
              </a:defRPr>
            </a:lvl6pPr>
            <a:lvl7pPr algn="r">
              <a:buNone/>
              <a:defRPr sz="1350" b="1">
                <a:solidFill>
                  <a:srgbClr val="2F6BFF"/>
                </a:solidFill>
                <a:latin typeface="Helvetica Neue"/>
                <a:ea typeface="Helvetica Neue"/>
                <a:cs typeface="Helvetica Neue"/>
              </a:defRPr>
            </a:lvl7pPr>
            <a:lvl8pPr algn="r">
              <a:buNone/>
              <a:defRPr sz="1350" b="1">
                <a:solidFill>
                  <a:srgbClr val="2F6BFF"/>
                </a:solidFill>
                <a:latin typeface="Helvetica Neue"/>
                <a:ea typeface="Helvetica Neue"/>
                <a:cs typeface="Helvetica Neue"/>
              </a:defRPr>
            </a:lvl8pPr>
            <a:lvl9pPr algn="r">
              <a:buNone/>
              <a:defRPr sz="1350" b="1">
                <a:solidFill>
                  <a:srgbClr val="2F6BFF"/>
                </a:solidFill>
                <a:latin typeface="Helvetica Neue"/>
                <a:ea typeface="Helvetica Neue"/>
                <a:cs typeface="Helvetica Neue"/>
              </a:defRPr>
            </a:lvl9pPr>
          </a:lstStyle>
          <a:p>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11</a:t>
            </a:r>
            <a:endParaRPr sz="1350" b="1">
              <a:solidFill>
                <a:srgbClr val="2F6BFF"/>
              </a:solidFill>
              <a:latin typeface="Helvetica Neue"/>
              <a:ea typeface="Helvetica Neue"/>
              <a:cs typeface="Helvetica Neue"/>
            </a:endParaRPr>
          </a:p>
        </p:txBody>
      </p:sp>
      <p:sp>
        <p:nvSpPr>
          <p:cNvPr id="3" name="矩形 2"/>
          <p:cNvSpPr>
            <a:spLocks noGrp="1"/>
          </p:cNvSpPr>
          <p:nvPr/>
        </p:nvSpPr>
        <p:spPr>
          <a:xfrm>
            <a:off x="609600" y="952500"/>
            <a:ext cx="11010900" cy="38100"/>
          </a:xfrm>
          <a:prstGeom prst="rect">
            <a:avLst/>
          </a:prstGeom>
          <a:solidFill>
            <a:srgbClr val="2F6BFF"/>
          </a:solidFill>
          <a:ln w="0">
            <a:noFill/>
          </a:ln>
        </p:spPr>
      </p:sp>
      <p:sp>
        <p:nvSpPr>
          <p:cNvPr id="4" name="矩形 3"/>
          <p:cNvSpPr>
            <a:spLocks noGrp="1"/>
          </p:cNvSpPr>
          <p:nvPr/>
        </p:nvSpPr>
        <p:spPr>
          <a:xfrm>
            <a:off x="609600" y="6496050"/>
            <a:ext cx="5334000" cy="209550"/>
          </a:xfrm>
          <a:prstGeom prst="rect">
            <a:avLst/>
          </a:prstGeom>
          <a:noFill/>
          <a:ln w="0">
            <a:noFill/>
          </a:ln>
        </p:spPr>
        <p:txBody>
          <a:bodyPr anchor="ctr">
            <a:noAutofit/>
          </a:bodyPr>
          <a:lstStyle>
            <a:defPPr algn="l">
              <a:defRPr sz="900" b="0">
                <a:solidFill>
                  <a:srgbClr val="627D98"/>
                </a:solidFill>
                <a:latin typeface="Helvetica Neue"/>
                <a:ea typeface="Helvetica Neue"/>
                <a:cs typeface="Helvetica Neue"/>
              </a:defRPr>
            </a:defPPr>
            <a:lvl1pPr algn="l">
              <a:buNone/>
              <a:defRPr sz="900" b="0">
                <a:solidFill>
                  <a:srgbClr val="627D98"/>
                </a:solidFill>
                <a:latin typeface="Helvetica Neue"/>
                <a:ea typeface="Helvetica Neue"/>
                <a:cs typeface="Helvetica Neue"/>
              </a:defRPr>
            </a:lvl1pPr>
            <a:lvl2pPr algn="l">
              <a:buNone/>
              <a:defRPr sz="900" b="0">
                <a:solidFill>
                  <a:srgbClr val="627D98"/>
                </a:solidFill>
                <a:latin typeface="Helvetica Neue"/>
                <a:ea typeface="Helvetica Neue"/>
                <a:cs typeface="Helvetica Neue"/>
              </a:defRPr>
            </a:lvl2pPr>
            <a:lvl3pPr algn="l">
              <a:buNone/>
              <a:defRPr sz="900" b="0">
                <a:solidFill>
                  <a:srgbClr val="627D98"/>
                </a:solidFill>
                <a:latin typeface="Helvetica Neue"/>
                <a:ea typeface="Helvetica Neue"/>
                <a:cs typeface="Helvetica Neue"/>
              </a:defRPr>
            </a:lvl3pPr>
            <a:lvl4pPr algn="l">
              <a:buNone/>
              <a:defRPr sz="900" b="0">
                <a:solidFill>
                  <a:srgbClr val="627D98"/>
                </a:solidFill>
                <a:latin typeface="Helvetica Neue"/>
                <a:ea typeface="Helvetica Neue"/>
                <a:cs typeface="Helvetica Neue"/>
              </a:defRPr>
            </a:lvl4pPr>
            <a:lvl5pPr algn="l">
              <a:buNone/>
              <a:defRPr sz="900" b="0">
                <a:solidFill>
                  <a:srgbClr val="627D98"/>
                </a:solidFill>
                <a:latin typeface="Helvetica Neue"/>
                <a:ea typeface="Helvetica Neue"/>
                <a:cs typeface="Helvetica Neue"/>
              </a:defRPr>
            </a:lvl5pPr>
            <a:lvl6pPr algn="l">
              <a:buNone/>
              <a:defRPr sz="900" b="0">
                <a:solidFill>
                  <a:srgbClr val="627D98"/>
                </a:solidFill>
                <a:latin typeface="Helvetica Neue"/>
                <a:ea typeface="Helvetica Neue"/>
                <a:cs typeface="Helvetica Neue"/>
              </a:defRPr>
            </a:lvl6pPr>
            <a:lvl7pPr algn="l">
              <a:buNone/>
              <a:defRPr sz="900" b="0">
                <a:solidFill>
                  <a:srgbClr val="627D98"/>
                </a:solidFill>
                <a:latin typeface="Helvetica Neue"/>
                <a:ea typeface="Helvetica Neue"/>
                <a:cs typeface="Helvetica Neue"/>
              </a:defRPr>
            </a:lvl7pPr>
            <a:lvl8pPr algn="l">
              <a:buNone/>
              <a:defRPr sz="900" b="0">
                <a:solidFill>
                  <a:srgbClr val="627D98"/>
                </a:solidFill>
                <a:latin typeface="Helvetica Neue"/>
                <a:ea typeface="Helvetica Neue"/>
                <a:cs typeface="Helvetica Neue"/>
              </a:defRPr>
            </a:lvl8pPr>
            <a:lvl9pPr algn="l">
              <a:buNone/>
              <a:defRPr sz="900" b="0">
                <a:solidFill>
                  <a:srgbClr val="627D98"/>
                </a:solidFill>
                <a:latin typeface="Helvetica Neue"/>
                <a:ea typeface="Helvetica Neue"/>
                <a:cs typeface="Helvetica Neue"/>
              </a:defRPr>
            </a:lvl9pPr>
          </a:lstStyle>
          <a:p>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endParaRPr sz="900" b="0">
              <a:solidFill>
                <a:srgbClr val="627D98"/>
              </a:solidFill>
              <a:latin typeface="Helvetica Neue"/>
              <a:ea typeface="Helvetica Neue"/>
              <a:cs typeface="Helvetica Neue"/>
            </a:endParaRPr>
          </a:p>
        </p:txBody>
      </p:sp>
      <p:sp>
        <p:nvSpPr>
          <p:cNvPr id="5" name="矩形 4"/>
          <p:cNvSpPr>
            <a:spLocks noGrp="1"/>
          </p:cNvSpPr>
          <p:nvPr/>
        </p:nvSpPr>
        <p:spPr>
          <a:xfrm>
            <a:off x="10191750" y="6496050"/>
            <a:ext cx="1428750" cy="209550"/>
          </a:xfrm>
          <a:prstGeom prst="rect">
            <a:avLst/>
          </a:prstGeom>
          <a:noFill/>
          <a:ln w="0">
            <a:noFill/>
          </a:ln>
        </p:spPr>
        <p:txBody>
          <a:bodyPr anchor="ctr">
            <a:noAutofit/>
          </a:bodyPr>
          <a:lstStyle>
            <a:defPPr algn="r">
              <a:defRPr sz="900" b="0">
                <a:solidFill>
                  <a:srgbClr val="627D98"/>
                </a:solidFill>
                <a:latin typeface="Helvetica Neue"/>
                <a:ea typeface="Helvetica Neue"/>
                <a:cs typeface="Helvetica Neue"/>
              </a:defRPr>
            </a:defPPr>
            <a:lvl1pPr algn="r">
              <a:buNone/>
              <a:defRPr sz="900" b="0">
                <a:solidFill>
                  <a:srgbClr val="627D98"/>
                </a:solidFill>
                <a:latin typeface="Helvetica Neue"/>
                <a:ea typeface="Helvetica Neue"/>
                <a:cs typeface="Helvetica Neue"/>
              </a:defRPr>
            </a:lvl1pPr>
            <a:lvl2pPr algn="r">
              <a:buNone/>
              <a:defRPr sz="900" b="0">
                <a:solidFill>
                  <a:srgbClr val="627D98"/>
                </a:solidFill>
                <a:latin typeface="Helvetica Neue"/>
                <a:ea typeface="Helvetica Neue"/>
                <a:cs typeface="Helvetica Neue"/>
              </a:defRPr>
            </a:lvl2pPr>
            <a:lvl3pPr algn="r">
              <a:buNone/>
              <a:defRPr sz="900" b="0">
                <a:solidFill>
                  <a:srgbClr val="627D98"/>
                </a:solidFill>
                <a:latin typeface="Helvetica Neue"/>
                <a:ea typeface="Helvetica Neue"/>
                <a:cs typeface="Helvetica Neue"/>
              </a:defRPr>
            </a:lvl3pPr>
            <a:lvl4pPr algn="r">
              <a:buNone/>
              <a:defRPr sz="900" b="0">
                <a:solidFill>
                  <a:srgbClr val="627D98"/>
                </a:solidFill>
                <a:latin typeface="Helvetica Neue"/>
                <a:ea typeface="Helvetica Neue"/>
                <a:cs typeface="Helvetica Neue"/>
              </a:defRPr>
            </a:lvl4pPr>
            <a:lvl5pPr algn="r">
              <a:buNone/>
              <a:defRPr sz="900" b="0">
                <a:solidFill>
                  <a:srgbClr val="627D98"/>
                </a:solidFill>
                <a:latin typeface="Helvetica Neue"/>
                <a:ea typeface="Helvetica Neue"/>
                <a:cs typeface="Helvetica Neue"/>
              </a:defRPr>
            </a:lvl5pPr>
            <a:lvl6pPr algn="r">
              <a:buNone/>
              <a:defRPr sz="900" b="0">
                <a:solidFill>
                  <a:srgbClr val="627D98"/>
                </a:solidFill>
                <a:latin typeface="Helvetica Neue"/>
                <a:ea typeface="Helvetica Neue"/>
                <a:cs typeface="Helvetica Neue"/>
              </a:defRPr>
            </a:lvl6pPr>
            <a:lvl7pPr algn="r">
              <a:buNone/>
              <a:defRPr sz="900" b="0">
                <a:solidFill>
                  <a:srgbClr val="627D98"/>
                </a:solidFill>
                <a:latin typeface="Helvetica Neue"/>
                <a:ea typeface="Helvetica Neue"/>
                <a:cs typeface="Helvetica Neue"/>
              </a:defRPr>
            </a:lvl7pPr>
            <a:lvl8pPr algn="r">
              <a:buNone/>
              <a:defRPr sz="900" b="0">
                <a:solidFill>
                  <a:srgbClr val="627D98"/>
                </a:solidFill>
                <a:latin typeface="Helvetica Neue"/>
                <a:ea typeface="Helvetica Neue"/>
                <a:cs typeface="Helvetica Neue"/>
              </a:defRPr>
            </a:lvl8pPr>
            <a:lvl9pPr algn="r">
              <a:buNone/>
              <a:defRPr sz="900" b="0">
                <a:solidFill>
                  <a:srgbClr val="627D98"/>
                </a:solidFill>
                <a:latin typeface="Helvetica Neue"/>
                <a:ea typeface="Helvetica Neue"/>
                <a:cs typeface="Helvetica Neue"/>
              </a:defRPr>
            </a:lvl9pPr>
          </a:lstStyle>
          <a:p>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11/11</a:t>
            </a:r>
            <a:endParaRPr sz="900" b="0">
              <a:solidFill>
                <a:srgbClr val="627D98"/>
              </a:solidFill>
              <a:latin typeface="Helvetica Neue"/>
              <a:ea typeface="Helvetica Neue"/>
              <a:cs typeface="Helvetica Neue"/>
            </a:endParaRPr>
          </a:p>
        </p:txBody>
      </p:sp>
      <p:sp>
        <p:nvSpPr>
          <p:cNvPr id="6" name="矩形 5"/>
          <p:cNvSpPr>
            <a:spLocks noGrp="1"/>
          </p:cNvSpPr>
          <p:nvPr/>
        </p:nvSpPr>
        <p:spPr>
          <a:xfrm>
            <a:off x="762000" y="1428750"/>
            <a:ext cx="4381500" cy="438150"/>
          </a:xfrm>
          <a:prstGeom prst="rect">
            <a:avLst/>
          </a:prstGeom>
          <a:noFill/>
          <a:ln w="0">
            <a:noFill/>
          </a:ln>
        </p:spPr>
        <p:txBody>
          <a:bodyPr anchor="ctr">
            <a:noAutofit/>
          </a:bodyPr>
          <a:lstStyle>
            <a:defPPr algn="l">
              <a:defRPr sz="2250" b="1">
                <a:solidFill>
                  <a:srgbClr val="159E9C"/>
                </a:solidFill>
                <a:latin typeface="Helvetica Neue"/>
                <a:ea typeface="Helvetica Neue"/>
                <a:cs typeface="Helvetica Neue"/>
              </a:defRPr>
            </a:defPPr>
            <a:lvl1pPr algn="l">
              <a:buNone/>
              <a:defRPr sz="2250" b="1">
                <a:solidFill>
                  <a:srgbClr val="159E9C"/>
                </a:solidFill>
                <a:latin typeface="Helvetica Neue"/>
                <a:ea typeface="Helvetica Neue"/>
                <a:cs typeface="Helvetica Neue"/>
              </a:defRPr>
            </a:lvl1pPr>
            <a:lvl2pPr algn="l">
              <a:buNone/>
              <a:defRPr sz="2250" b="1">
                <a:solidFill>
                  <a:srgbClr val="159E9C"/>
                </a:solidFill>
                <a:latin typeface="Helvetica Neue"/>
                <a:ea typeface="Helvetica Neue"/>
                <a:cs typeface="Helvetica Neue"/>
              </a:defRPr>
            </a:lvl2pPr>
            <a:lvl3pPr algn="l">
              <a:buNone/>
              <a:defRPr sz="2250" b="1">
                <a:solidFill>
                  <a:srgbClr val="159E9C"/>
                </a:solidFill>
                <a:latin typeface="Helvetica Neue"/>
                <a:ea typeface="Helvetica Neue"/>
                <a:cs typeface="Helvetica Neue"/>
              </a:defRPr>
            </a:lvl3pPr>
            <a:lvl4pPr algn="l">
              <a:buNone/>
              <a:defRPr sz="2250" b="1">
                <a:solidFill>
                  <a:srgbClr val="159E9C"/>
                </a:solidFill>
                <a:latin typeface="Helvetica Neue"/>
                <a:ea typeface="Helvetica Neue"/>
                <a:cs typeface="Helvetica Neue"/>
              </a:defRPr>
            </a:lvl4pPr>
            <a:lvl5pPr algn="l">
              <a:buNone/>
              <a:defRPr sz="2250" b="1">
                <a:solidFill>
                  <a:srgbClr val="159E9C"/>
                </a:solidFill>
                <a:latin typeface="Helvetica Neue"/>
                <a:ea typeface="Helvetica Neue"/>
                <a:cs typeface="Helvetica Neue"/>
              </a:defRPr>
            </a:lvl5pPr>
            <a:lvl6pPr algn="l">
              <a:buNone/>
              <a:defRPr sz="2250" b="1">
                <a:solidFill>
                  <a:srgbClr val="159E9C"/>
                </a:solidFill>
                <a:latin typeface="Helvetica Neue"/>
                <a:ea typeface="Helvetica Neue"/>
                <a:cs typeface="Helvetica Neue"/>
              </a:defRPr>
            </a:lvl6pPr>
            <a:lvl7pPr algn="l">
              <a:buNone/>
              <a:defRPr sz="2250" b="1">
                <a:solidFill>
                  <a:srgbClr val="159E9C"/>
                </a:solidFill>
                <a:latin typeface="Helvetica Neue"/>
                <a:ea typeface="Helvetica Neue"/>
                <a:cs typeface="Helvetica Neue"/>
              </a:defRPr>
            </a:lvl7pPr>
            <a:lvl8pPr algn="l">
              <a:buNone/>
              <a:defRPr sz="2250" b="1">
                <a:solidFill>
                  <a:srgbClr val="159E9C"/>
                </a:solidFill>
                <a:latin typeface="Helvetica Neue"/>
                <a:ea typeface="Helvetica Neue"/>
                <a:cs typeface="Helvetica Neue"/>
              </a:defRPr>
            </a:lvl8pPr>
            <a:lvl9pPr algn="l">
              <a:buNone/>
              <a:defRPr sz="2250" b="1">
                <a:solidFill>
                  <a:srgbClr val="159E9C"/>
                </a:solidFill>
                <a:latin typeface="Helvetica Neue"/>
                <a:ea typeface="Helvetica Neue"/>
                <a:cs typeface="Helvetica Neue"/>
              </a:defRPr>
            </a:lvl9pPr>
          </a:lstStyle>
          <a:p>
            <a:pPr algn="l">
              <a:buNone/>
              <a:defRPr sz="2250" b="1">
                <a:solidFill>
                  <a:srgbClr val="159E9C"/>
                </a:solidFill>
                <a:latin typeface="Helvetica Neue"/>
                <a:ea typeface="Helvetica Neue"/>
                <a:cs typeface="Helvetica Neue"/>
              </a:defRPr>
            </a:pPr>
            <a:r>
              <a:rPr sz="2250" b="1">
                <a:solidFill>
                  <a:srgbClr val="159E9C"/>
                </a:solidFill>
                <a:latin typeface="Helvetica Neue"/>
                <a:ea typeface="Helvetica Neue"/>
                <a:cs typeface="Helvetica Neue"/>
              </a:rPr>
              <a:t>Strategy A: mouth motion</a:t>
            </a:r>
            <a:endParaRPr sz="2250" b="1">
              <a:solidFill>
                <a:srgbClr val="159E9C"/>
              </a:solidFill>
              <a:latin typeface="Helvetica Neue"/>
              <a:ea typeface="Helvetica Neue"/>
              <a:cs typeface="Helvetica Neue"/>
            </a:endParaRPr>
          </a:p>
        </p:txBody>
      </p:sp>
      <p:sp>
        <p:nvSpPr>
          <p:cNvPr id="7" name="矩形 6"/>
          <p:cNvSpPr>
            <a:spLocks noGrp="1"/>
          </p:cNvSpPr>
          <p:nvPr/>
        </p:nvSpPr>
        <p:spPr>
          <a:xfrm>
            <a:off x="762000" y="2047875"/>
            <a:ext cx="4572000" cy="762000"/>
          </a:xfrm>
          <a:prstGeom prst="rect">
            <a:avLst/>
          </a:prstGeom>
          <a:noFill/>
          <a:ln w="0">
            <a:noFill/>
          </a:ln>
        </p:spPr>
        <p:txBody>
          <a:bodyPr anchor="t">
            <a:noAutofit/>
          </a:bodyPr>
          <a:lstStyle>
            <a:defPPr algn="l">
              <a:defRPr sz="1725" b="1">
                <a:solidFill>
                  <a:srgbClr val="102A43"/>
                </a:solidFill>
                <a:latin typeface="Helvetica Neue"/>
                <a:ea typeface="Helvetica Neue"/>
                <a:cs typeface="Helvetica Neue"/>
              </a:defRPr>
            </a:defPPr>
            <a:lvl1pPr algn="l">
              <a:buNone/>
              <a:defRPr sz="1725" b="1">
                <a:solidFill>
                  <a:srgbClr val="102A43"/>
                </a:solidFill>
                <a:latin typeface="Helvetica Neue"/>
                <a:ea typeface="Helvetica Neue"/>
                <a:cs typeface="Helvetica Neue"/>
              </a:defRPr>
            </a:lvl1pPr>
            <a:lvl2pPr algn="l">
              <a:buNone/>
              <a:defRPr sz="1725" b="1">
                <a:solidFill>
                  <a:srgbClr val="102A43"/>
                </a:solidFill>
                <a:latin typeface="Helvetica Neue"/>
                <a:ea typeface="Helvetica Neue"/>
                <a:cs typeface="Helvetica Neue"/>
              </a:defRPr>
            </a:lvl2pPr>
            <a:lvl3pPr algn="l">
              <a:buNone/>
              <a:defRPr sz="1725" b="1">
                <a:solidFill>
                  <a:srgbClr val="102A43"/>
                </a:solidFill>
                <a:latin typeface="Helvetica Neue"/>
                <a:ea typeface="Helvetica Neue"/>
                <a:cs typeface="Helvetica Neue"/>
              </a:defRPr>
            </a:lvl3pPr>
            <a:lvl4pPr algn="l">
              <a:buNone/>
              <a:defRPr sz="1725" b="1">
                <a:solidFill>
                  <a:srgbClr val="102A43"/>
                </a:solidFill>
                <a:latin typeface="Helvetica Neue"/>
                <a:ea typeface="Helvetica Neue"/>
                <a:cs typeface="Helvetica Neue"/>
              </a:defRPr>
            </a:lvl4pPr>
            <a:lvl5pPr algn="l">
              <a:buNone/>
              <a:defRPr sz="1725" b="1">
                <a:solidFill>
                  <a:srgbClr val="102A43"/>
                </a:solidFill>
                <a:latin typeface="Helvetica Neue"/>
                <a:ea typeface="Helvetica Neue"/>
                <a:cs typeface="Helvetica Neue"/>
              </a:defRPr>
            </a:lvl5pPr>
            <a:lvl6pPr algn="l">
              <a:buNone/>
              <a:defRPr sz="1725" b="1">
                <a:solidFill>
                  <a:srgbClr val="102A43"/>
                </a:solidFill>
                <a:latin typeface="Helvetica Neue"/>
                <a:ea typeface="Helvetica Neue"/>
                <a:cs typeface="Helvetica Neue"/>
              </a:defRPr>
            </a:lvl6pPr>
            <a:lvl7pPr algn="l">
              <a:buNone/>
              <a:defRPr sz="1725" b="1">
                <a:solidFill>
                  <a:srgbClr val="102A43"/>
                </a:solidFill>
                <a:latin typeface="Helvetica Neue"/>
                <a:ea typeface="Helvetica Neue"/>
                <a:cs typeface="Helvetica Neue"/>
              </a:defRPr>
            </a:lvl7pPr>
            <a:lvl8pPr algn="l">
              <a:buNone/>
              <a:defRPr sz="1725" b="1">
                <a:solidFill>
                  <a:srgbClr val="102A43"/>
                </a:solidFill>
                <a:latin typeface="Helvetica Neue"/>
                <a:ea typeface="Helvetica Neue"/>
                <a:cs typeface="Helvetica Neue"/>
              </a:defRPr>
            </a:lvl8pPr>
            <a:lvl9pPr algn="l">
              <a:buNone/>
              <a:defRPr sz="1725" b="1">
                <a:solidFill>
                  <a:srgbClr val="102A43"/>
                </a:solidFill>
                <a:latin typeface="Helvetica Neue"/>
                <a:ea typeface="Helvetica Neue"/>
                <a:cs typeface="Helvetica Neue"/>
              </a:defRPr>
            </a:lvl9pPr>
          </a:lstStyle>
          <a:p>
            <a:pPr algn="l">
              <a:buNone/>
              <a:defRPr sz="1725" b="1">
                <a:solidFill>
                  <a:srgbClr val="102A43"/>
                </a:solidFill>
                <a:latin typeface="Helvetica Neue"/>
                <a:ea typeface="Helvetica Neue"/>
                <a:cs typeface="Helvetica Neue"/>
              </a:defRPr>
            </a:pPr>
            <a:r>
              <a:rPr sz="2025" b="1">
                <a:solidFill>
                  <a:srgbClr val="102A43"/>
                </a:solidFill>
                <a:latin typeface="Helvetica Neue"/>
                <a:ea typeface="Helvetica Neue"/>
                <a:cs typeface="Helvetica Neue"/>
              </a:rPr>
              <a:t>We chose global mouth features.</a:t>
            </a:r>
          </a:p>
        </p:txBody>
      </p:sp>
      <p:sp>
        <p:nvSpPr>
          <p:cNvPr id="8" name="矩形 7"/>
          <p:cNvSpPr>
            <a:spLocks noGrp="1"/>
          </p:cNvSpPr>
          <p:nvPr/>
        </p:nvSpPr>
        <p:spPr>
          <a:xfrm>
            <a:off x="762000" y="3095625"/>
            <a:ext cx="5000625" cy="1381125"/>
          </a:xfrm>
          <a:prstGeom prst="rect">
            <a:avLst/>
          </a:prstGeom>
          <a:noFill/>
          <a:ln w="0">
            <a:noFill/>
          </a:ln>
        </p:spPr>
        <p:txBody>
          <a:bodyPr anchor="t">
            <a:noAutofit/>
          </a:bodyPr>
          <a:lstStyle>
            <a:defPPr algn="l">
              <a:defRPr sz="1500" b="0">
                <a:solidFill>
                  <a:srgbClr val="243B53"/>
                </a:solidFill>
                <a:latin typeface="Helvetica Neue"/>
                <a:ea typeface="Helvetica Neue"/>
                <a:cs typeface="Helvetica Neue"/>
              </a:defRPr>
            </a:defPPr>
            <a:lvl1pPr algn="l">
              <a:buNone/>
              <a:defRPr sz="1500" b="0">
                <a:solidFill>
                  <a:srgbClr val="243B53"/>
                </a:solidFill>
                <a:latin typeface="Helvetica Neue"/>
                <a:ea typeface="Helvetica Neue"/>
                <a:cs typeface="Helvetica Neue"/>
              </a:defRPr>
            </a:lvl1pPr>
            <a:lvl2pPr algn="l">
              <a:buNone/>
              <a:defRPr sz="1500" b="0">
                <a:solidFill>
                  <a:srgbClr val="243B53"/>
                </a:solidFill>
                <a:latin typeface="Helvetica Neue"/>
                <a:ea typeface="Helvetica Neue"/>
                <a:cs typeface="Helvetica Neue"/>
              </a:defRPr>
            </a:lvl2pPr>
            <a:lvl3pPr algn="l">
              <a:buNone/>
              <a:defRPr sz="1500" b="0">
                <a:solidFill>
                  <a:srgbClr val="243B53"/>
                </a:solidFill>
                <a:latin typeface="Helvetica Neue"/>
                <a:ea typeface="Helvetica Neue"/>
                <a:cs typeface="Helvetica Neue"/>
              </a:defRPr>
            </a:lvl3pPr>
            <a:lvl4pPr algn="l">
              <a:buNone/>
              <a:defRPr sz="1500" b="0">
                <a:solidFill>
                  <a:srgbClr val="243B53"/>
                </a:solidFill>
                <a:latin typeface="Helvetica Neue"/>
                <a:ea typeface="Helvetica Neue"/>
                <a:cs typeface="Helvetica Neue"/>
              </a:defRPr>
            </a:lvl4pPr>
            <a:lvl5pPr algn="l">
              <a:buNone/>
              <a:defRPr sz="1500" b="0">
                <a:solidFill>
                  <a:srgbClr val="243B53"/>
                </a:solidFill>
                <a:latin typeface="Helvetica Neue"/>
                <a:ea typeface="Helvetica Neue"/>
                <a:cs typeface="Helvetica Neue"/>
              </a:defRPr>
            </a:lvl5pPr>
            <a:lvl6pPr algn="l">
              <a:buNone/>
              <a:defRPr sz="1500" b="0">
                <a:solidFill>
                  <a:srgbClr val="243B53"/>
                </a:solidFill>
                <a:latin typeface="Helvetica Neue"/>
                <a:ea typeface="Helvetica Neue"/>
                <a:cs typeface="Helvetica Neue"/>
              </a:defRPr>
            </a:lvl6pPr>
            <a:lvl7pPr algn="l">
              <a:buNone/>
              <a:defRPr sz="1500" b="0">
                <a:solidFill>
                  <a:srgbClr val="243B53"/>
                </a:solidFill>
                <a:latin typeface="Helvetica Neue"/>
                <a:ea typeface="Helvetica Neue"/>
                <a:cs typeface="Helvetica Neue"/>
              </a:defRPr>
            </a:lvl7pPr>
            <a:lvl8pPr algn="l">
              <a:buNone/>
              <a:defRPr sz="1500" b="0">
                <a:solidFill>
                  <a:srgbClr val="243B53"/>
                </a:solidFill>
                <a:latin typeface="Helvetica Neue"/>
                <a:ea typeface="Helvetica Neue"/>
                <a:cs typeface="Helvetica Neue"/>
              </a:defRPr>
            </a:lvl8pPr>
            <a:lvl9pPr algn="l">
              <a:buNone/>
              <a:defRPr sz="1500" b="0">
                <a:solidFill>
                  <a:srgbClr val="243B53"/>
                </a:solidFill>
                <a:latin typeface="Helvetica Neue"/>
                <a:ea typeface="Helvetica Neue"/>
                <a:cs typeface="Helvetica Neue"/>
              </a:defRPr>
            </a:lvl9pPr>
          </a:lstStyle>
          <a:p>
            <a:pPr algn="l">
              <a:buNone/>
              <a:defRPr sz="1500" b="0">
                <a:solidFill>
                  <a:srgbClr val="243B53"/>
                </a:solidFill>
                <a:latin typeface="Helvetica Neue"/>
                <a:ea typeface="Helvetica Neue"/>
                <a:cs typeface="Helvetica Neue"/>
              </a:defRPr>
            </a:pPr>
            <a:r>
              <a:rPr sz="1650" b="0">
                <a:solidFill>
                  <a:srgbClr val="243B53"/>
                </a:solidFill>
                <a:latin typeface="Helvetica Neue"/>
                <a:ea typeface="Helvetica Neue"/>
                <a:cs typeface="Helvetica Neue"/>
              </a:rPr>
              <a:t>Global: F1 0.762, AUROC 0.843</a:t>
            </a:r>
          </a:p>
          <a:p>
            <a:pPr algn="l">
              <a:buNone/>
              <a:defRPr sz="1500" b="0">
                <a:solidFill>
                  <a:srgbClr val="243B53"/>
                </a:solidFill>
                <a:latin typeface="Helvetica Neue"/>
                <a:ea typeface="Helvetica Neue"/>
                <a:cs typeface="Helvetica Neue"/>
              </a:defRPr>
            </a:pPr>
            <a:r>
              <a:rPr sz="1650" b="0">
                <a:solidFill>
                  <a:srgbClr val="243B53"/>
                </a:solidFill>
                <a:latin typeface="Helvetica Neue"/>
                <a:ea typeface="Helvetica Neue"/>
                <a:cs typeface="Helvetica Neue"/>
              </a:rPr>
              <a:t>Extra context gave no stable benefit.</a:t>
            </a:r>
          </a:p>
          <a:p>
            <a:pPr algn="l">
              <a:buNone/>
              <a:defRPr sz="1500" b="0">
                <a:solidFill>
                  <a:srgbClr val="243B53"/>
                </a:solidFill>
                <a:latin typeface="Helvetica Neue"/>
                <a:ea typeface="Helvetica Neue"/>
                <a:cs typeface="Helvetica Neue"/>
              </a:defRPr>
            </a:pPr>
            <a:r>
              <a:rPr sz="1650" b="0">
                <a:solidFill>
                  <a:srgbClr val="243B53"/>
                </a:solidFill>
                <a:latin typeface="Helvetica Neue"/>
                <a:ea typeface="Helvetica Neue"/>
                <a:cs typeface="Helvetica Neue"/>
              </a:rPr>
              <a:t>12 speakers and one generator.</a:t>
            </a:r>
          </a:p>
        </p:txBody>
      </p:sp>
      <p:sp>
        <p:nvSpPr>
          <p:cNvPr id="9" name="直接连接符 8"/>
          <p:cNvSpPr>
            <a:spLocks noGrp="1"/>
          </p:cNvSpPr>
          <p:nvPr/>
        </p:nvSpPr>
        <p:spPr>
          <a:xfrm>
            <a:off x="6096000" y="1428750"/>
            <a:ext cx="0" cy="3333750"/>
          </a:xfrm>
          <a:prstGeom prst="line">
            <a:avLst/>
          </a:prstGeom>
          <a:noFill/>
          <a:ln w="19050">
            <a:solidFill>
              <a:srgbClr val="D9E2EC"/>
            </a:solidFill>
          </a:ln>
        </p:spPr>
      </p:sp>
      <p:sp>
        <p:nvSpPr>
          <p:cNvPr id="10" name="矩形 9"/>
          <p:cNvSpPr>
            <a:spLocks noGrp="1"/>
          </p:cNvSpPr>
          <p:nvPr/>
        </p:nvSpPr>
        <p:spPr>
          <a:xfrm>
            <a:off x="6858000" y="1428750"/>
            <a:ext cx="4381500" cy="438150"/>
          </a:xfrm>
          <a:prstGeom prst="rect">
            <a:avLst/>
          </a:prstGeom>
          <a:noFill/>
          <a:ln w="0">
            <a:noFill/>
          </a:ln>
        </p:spPr>
        <p:txBody>
          <a:bodyPr anchor="ctr">
            <a:noAutofit/>
          </a:bodyPr>
          <a:lstStyle>
            <a:defPPr algn="l">
              <a:defRPr sz="2250" b="1">
                <a:solidFill>
                  <a:srgbClr val="D64545"/>
                </a:solidFill>
                <a:latin typeface="Helvetica Neue"/>
                <a:ea typeface="Helvetica Neue"/>
                <a:cs typeface="Helvetica Neue"/>
              </a:defRPr>
            </a:defPPr>
            <a:lvl1pPr algn="l">
              <a:buNone/>
              <a:defRPr sz="2250" b="1">
                <a:solidFill>
                  <a:srgbClr val="D64545"/>
                </a:solidFill>
                <a:latin typeface="Helvetica Neue"/>
                <a:ea typeface="Helvetica Neue"/>
                <a:cs typeface="Helvetica Neue"/>
              </a:defRPr>
            </a:lvl1pPr>
            <a:lvl2pPr algn="l">
              <a:buNone/>
              <a:defRPr sz="2250" b="1">
                <a:solidFill>
                  <a:srgbClr val="D64545"/>
                </a:solidFill>
                <a:latin typeface="Helvetica Neue"/>
                <a:ea typeface="Helvetica Neue"/>
                <a:cs typeface="Helvetica Neue"/>
              </a:defRPr>
            </a:lvl2pPr>
            <a:lvl3pPr algn="l">
              <a:buNone/>
              <a:defRPr sz="2250" b="1">
                <a:solidFill>
                  <a:srgbClr val="D64545"/>
                </a:solidFill>
                <a:latin typeface="Helvetica Neue"/>
                <a:ea typeface="Helvetica Neue"/>
                <a:cs typeface="Helvetica Neue"/>
              </a:defRPr>
            </a:lvl3pPr>
            <a:lvl4pPr algn="l">
              <a:buNone/>
              <a:defRPr sz="2250" b="1">
                <a:solidFill>
                  <a:srgbClr val="D64545"/>
                </a:solidFill>
                <a:latin typeface="Helvetica Neue"/>
                <a:ea typeface="Helvetica Neue"/>
                <a:cs typeface="Helvetica Neue"/>
              </a:defRPr>
            </a:lvl4pPr>
            <a:lvl5pPr algn="l">
              <a:buNone/>
              <a:defRPr sz="2250" b="1">
                <a:solidFill>
                  <a:srgbClr val="D64545"/>
                </a:solidFill>
                <a:latin typeface="Helvetica Neue"/>
                <a:ea typeface="Helvetica Neue"/>
                <a:cs typeface="Helvetica Neue"/>
              </a:defRPr>
            </a:lvl5pPr>
            <a:lvl6pPr algn="l">
              <a:buNone/>
              <a:defRPr sz="2250" b="1">
                <a:solidFill>
                  <a:srgbClr val="D64545"/>
                </a:solidFill>
                <a:latin typeface="Helvetica Neue"/>
                <a:ea typeface="Helvetica Neue"/>
                <a:cs typeface="Helvetica Neue"/>
              </a:defRPr>
            </a:lvl6pPr>
            <a:lvl7pPr algn="l">
              <a:buNone/>
              <a:defRPr sz="2250" b="1">
                <a:solidFill>
                  <a:srgbClr val="D64545"/>
                </a:solidFill>
                <a:latin typeface="Helvetica Neue"/>
                <a:ea typeface="Helvetica Neue"/>
                <a:cs typeface="Helvetica Neue"/>
              </a:defRPr>
            </a:lvl7pPr>
            <a:lvl8pPr algn="l">
              <a:buNone/>
              <a:defRPr sz="2250" b="1">
                <a:solidFill>
                  <a:srgbClr val="D64545"/>
                </a:solidFill>
                <a:latin typeface="Helvetica Neue"/>
                <a:ea typeface="Helvetica Neue"/>
                <a:cs typeface="Helvetica Neue"/>
              </a:defRPr>
            </a:lvl8pPr>
            <a:lvl9pPr algn="l">
              <a:buNone/>
              <a:defRPr sz="2250" b="1">
                <a:solidFill>
                  <a:srgbClr val="D64545"/>
                </a:solidFill>
                <a:latin typeface="Helvetica Neue"/>
                <a:ea typeface="Helvetica Neue"/>
                <a:cs typeface="Helvetica Neue"/>
              </a:defRPr>
            </a:lvl9pPr>
          </a:lstStyle>
          <a:p>
            <a:pPr algn="l">
              <a:buNone/>
              <a:defRPr sz="2250" b="1">
                <a:solidFill>
                  <a:srgbClr val="D64545"/>
                </a:solidFill>
                <a:latin typeface="Helvetica Neue"/>
                <a:ea typeface="Helvetica Neue"/>
                <a:cs typeface="Helvetica Neue"/>
              </a:defRPr>
            </a:pPr>
            <a:r>
              <a:rPr sz="2250" b="1">
                <a:solidFill>
                  <a:srgbClr val="D64545"/>
                </a:solidFill>
                <a:latin typeface="Helvetica Neue"/>
                <a:ea typeface="Helvetica Neue"/>
                <a:cs typeface="Helvetica Neue"/>
              </a:rPr>
              <a:t>Strategy B: colour traces</a:t>
            </a:r>
            <a:endParaRPr sz="2250" b="1">
              <a:solidFill>
                <a:srgbClr val="D64545"/>
              </a:solidFill>
              <a:latin typeface="Helvetica Neue"/>
              <a:ea typeface="Helvetica Neue"/>
              <a:cs typeface="Helvetica Neue"/>
            </a:endParaRPr>
          </a:p>
        </p:txBody>
      </p:sp>
      <p:sp>
        <p:nvSpPr>
          <p:cNvPr id="11" name="矩形 10"/>
          <p:cNvSpPr>
            <a:spLocks noGrp="1"/>
          </p:cNvSpPr>
          <p:nvPr/>
        </p:nvSpPr>
        <p:spPr>
          <a:xfrm>
            <a:off x="6858000" y="2047875"/>
            <a:ext cx="4572000" cy="762000"/>
          </a:xfrm>
          <a:prstGeom prst="rect">
            <a:avLst/>
          </a:prstGeom>
          <a:noFill/>
          <a:ln w="0">
            <a:noFill/>
          </a:ln>
        </p:spPr>
        <p:txBody>
          <a:bodyPr anchor="t">
            <a:noAutofit/>
          </a:bodyPr>
          <a:lstStyle>
            <a:defPPr algn="l">
              <a:defRPr sz="1725" b="1">
                <a:solidFill>
                  <a:srgbClr val="102A43"/>
                </a:solidFill>
                <a:latin typeface="Helvetica Neue"/>
                <a:ea typeface="Helvetica Neue"/>
                <a:cs typeface="Helvetica Neue"/>
              </a:defRPr>
            </a:defPPr>
            <a:lvl1pPr algn="l">
              <a:buNone/>
              <a:defRPr sz="1725" b="1">
                <a:solidFill>
                  <a:srgbClr val="102A43"/>
                </a:solidFill>
                <a:latin typeface="Helvetica Neue"/>
                <a:ea typeface="Helvetica Neue"/>
                <a:cs typeface="Helvetica Neue"/>
              </a:defRPr>
            </a:lvl1pPr>
            <a:lvl2pPr algn="l">
              <a:buNone/>
              <a:defRPr sz="1725" b="1">
                <a:solidFill>
                  <a:srgbClr val="102A43"/>
                </a:solidFill>
                <a:latin typeface="Helvetica Neue"/>
                <a:ea typeface="Helvetica Neue"/>
                <a:cs typeface="Helvetica Neue"/>
              </a:defRPr>
            </a:lvl2pPr>
            <a:lvl3pPr algn="l">
              <a:buNone/>
              <a:defRPr sz="1725" b="1">
                <a:solidFill>
                  <a:srgbClr val="102A43"/>
                </a:solidFill>
                <a:latin typeface="Helvetica Neue"/>
                <a:ea typeface="Helvetica Neue"/>
                <a:cs typeface="Helvetica Neue"/>
              </a:defRPr>
            </a:lvl3pPr>
            <a:lvl4pPr algn="l">
              <a:buNone/>
              <a:defRPr sz="1725" b="1">
                <a:solidFill>
                  <a:srgbClr val="102A43"/>
                </a:solidFill>
                <a:latin typeface="Helvetica Neue"/>
                <a:ea typeface="Helvetica Neue"/>
                <a:cs typeface="Helvetica Neue"/>
              </a:defRPr>
            </a:lvl4pPr>
            <a:lvl5pPr algn="l">
              <a:buNone/>
              <a:defRPr sz="1725" b="1">
                <a:solidFill>
                  <a:srgbClr val="102A43"/>
                </a:solidFill>
                <a:latin typeface="Helvetica Neue"/>
                <a:ea typeface="Helvetica Neue"/>
                <a:cs typeface="Helvetica Neue"/>
              </a:defRPr>
            </a:lvl5pPr>
            <a:lvl6pPr algn="l">
              <a:buNone/>
              <a:defRPr sz="1725" b="1">
                <a:solidFill>
                  <a:srgbClr val="102A43"/>
                </a:solidFill>
                <a:latin typeface="Helvetica Neue"/>
                <a:ea typeface="Helvetica Neue"/>
                <a:cs typeface="Helvetica Neue"/>
              </a:defRPr>
            </a:lvl6pPr>
            <a:lvl7pPr algn="l">
              <a:buNone/>
              <a:defRPr sz="1725" b="1">
                <a:solidFill>
                  <a:srgbClr val="102A43"/>
                </a:solidFill>
                <a:latin typeface="Helvetica Neue"/>
                <a:ea typeface="Helvetica Neue"/>
                <a:cs typeface="Helvetica Neue"/>
              </a:defRPr>
            </a:lvl7pPr>
            <a:lvl8pPr algn="l">
              <a:buNone/>
              <a:defRPr sz="1725" b="1">
                <a:solidFill>
                  <a:srgbClr val="102A43"/>
                </a:solidFill>
                <a:latin typeface="Helvetica Neue"/>
                <a:ea typeface="Helvetica Neue"/>
                <a:cs typeface="Helvetica Neue"/>
              </a:defRPr>
            </a:lvl8pPr>
            <a:lvl9pPr algn="l">
              <a:buNone/>
              <a:defRPr sz="1725" b="1">
                <a:solidFill>
                  <a:srgbClr val="102A43"/>
                </a:solidFill>
                <a:latin typeface="Helvetica Neue"/>
                <a:ea typeface="Helvetica Neue"/>
                <a:cs typeface="Helvetica Neue"/>
              </a:defRPr>
            </a:lvl9pPr>
          </a:lstStyle>
          <a:p>
            <a:pPr algn="l">
              <a:buNone/>
              <a:defRPr sz="1725" b="1">
                <a:solidFill>
                  <a:srgbClr val="102A43"/>
                </a:solidFill>
                <a:latin typeface="Helvetica Neue"/>
                <a:ea typeface="Helvetica Neue"/>
                <a:cs typeface="Helvetica Neue"/>
              </a:defRPr>
            </a:pPr>
            <a:r>
              <a:rPr sz="2025" b="1">
                <a:solidFill>
                  <a:srgbClr val="102A43"/>
                </a:solidFill>
                <a:latin typeface="Helvetica Neue"/>
                <a:ea typeface="Helvetica Neue"/>
                <a:cs typeface="Helvetica Neue"/>
              </a:rPr>
              <a:t>We measured a periodic colour trace.</a:t>
            </a:r>
          </a:p>
        </p:txBody>
      </p:sp>
      <p:sp>
        <p:nvSpPr>
          <p:cNvPr id="12" name="矩形 11"/>
          <p:cNvSpPr>
            <a:spLocks noGrp="1"/>
          </p:cNvSpPr>
          <p:nvPr/>
        </p:nvSpPr>
        <p:spPr>
          <a:xfrm>
            <a:off x="6858000" y="3095625"/>
            <a:ext cx="5000625" cy="1381125"/>
          </a:xfrm>
          <a:prstGeom prst="rect">
            <a:avLst/>
          </a:prstGeom>
          <a:noFill/>
          <a:ln w="0">
            <a:noFill/>
          </a:ln>
        </p:spPr>
        <p:txBody>
          <a:bodyPr anchor="t">
            <a:noAutofit/>
          </a:bodyPr>
          <a:lstStyle>
            <a:defPPr algn="l">
              <a:defRPr sz="1500" b="0">
                <a:solidFill>
                  <a:srgbClr val="243B53"/>
                </a:solidFill>
                <a:latin typeface="Helvetica Neue"/>
                <a:ea typeface="Helvetica Neue"/>
                <a:cs typeface="Helvetica Neue"/>
              </a:defRPr>
            </a:defPPr>
            <a:lvl1pPr algn="l">
              <a:buNone/>
              <a:defRPr sz="1500" b="0">
                <a:solidFill>
                  <a:srgbClr val="243B53"/>
                </a:solidFill>
                <a:latin typeface="Helvetica Neue"/>
                <a:ea typeface="Helvetica Neue"/>
                <a:cs typeface="Helvetica Neue"/>
              </a:defRPr>
            </a:lvl1pPr>
            <a:lvl2pPr algn="l">
              <a:buNone/>
              <a:defRPr sz="1500" b="0">
                <a:solidFill>
                  <a:srgbClr val="243B53"/>
                </a:solidFill>
                <a:latin typeface="Helvetica Neue"/>
                <a:ea typeface="Helvetica Neue"/>
                <a:cs typeface="Helvetica Neue"/>
              </a:defRPr>
            </a:lvl2pPr>
            <a:lvl3pPr algn="l">
              <a:buNone/>
              <a:defRPr sz="1500" b="0">
                <a:solidFill>
                  <a:srgbClr val="243B53"/>
                </a:solidFill>
                <a:latin typeface="Helvetica Neue"/>
                <a:ea typeface="Helvetica Neue"/>
                <a:cs typeface="Helvetica Neue"/>
              </a:defRPr>
            </a:lvl3pPr>
            <a:lvl4pPr algn="l">
              <a:buNone/>
              <a:defRPr sz="1500" b="0">
                <a:solidFill>
                  <a:srgbClr val="243B53"/>
                </a:solidFill>
                <a:latin typeface="Helvetica Neue"/>
                <a:ea typeface="Helvetica Neue"/>
                <a:cs typeface="Helvetica Neue"/>
              </a:defRPr>
            </a:lvl4pPr>
            <a:lvl5pPr algn="l">
              <a:buNone/>
              <a:defRPr sz="1500" b="0">
                <a:solidFill>
                  <a:srgbClr val="243B53"/>
                </a:solidFill>
                <a:latin typeface="Helvetica Neue"/>
                <a:ea typeface="Helvetica Neue"/>
                <a:cs typeface="Helvetica Neue"/>
              </a:defRPr>
            </a:lvl5pPr>
            <a:lvl6pPr algn="l">
              <a:buNone/>
              <a:defRPr sz="1500" b="0">
                <a:solidFill>
                  <a:srgbClr val="243B53"/>
                </a:solidFill>
                <a:latin typeface="Helvetica Neue"/>
                <a:ea typeface="Helvetica Neue"/>
                <a:cs typeface="Helvetica Neue"/>
              </a:defRPr>
            </a:lvl6pPr>
            <a:lvl7pPr algn="l">
              <a:buNone/>
              <a:defRPr sz="1500" b="0">
                <a:solidFill>
                  <a:srgbClr val="243B53"/>
                </a:solidFill>
                <a:latin typeface="Helvetica Neue"/>
                <a:ea typeface="Helvetica Neue"/>
                <a:cs typeface="Helvetica Neue"/>
              </a:defRPr>
            </a:lvl7pPr>
            <a:lvl8pPr algn="l">
              <a:buNone/>
              <a:defRPr sz="1500" b="0">
                <a:solidFill>
                  <a:srgbClr val="243B53"/>
                </a:solidFill>
                <a:latin typeface="Helvetica Neue"/>
                <a:ea typeface="Helvetica Neue"/>
                <a:cs typeface="Helvetica Neue"/>
              </a:defRPr>
            </a:lvl8pPr>
            <a:lvl9pPr algn="l">
              <a:buNone/>
              <a:defRPr sz="1500" b="0">
                <a:solidFill>
                  <a:srgbClr val="243B53"/>
                </a:solidFill>
                <a:latin typeface="Helvetica Neue"/>
                <a:ea typeface="Helvetica Neue"/>
                <a:cs typeface="Helvetica Neue"/>
              </a:defRPr>
            </a:lvl9pPr>
          </a:lstStyle>
          <a:p>
            <a:pPr algn="l">
              <a:buNone/>
              <a:defRPr sz="1500" b="0">
                <a:solidFill>
                  <a:srgbClr val="243B53"/>
                </a:solidFill>
                <a:latin typeface="Helvetica Neue"/>
                <a:ea typeface="Helvetica Neue"/>
                <a:cs typeface="Helvetica Neue"/>
              </a:defRPr>
            </a:pPr>
            <a:r>
              <a:rPr sz="1650" b="0">
                <a:solidFill>
                  <a:srgbClr val="243B53"/>
                </a:solidFill>
                <a:latin typeface="Helvetica Neue"/>
                <a:ea typeface="Helvetica Neue"/>
                <a:cs typeface="Helvetica Neue"/>
              </a:rPr>
              <a:t>One attacked pair. The trace survived processing.</a:t>
            </a:r>
          </a:p>
          <a:p>
            <a:pPr algn="l">
              <a:buNone/>
              <a:defRPr sz="1500" b="0">
                <a:solidFill>
                  <a:srgbClr val="243B53"/>
                </a:solidFill>
                <a:latin typeface="Helvetica Neue"/>
                <a:ea typeface="Helvetica Neue"/>
                <a:cs typeface="Helvetica Neue"/>
              </a:defRPr>
            </a:pPr>
            <a:r>
              <a:rPr sz="1650" b="0">
                <a:solidFill>
                  <a:srgbClr val="243B53"/>
                </a:solidFill>
                <a:latin typeface="Helvetica Neue"/>
                <a:ea typeface="Helvetica Neue"/>
                <a:cs typeface="Helvetica Neue"/>
              </a:rPr>
              <a:t>Periodic light also raised the metric.</a:t>
            </a:r>
          </a:p>
          <a:p>
            <a:pPr algn="l">
              <a:buNone/>
              <a:defRPr sz="1500" b="0">
                <a:solidFill>
                  <a:srgbClr val="243B53"/>
                </a:solidFill>
                <a:latin typeface="Helvetica Neue"/>
                <a:ea typeface="Helvetica Neue"/>
                <a:cs typeface="Helvetica Neue"/>
              </a:defRPr>
            </a:pPr>
            <a:r>
              <a:rPr sz="1650" b="0">
                <a:solidFill>
                  <a:srgbClr val="243B53"/>
                </a:solidFill>
                <a:latin typeface="Helvetica Neue"/>
                <a:ea typeface="Helvetica Neue"/>
                <a:cs typeface="Helvetica Neue"/>
              </a:rPr>
              <a:t>More people and natural lighting need testing.</a:t>
            </a:r>
          </a:p>
        </p:txBody>
      </p:sp>
      <p:sp>
        <p:nvSpPr>
          <p:cNvPr id="13" name="矩形 12"/>
          <p:cNvSpPr>
            <a:spLocks noGrp="1"/>
          </p:cNvSpPr>
          <p:nvPr/>
        </p:nvSpPr>
        <p:spPr>
          <a:xfrm>
            <a:off x="762000" y="5095875"/>
            <a:ext cx="10668000" cy="857250"/>
          </a:xfrm>
          <a:prstGeom prst="rect">
            <a:avLst/>
          </a:prstGeom>
          <a:solidFill>
            <a:srgbClr val="102A43"/>
          </a:solidFill>
          <a:ln w="0">
            <a:noFill/>
          </a:ln>
        </p:spPr>
      </p:sp>
      <p:sp>
        <p:nvSpPr>
          <p:cNvPr id="14" name="矩形 13"/>
          <p:cNvSpPr>
            <a:spLocks noGrp="1"/>
          </p:cNvSpPr>
          <p:nvPr/>
        </p:nvSpPr>
        <p:spPr>
          <a:xfrm>
            <a:off x="1047750" y="5219700"/>
            <a:ext cx="2571750" cy="323850"/>
          </a:xfrm>
          <a:prstGeom prst="rect">
            <a:avLst/>
          </a:prstGeom>
          <a:noFill/>
          <a:ln w="0">
            <a:noFill/>
          </a:ln>
        </p:spPr>
        <p:txBody>
          <a:bodyPr anchor="ctr">
            <a:noAutofit/>
          </a:bodyPr>
          <a:lstStyle>
            <a:defPPr algn="l">
              <a:defRPr sz="1500" b="1">
                <a:solidFill>
                  <a:srgbClr val="159E9C"/>
                </a:solidFill>
                <a:latin typeface="Helvetica Neue"/>
                <a:ea typeface="Helvetica Neue"/>
                <a:cs typeface="Helvetica Neue"/>
              </a:defRPr>
            </a:defPPr>
            <a:lvl1pPr algn="l">
              <a:buNone/>
              <a:defRPr sz="1500" b="1">
                <a:solidFill>
                  <a:srgbClr val="159E9C"/>
                </a:solidFill>
                <a:latin typeface="Helvetica Neue"/>
                <a:ea typeface="Helvetica Neue"/>
                <a:cs typeface="Helvetica Neue"/>
              </a:defRPr>
            </a:lvl1pPr>
            <a:lvl2pPr algn="l">
              <a:buNone/>
              <a:defRPr sz="1500" b="1">
                <a:solidFill>
                  <a:srgbClr val="159E9C"/>
                </a:solidFill>
                <a:latin typeface="Helvetica Neue"/>
                <a:ea typeface="Helvetica Neue"/>
                <a:cs typeface="Helvetica Neue"/>
              </a:defRPr>
            </a:lvl2pPr>
            <a:lvl3pPr algn="l">
              <a:buNone/>
              <a:defRPr sz="1500" b="1">
                <a:solidFill>
                  <a:srgbClr val="159E9C"/>
                </a:solidFill>
                <a:latin typeface="Helvetica Neue"/>
                <a:ea typeface="Helvetica Neue"/>
                <a:cs typeface="Helvetica Neue"/>
              </a:defRPr>
            </a:lvl3pPr>
            <a:lvl4pPr algn="l">
              <a:buNone/>
              <a:defRPr sz="1500" b="1">
                <a:solidFill>
                  <a:srgbClr val="159E9C"/>
                </a:solidFill>
                <a:latin typeface="Helvetica Neue"/>
                <a:ea typeface="Helvetica Neue"/>
                <a:cs typeface="Helvetica Neue"/>
              </a:defRPr>
            </a:lvl4pPr>
            <a:lvl5pPr algn="l">
              <a:buNone/>
              <a:defRPr sz="1500" b="1">
                <a:solidFill>
                  <a:srgbClr val="159E9C"/>
                </a:solidFill>
                <a:latin typeface="Helvetica Neue"/>
                <a:ea typeface="Helvetica Neue"/>
                <a:cs typeface="Helvetica Neue"/>
              </a:defRPr>
            </a:lvl5pPr>
            <a:lvl6pPr algn="l">
              <a:buNone/>
              <a:defRPr sz="1500" b="1">
                <a:solidFill>
                  <a:srgbClr val="159E9C"/>
                </a:solidFill>
                <a:latin typeface="Helvetica Neue"/>
                <a:ea typeface="Helvetica Neue"/>
                <a:cs typeface="Helvetica Neue"/>
              </a:defRPr>
            </a:lvl6pPr>
            <a:lvl7pPr algn="l">
              <a:buNone/>
              <a:defRPr sz="1500" b="1">
                <a:solidFill>
                  <a:srgbClr val="159E9C"/>
                </a:solidFill>
                <a:latin typeface="Helvetica Neue"/>
                <a:ea typeface="Helvetica Neue"/>
                <a:cs typeface="Helvetica Neue"/>
              </a:defRPr>
            </a:lvl7pPr>
            <a:lvl8pPr algn="l">
              <a:buNone/>
              <a:defRPr sz="1500" b="1">
                <a:solidFill>
                  <a:srgbClr val="159E9C"/>
                </a:solidFill>
                <a:latin typeface="Helvetica Neue"/>
                <a:ea typeface="Helvetica Neue"/>
                <a:cs typeface="Helvetica Neue"/>
              </a:defRPr>
            </a:lvl8pPr>
            <a:lvl9pPr algn="l">
              <a:buNone/>
              <a:defRPr sz="1500" b="1">
                <a:solidFill>
                  <a:srgbClr val="159E9C"/>
                </a:solidFill>
                <a:latin typeface="Helvetica Neue"/>
                <a:ea typeface="Helvetica Neue"/>
                <a:cs typeface="Helvetica Neue"/>
              </a:defRPr>
            </a:lvl9pPr>
          </a:lstStyle>
          <a:p>
            <a:pPr algn="l">
              <a:buNone/>
              <a:defRPr sz="1500" b="1">
                <a:solidFill>
                  <a:srgbClr val="159E9C"/>
                </a:solidFill>
                <a:latin typeface="Helvetica Neue"/>
                <a:ea typeface="Helvetica Neue"/>
                <a:cs typeface="Helvetica Neue"/>
              </a:defRPr>
            </a:pPr>
            <a:r>
              <a:rPr sz="1725" b="1">
                <a:solidFill>
                  <a:srgbClr val="159E9C"/>
                </a:solidFill>
                <a:latin typeface="Helvetica Neue"/>
                <a:ea typeface="Helvetica Neue"/>
                <a:cs typeface="Helvetica Neue"/>
              </a:rPr>
              <a:t>Separate results</a:t>
            </a:r>
          </a:p>
        </p:txBody>
      </p:sp>
      <p:sp>
        <p:nvSpPr>
          <p:cNvPr id="15" name="矩形 14"/>
          <p:cNvSpPr>
            <a:spLocks noGrp="1"/>
          </p:cNvSpPr>
          <p:nvPr/>
        </p:nvSpPr>
        <p:spPr>
          <a:xfrm>
            <a:off x="3905250" y="5238750"/>
            <a:ext cx="7429500" cy="714375"/>
          </a:xfrm>
          <a:prstGeom prst="rect">
            <a:avLst/>
          </a:prstGeom>
          <a:noFill/>
          <a:ln w="0">
            <a:noFill/>
          </a:ln>
        </p:spPr>
        <p:txBody>
          <a:bodyPr anchor="ctr">
            <a:noAutofit/>
          </a:bodyPr>
          <a:lstStyle>
            <a:defPPr algn="ctr">
              <a:defRPr sz="1725" b="1">
                <a:solidFill>
                  <a:srgbClr val="FFFFFF"/>
                </a:solidFill>
                <a:latin typeface="Helvetica Neue"/>
                <a:ea typeface="Helvetica Neue"/>
                <a:cs typeface="Helvetica Neue"/>
              </a:defRPr>
            </a:defPPr>
            <a:lvl1pPr algn="ctr">
              <a:buNone/>
              <a:defRPr sz="1725" b="1">
                <a:solidFill>
                  <a:srgbClr val="FFFFFF"/>
                </a:solidFill>
                <a:latin typeface="Helvetica Neue"/>
                <a:ea typeface="Helvetica Neue"/>
                <a:cs typeface="Helvetica Neue"/>
              </a:defRPr>
            </a:lvl1pPr>
            <a:lvl2pPr algn="ctr">
              <a:buNone/>
              <a:defRPr sz="1725" b="1">
                <a:solidFill>
                  <a:srgbClr val="FFFFFF"/>
                </a:solidFill>
                <a:latin typeface="Helvetica Neue"/>
                <a:ea typeface="Helvetica Neue"/>
                <a:cs typeface="Helvetica Neue"/>
              </a:defRPr>
            </a:lvl2pPr>
            <a:lvl3pPr algn="ctr">
              <a:buNone/>
              <a:defRPr sz="1725" b="1">
                <a:solidFill>
                  <a:srgbClr val="FFFFFF"/>
                </a:solidFill>
                <a:latin typeface="Helvetica Neue"/>
                <a:ea typeface="Helvetica Neue"/>
                <a:cs typeface="Helvetica Neue"/>
              </a:defRPr>
            </a:lvl3pPr>
            <a:lvl4pPr algn="ctr">
              <a:buNone/>
              <a:defRPr sz="1725" b="1">
                <a:solidFill>
                  <a:srgbClr val="FFFFFF"/>
                </a:solidFill>
                <a:latin typeface="Helvetica Neue"/>
                <a:ea typeface="Helvetica Neue"/>
                <a:cs typeface="Helvetica Neue"/>
              </a:defRPr>
            </a:lvl4pPr>
            <a:lvl5pPr algn="ctr">
              <a:buNone/>
              <a:defRPr sz="1725" b="1">
                <a:solidFill>
                  <a:srgbClr val="FFFFFF"/>
                </a:solidFill>
                <a:latin typeface="Helvetica Neue"/>
                <a:ea typeface="Helvetica Neue"/>
                <a:cs typeface="Helvetica Neue"/>
              </a:defRPr>
            </a:lvl5pPr>
            <a:lvl6pPr algn="ctr">
              <a:buNone/>
              <a:defRPr sz="1725" b="1">
                <a:solidFill>
                  <a:srgbClr val="FFFFFF"/>
                </a:solidFill>
                <a:latin typeface="Helvetica Neue"/>
                <a:ea typeface="Helvetica Neue"/>
                <a:cs typeface="Helvetica Neue"/>
              </a:defRPr>
            </a:lvl6pPr>
            <a:lvl7pPr algn="ctr">
              <a:buNone/>
              <a:defRPr sz="1725" b="1">
                <a:solidFill>
                  <a:srgbClr val="FFFFFF"/>
                </a:solidFill>
                <a:latin typeface="Helvetica Neue"/>
                <a:ea typeface="Helvetica Neue"/>
                <a:cs typeface="Helvetica Neue"/>
              </a:defRPr>
            </a:lvl7pPr>
            <a:lvl8pPr algn="ctr">
              <a:buNone/>
              <a:defRPr sz="1725" b="1">
                <a:solidFill>
                  <a:srgbClr val="FFFFFF"/>
                </a:solidFill>
                <a:latin typeface="Helvetica Neue"/>
                <a:ea typeface="Helvetica Neue"/>
                <a:cs typeface="Helvetica Neue"/>
              </a:defRPr>
            </a:lvl8pPr>
            <a:lvl9pPr algn="ctr">
              <a:buNone/>
              <a:defRPr sz="1725" b="1">
                <a:solidFill>
                  <a:srgbClr val="FFFFFF"/>
                </a:solidFill>
                <a:latin typeface="Helvetica Neue"/>
                <a:ea typeface="Helvetica Neue"/>
                <a:cs typeface="Helvetica Neue"/>
              </a:defRPr>
            </a:lvl9pPr>
          </a:lstStyle>
          <a:p>
            <a:pPr algn="l">
              <a:buNone/>
              <a:defRPr sz="1725" b="1">
                <a:solidFill>
                  <a:srgbClr val="FFFFFF"/>
                </a:solidFill>
                <a:latin typeface="Helvetica Neue"/>
                <a:ea typeface="Helvetica Neue"/>
                <a:cs typeface="Helvetica Neue"/>
              </a:defRPr>
            </a:pPr>
            <a:r>
              <a:rPr lang="en-US" altLang="zh-CN" sz="1725" b="1">
                <a:solidFill>
                  <a:srgbClr val="FFFFFF"/>
                </a:solidFill>
                <a:latin typeface="Helvetica Neue"/>
                <a:ea typeface="Helvetica Neue"/>
                <a:cs typeface="Helvetica Neue"/>
              </a:rPr>
              <a:t>We report the methods separately.</a:t>
            </a:r>
          </a:p>
          <a:p>
            <a:pPr algn="l">
              <a:buNone/>
              <a:defRPr sz="1725" b="1">
                <a:solidFill>
                  <a:srgbClr val="FFFFFF"/>
                </a:solidFill>
                <a:latin typeface="Helvetica Neue"/>
                <a:ea typeface="Helvetica Neue"/>
                <a:cs typeface="Helvetica Neue"/>
              </a:defRPr>
            </a:pPr>
            <a:r>
              <a:rPr lang="en-US" altLang="zh-CN" sz="1725" b="1">
                <a:solidFill>
                  <a:srgbClr val="FFFFFF"/>
                </a:solidFill>
                <a:latin typeface="Helvetica Neue"/>
                <a:ea typeface="Helvetica Neue"/>
                <a:cs typeface="Helvetica Neue"/>
              </a:rPr>
              <a:t>One attacked pair cannot validate a reliable fusion model.</a:t>
            </a:r>
          </a:p>
        </p:txBody>
      </p:sp>
      <p:sp>
        <p:nvSpPr>
          <p:cNvPr id="16" name="矩形 15"/>
          <p:cNvSpPr>
            <a:spLocks noGrp="1"/>
          </p:cNvSpPr>
          <p:nvPr/>
        </p:nvSpPr>
        <p:spPr>
          <a:xfrm>
            <a:off x="1571625" y="6057900"/>
            <a:ext cx="9525000" cy="304800"/>
          </a:xfrm>
          <a:prstGeom prst="rect">
            <a:avLst/>
          </a:prstGeom>
          <a:noFill/>
          <a:ln w="0">
            <a:noFill/>
          </a:ln>
        </p:spPr>
        <p:txBody>
          <a:bodyPr anchor="ctr">
            <a:noAutofit/>
          </a:bodyPr>
          <a:lstStyle>
            <a:defPPr algn="ctr">
              <a:defRPr sz="1425" b="1">
                <a:solidFill>
                  <a:srgbClr val="2F6BFF"/>
                </a:solidFill>
                <a:latin typeface="Helvetica Neue"/>
                <a:ea typeface="Helvetica Neue"/>
                <a:cs typeface="Helvetica Neue"/>
              </a:defRPr>
            </a:defPPr>
            <a:lvl1pPr algn="ctr">
              <a:buNone/>
              <a:defRPr sz="1425" b="1">
                <a:solidFill>
                  <a:srgbClr val="2F6BFF"/>
                </a:solidFill>
                <a:latin typeface="Helvetica Neue"/>
                <a:ea typeface="Helvetica Neue"/>
                <a:cs typeface="Helvetica Neue"/>
              </a:defRPr>
            </a:lvl1pPr>
            <a:lvl2pPr algn="ctr">
              <a:buNone/>
              <a:defRPr sz="1425" b="1">
                <a:solidFill>
                  <a:srgbClr val="2F6BFF"/>
                </a:solidFill>
                <a:latin typeface="Helvetica Neue"/>
                <a:ea typeface="Helvetica Neue"/>
                <a:cs typeface="Helvetica Neue"/>
              </a:defRPr>
            </a:lvl2pPr>
            <a:lvl3pPr algn="ctr">
              <a:buNone/>
              <a:defRPr sz="1425" b="1">
                <a:solidFill>
                  <a:srgbClr val="2F6BFF"/>
                </a:solidFill>
                <a:latin typeface="Helvetica Neue"/>
                <a:ea typeface="Helvetica Neue"/>
                <a:cs typeface="Helvetica Neue"/>
              </a:defRPr>
            </a:lvl3pPr>
            <a:lvl4pPr algn="ctr">
              <a:buNone/>
              <a:defRPr sz="1425" b="1">
                <a:solidFill>
                  <a:srgbClr val="2F6BFF"/>
                </a:solidFill>
                <a:latin typeface="Helvetica Neue"/>
                <a:ea typeface="Helvetica Neue"/>
                <a:cs typeface="Helvetica Neue"/>
              </a:defRPr>
            </a:lvl4pPr>
            <a:lvl5pPr algn="ctr">
              <a:buNone/>
              <a:defRPr sz="1425" b="1">
                <a:solidFill>
                  <a:srgbClr val="2F6BFF"/>
                </a:solidFill>
                <a:latin typeface="Helvetica Neue"/>
                <a:ea typeface="Helvetica Neue"/>
                <a:cs typeface="Helvetica Neue"/>
              </a:defRPr>
            </a:lvl5pPr>
            <a:lvl6pPr algn="ctr">
              <a:buNone/>
              <a:defRPr sz="1425" b="1">
                <a:solidFill>
                  <a:srgbClr val="2F6BFF"/>
                </a:solidFill>
                <a:latin typeface="Helvetica Neue"/>
                <a:ea typeface="Helvetica Neue"/>
                <a:cs typeface="Helvetica Neue"/>
              </a:defRPr>
            </a:lvl6pPr>
            <a:lvl7pPr algn="ctr">
              <a:buNone/>
              <a:defRPr sz="1425" b="1">
                <a:solidFill>
                  <a:srgbClr val="2F6BFF"/>
                </a:solidFill>
                <a:latin typeface="Helvetica Neue"/>
                <a:ea typeface="Helvetica Neue"/>
                <a:cs typeface="Helvetica Neue"/>
              </a:defRPr>
            </a:lvl7pPr>
            <a:lvl8pPr algn="ctr">
              <a:buNone/>
              <a:defRPr sz="1425" b="1">
                <a:solidFill>
                  <a:srgbClr val="2F6BFF"/>
                </a:solidFill>
                <a:latin typeface="Helvetica Neue"/>
                <a:ea typeface="Helvetica Neue"/>
                <a:cs typeface="Helvetica Neue"/>
              </a:defRPr>
            </a:lvl8pPr>
            <a:lvl9pPr algn="ctr">
              <a:buNone/>
              <a:defRPr sz="1425" b="1">
                <a:solidFill>
                  <a:srgbClr val="2F6BFF"/>
                </a:solidFill>
                <a:latin typeface="Helvetica Neue"/>
                <a:ea typeface="Helvetica Neue"/>
                <a:cs typeface="Helvetica Neue"/>
              </a:defRPr>
            </a:lvl9pPr>
          </a:lstStyle>
          <a:p>
            <a:pPr algn="ctr">
              <a:buNone/>
              <a:defRPr sz="1425" b="1">
                <a:solidFill>
                  <a:srgbClr val="2F6BFF"/>
                </a:solidFill>
                <a:latin typeface="Helvetica Neue"/>
                <a:ea typeface="Helvetica Neue"/>
                <a:cs typeface="Helvetica Neue"/>
              </a:defRPr>
            </a:pPr>
            <a:r>
              <a:rPr lang="en-US" altLang="zh-CN" sz="1725" b="1">
                <a:solidFill>
                  <a:srgbClr val="2F6BFF"/>
                </a:solidFill>
                <a:latin typeface="Helvetica Neue"/>
                <a:ea typeface="Helvetica Neue"/>
                <a:cs typeface="Helvetica Neue"/>
              </a:rPr>
              <a:t>Next: more people and natural lighting.</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4619</Words>
  <Application>WPS 演示</Application>
  <PresentationFormat>Converted Presentation</PresentationFormat>
  <Paragraphs>329</Paragraphs>
  <Slides>11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vt:i4>
      </vt:variant>
    </vt:vector>
  </HeadingPairs>
  <TitlesOfParts>
    <vt:vector size="20" baseType="lpstr">
      <vt:lpstr>Arial</vt:lpstr>
      <vt:lpstr>宋体</vt:lpstr>
      <vt:lpstr>Wingdings</vt:lpstr>
      <vt:lpstr>Helvetica Neue</vt:lpstr>
      <vt:lpstr>微软雅黑</vt:lpstr>
      <vt:lpstr>Arial Unicode MS</vt:lpstr>
      <vt:lpstr>Aptos</vt:lpstr>
      <vt:lpstr>Segoe UI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王王</cp:lastModifiedBy>
  <cp:revision>2</cp:revision>
  <dcterms:created xsi:type="dcterms:W3CDTF">2026-10-21T11:19:00Z</dcterms:created>
  <dcterms:modified xsi:type="dcterms:W3CDTF">2026-10-21T14:27:32Z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12725BA3ADE14865B39BAFE1A2BDC752_12</vt:lpwstr>
  </property>
</Properties>
</file>