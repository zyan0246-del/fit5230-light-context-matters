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Context-free</c:f>
              <c:strCache>
                <c:ptCount val="1"/>
                <c:pt idx="0">
                  <c:v>Context-free</c:v>
                </c:pt>
              </c:strCache>
            </c:strRef>
          </c:tx>
          <c:spPr>
            <a:solidFill>
              <a:srgbClr val="2F6BFF"/>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Macro-F1</c:v>
                </c:pt>
                <c:pt idx="1">
                  <c:v>AUROC</c:v>
                </c:pt>
              </c:strCache>
            </c:strRef>
          </c:cat>
          <c:val>
            <c:numRef>
              <c:f>'Chart Data'!$B$2:$B$3</c:f>
              <c:numCache>
                <c:formatCode>0.0</c:formatCode>
                <c:ptCount val="2"/>
                <c:pt idx="0">
                  <c:v>0.485714</c:v>
                </c:pt>
                <c:pt idx="1">
                  <c:v>0.666667</c:v>
                </c:pt>
              </c:numCache>
            </c:numRef>
          </c:val>
        </c:ser>
        <c:ser>
          <c:idx val="1"/>
          <c:order val="1"/>
          <c:tx>
            <c:strRef>
              <c:f>Weak context</c:f>
              <c:strCache>
                <c:ptCount val="1"/>
                <c:pt idx="0">
                  <c:v>Weak context</c:v>
                </c:pt>
              </c:strCache>
            </c:strRef>
          </c:tx>
          <c:spPr>
            <a:solidFill>
              <a:srgbClr val="D64545"/>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Data'!$C$2:$C$3</c:f>
              <c:strCache>
                <c:ptCount val="2"/>
                <c:pt idx="0">
                  <c:v>Macro-F1</c:v>
                </c:pt>
                <c:pt idx="1">
                  <c:v>AUROC</c:v>
                </c:pt>
              </c:strCache>
            </c:strRef>
          </c:cat>
          <c:val>
            <c:numRef>
              <c:f>'Chart Data'!$D$2:$D$3</c:f>
              <c:numCache>
                <c:formatCode>0.0</c:formatCode>
                <c:ptCount val="2"/>
                <c:pt idx="0">
                  <c:v>0.485714</c:v>
                </c:pt>
                <c:pt idx="1">
                  <c:v>0.555556</c:v>
                </c:pt>
              </c:numCache>
            </c:numRef>
          </c:val>
        </c:ser>
        <c:dLbls>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chartProps xmlns="https://web.wps.cn/et/2018/main" chartId="{98b2ff7b-38f0-40da-98f7-c85dac4fc58c}"/>
      </c:ext>
    </c:extLst>
  </c:chart>
  <c:spPr>
    <a:solidFill>
      <a:srgbClr val="FFFFFF"/>
    </a:solidFill>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Global</c:f>
              <c:strCache>
                <c:ptCount val="1"/>
                <c:pt idx="0">
                  <c:v>Global</c:v>
                </c:pt>
              </c:strCache>
            </c:strRef>
          </c:tx>
          <c:spPr>
            <a:solidFill>
              <a:srgbClr val="2F6BFF"/>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Macro-F1</c:v>
                </c:pt>
                <c:pt idx="1">
                  <c:v>AUROC</c:v>
                </c:pt>
              </c:strCache>
            </c:strRef>
          </c:cat>
          <c:val>
            <c:numRef>
              <c:f>'Chart Data'!$B$2:$B$3</c:f>
              <c:numCache>
                <c:formatCode>0.0</c:formatCode>
                <c:ptCount val="2"/>
                <c:pt idx="0">
                  <c:v>0.762476</c:v>
                </c:pt>
                <c:pt idx="1">
                  <c:v>0.842622</c:v>
                </c:pt>
              </c:numCache>
            </c:numRef>
          </c:val>
        </c:ser>
        <c:ser>
          <c:idx val="1"/>
          <c:order val="1"/>
          <c:tx>
            <c:strRef>
              <c:f>Compact window</c:f>
              <c:strCache>
                <c:ptCount val="1"/>
                <c:pt idx="0">
                  <c:v>Compact window</c:v>
                </c:pt>
              </c:strCache>
            </c:strRef>
          </c:tx>
          <c:spPr>
            <a:solidFill>
              <a:srgbClr val="159E9C"/>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Data'!$C$2:$C$3</c:f>
              <c:strCache>
                <c:ptCount val="2"/>
                <c:pt idx="0">
                  <c:v>Macro-F1</c:v>
                </c:pt>
                <c:pt idx="1">
                  <c:v>AUROC</c:v>
                </c:pt>
              </c:strCache>
            </c:strRef>
          </c:cat>
          <c:val>
            <c:numRef>
              <c:f>'Chart Data'!$D$2:$D$3</c:f>
              <c:numCache>
                <c:formatCode>0.0</c:formatCode>
                <c:ptCount val="2"/>
                <c:pt idx="0">
                  <c:v>0.676665</c:v>
                </c:pt>
                <c:pt idx="1">
                  <c:v>0.738542</c:v>
                </c:pt>
              </c:numCache>
            </c:numRef>
          </c:val>
        </c:ser>
        <c:dLbls>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chartProps xmlns="https://web.wps.cn/et/2018/main" chartId="{6da8f83d-0025-4191-a4bf-5f1624395092}"/>
      </c:ext>
    </c:extLst>
  </c:chart>
  <c:spPr>
    <a:solidFill>
      <a:srgbClr val="FFFFFF"/>
    </a:solidFill>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Shuffled viseme</c:f>
              <c:strCache>
                <c:ptCount val="1"/>
                <c:pt idx="0">
                  <c:v>Shuffled viseme</c:v>
                </c:pt>
              </c:strCache>
            </c:strRef>
          </c:tx>
          <c:spPr>
            <a:solidFill>
              <a:srgbClr val="2F6BFF"/>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Macro-F1</c:v>
                </c:pt>
                <c:pt idx="1">
                  <c:v>AUROC</c:v>
                </c:pt>
              </c:strCache>
            </c:strRef>
          </c:cat>
          <c:val>
            <c:numRef>
              <c:f>'Chart Data'!$B$2:$B$3</c:f>
              <c:numCache>
                <c:formatCode>0.0</c:formatCode>
                <c:ptCount val="2"/>
                <c:pt idx="0">
                  <c:v>0.592382</c:v>
                </c:pt>
                <c:pt idx="1">
                  <c:v>0.646701</c:v>
                </c:pt>
              </c:numCache>
            </c:numRef>
          </c:val>
        </c:ser>
        <c:ser>
          <c:idx val="1"/>
          <c:order val="1"/>
          <c:tx>
            <c:strRef>
              <c:f>Viseme context</c:f>
              <c:strCache>
                <c:ptCount val="1"/>
                <c:pt idx="0">
                  <c:v>Viseme context</c:v>
                </c:pt>
              </c:strCache>
            </c:strRef>
          </c:tx>
          <c:spPr>
            <a:solidFill>
              <a:srgbClr val="159E9C"/>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Data'!$C$2:$C$3</c:f>
              <c:strCache>
                <c:ptCount val="2"/>
                <c:pt idx="0">
                  <c:v>Macro-F1</c:v>
                </c:pt>
                <c:pt idx="1">
                  <c:v>AUROC</c:v>
                </c:pt>
              </c:strCache>
            </c:strRef>
          </c:cat>
          <c:val>
            <c:numRef>
              <c:f>'Chart Data'!$D$2:$D$3</c:f>
              <c:numCache>
                <c:formatCode>0.0</c:formatCode>
                <c:ptCount val="2"/>
                <c:pt idx="0">
                  <c:v>0.600279</c:v>
                </c:pt>
                <c:pt idx="1">
                  <c:v>0.671181</c:v>
                </c:pt>
              </c:numCache>
            </c:numRef>
          </c:val>
        </c:ser>
        <c:dLbls>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chartProps xmlns="https://web.wps.cn/et/2018/main" chartId="{63b9f3aa-2836-4f64-b74e-6c6e536854cf}"/>
      </c:ext>
    </c:extLst>
  </c:chart>
  <c:spPr>
    <a:solidFill>
      <a:srgbClr val="FFFFFF"/>
    </a:solidFill>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Red delta</c:f>
              <c:strCache>
                <c:ptCount val="1"/>
                <c:pt idx="0">
                  <c:v>Red delta</c:v>
                </c:pt>
              </c:strCache>
            </c:strRef>
          </c:tx>
          <c:spPr>
            <a:ln w="19050" cap="rnd">
              <a:solidFill>
                <a:srgbClr val="D64545"/>
              </a:solidFill>
              <a:prstDash val="solid"/>
              <a:round/>
            </a:ln>
          </c:spPr>
          <c:marker>
            <c:symbol val="none"/>
          </c:marker>
          <c:dLbls>
            <c:delete val="1"/>
          </c:dLbls>
          <c:cat>
            <c:numRef>
              <c:f>'Chart Data'!$A$2:$A$62</c:f>
              <c:numCache>
                <c:formatCode>General</c:formatCode>
                <c:ptCount val="6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numCache>
            </c:numRef>
          </c:cat>
          <c:val>
            <c:numRef>
              <c:f>'Chart Data'!$B$2:$B$62</c:f>
              <c:numCache>
                <c:formatCode>General</c:formatCode>
                <c:ptCount val="61"/>
                <c:pt idx="0">
                  <c:v>0</c:v>
                </c:pt>
                <c:pt idx="1">
                  <c:v>0</c:v>
                </c:pt>
                <c:pt idx="2">
                  <c:v>0</c:v>
                </c:pt>
                <c:pt idx="3">
                  <c:v>-0.414363316127208</c:v>
                </c:pt>
                <c:pt idx="4">
                  <c:v>-0.412567138671875</c:v>
                </c:pt>
                <c:pt idx="5">
                  <c:v>0</c:v>
                </c:pt>
                <c:pt idx="6">
                  <c:v>0</c:v>
                </c:pt>
                <c:pt idx="7">
                  <c:v>-0.40968104771207</c:v>
                </c:pt>
                <c:pt idx="8">
                  <c:v>-0.429630824497764</c:v>
                </c:pt>
                <c:pt idx="9">
                  <c:v>0.0316074916294724</c:v>
                </c:pt>
                <c:pt idx="10">
                  <c:v>0</c:v>
                </c:pt>
                <c:pt idx="11">
                  <c:v>-0.399627685546875</c:v>
                </c:pt>
                <c:pt idx="12">
                  <c:v>-0.413861955915195</c:v>
                </c:pt>
                <c:pt idx="13">
                  <c:v>-0.013916015625</c:v>
                </c:pt>
                <c:pt idx="14">
                  <c:v>-0.0265764508928612</c:v>
                </c:pt>
                <c:pt idx="15">
                  <c:v>-0.4036865234375</c:v>
                </c:pt>
                <c:pt idx="16">
                  <c:v>-0.424451555524541</c:v>
                </c:pt>
                <c:pt idx="17">
                  <c:v>0</c:v>
                </c:pt>
                <c:pt idx="18">
                  <c:v>0</c:v>
                </c:pt>
                <c:pt idx="19">
                  <c:v>-0.376844133649541</c:v>
                </c:pt>
                <c:pt idx="20">
                  <c:v>-0.40184238978793</c:v>
                </c:pt>
                <c:pt idx="21">
                  <c:v>-0.0397513253348336</c:v>
                </c:pt>
                <c:pt idx="22">
                  <c:v>0</c:v>
                </c:pt>
                <c:pt idx="23">
                  <c:v>-0.357683454241055</c:v>
                </c:pt>
                <c:pt idx="24">
                  <c:v>-0.416377476283486</c:v>
                </c:pt>
                <c:pt idx="25">
                  <c:v>-0.014556884765625</c:v>
                </c:pt>
                <c:pt idx="26">
                  <c:v>0.012451171875</c:v>
                </c:pt>
                <c:pt idx="27">
                  <c:v>0</c:v>
                </c:pt>
                <c:pt idx="28">
                  <c:v>-0.447501046316972</c:v>
                </c:pt>
                <c:pt idx="29">
                  <c:v>-0.442470005580361</c:v>
                </c:pt>
                <c:pt idx="30">
                  <c:v>0.0442025320870414</c:v>
                </c:pt>
                <c:pt idx="31">
                  <c:v>0.0648978097098336</c:v>
                </c:pt>
                <c:pt idx="32">
                  <c:v>-0.421473911830361</c:v>
                </c:pt>
                <c:pt idx="33">
                  <c:v>-0.41204833984375</c:v>
                </c:pt>
                <c:pt idx="34">
                  <c:v>0</c:v>
                </c:pt>
                <c:pt idx="35">
                  <c:v>0</c:v>
                </c:pt>
                <c:pt idx="36">
                  <c:v>-0.415889195033486</c:v>
                </c:pt>
                <c:pt idx="37">
                  <c:v>-0.436776297433028</c:v>
                </c:pt>
                <c:pt idx="38">
                  <c:v>0.032479422433056</c:v>
                </c:pt>
                <c:pt idx="39">
                  <c:v>0</c:v>
                </c:pt>
                <c:pt idx="40">
                  <c:v>-0.408582414899541</c:v>
                </c:pt>
                <c:pt idx="41">
                  <c:v>-0.41741943359375</c:v>
                </c:pt>
                <c:pt idx="42">
                  <c:v>0.00837489536829139</c:v>
                </c:pt>
                <c:pt idx="43">
                  <c:v>0.0435878208705276</c:v>
                </c:pt>
                <c:pt idx="44">
                  <c:v>-0.438541957310264</c:v>
                </c:pt>
                <c:pt idx="45">
                  <c:v>-0.466949462890625</c:v>
                </c:pt>
                <c:pt idx="46">
                  <c:v>0.0265677315848336</c:v>
                </c:pt>
                <c:pt idx="47">
                  <c:v>0.0220598493303612</c:v>
                </c:pt>
                <c:pt idx="48">
                  <c:v>-0.383767264229931</c:v>
                </c:pt>
                <c:pt idx="49">
                  <c:v>-0.386008126395097</c:v>
                </c:pt>
                <c:pt idx="50">
                  <c:v>0.016998291015625</c:v>
                </c:pt>
                <c:pt idx="51">
                  <c:v>0</c:v>
                </c:pt>
                <c:pt idx="52">
                  <c:v>0</c:v>
                </c:pt>
                <c:pt idx="53">
                  <c:v>-0.430254255022334</c:v>
                </c:pt>
                <c:pt idx="54">
                  <c:v>-0.467760358537959</c:v>
                </c:pt>
                <c:pt idx="55">
                  <c:v>0.0031694684709862</c:v>
                </c:pt>
                <c:pt idx="56">
                  <c:v>0</c:v>
                </c:pt>
                <c:pt idx="57">
                  <c:v>-0.39128330775668</c:v>
                </c:pt>
                <c:pt idx="58">
                  <c:v>-0.39068603515625</c:v>
                </c:pt>
                <c:pt idx="59">
                  <c:v>0.0247017996651664</c:v>
                </c:pt>
                <c:pt idx="60">
                  <c:v>0</c:v>
                </c:pt>
              </c:numCache>
            </c:numRef>
          </c:val>
          <c:smooth val="1"/>
        </c:ser>
        <c:ser>
          <c:idx val="1"/>
          <c:order val="1"/>
          <c:tx>
            <c:strRef>
              <c:f>Green delta</c:f>
              <c:strCache>
                <c:ptCount val="1"/>
                <c:pt idx="0">
                  <c:v>Green delta</c:v>
                </c:pt>
              </c:strCache>
            </c:strRef>
          </c:tx>
          <c:spPr>
            <a:ln w="19050" cap="rnd">
              <a:solidFill>
                <a:srgbClr val="2B8A3E"/>
              </a:solidFill>
              <a:prstDash val="solid"/>
              <a:round/>
            </a:ln>
          </c:spPr>
          <c:marker>
            <c:symbol val="none"/>
          </c:marker>
          <c:dLbls>
            <c:delete val="1"/>
          </c:dLbls>
          <c:cat>
            <c:numRef>
              <c:f>'Chart Data'!$C$2:$C$62</c:f>
              <c:numCache>
                <c:formatCode>General</c:formatCode>
                <c:ptCount val="6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numCache>
            </c:numRef>
          </c:cat>
          <c:val>
            <c:numRef>
              <c:f>'Chart Data'!$D$2:$D$62</c:f>
              <c:numCache>
                <c:formatCode>General</c:formatCode>
                <c:ptCount val="61"/>
                <c:pt idx="0">
                  <c:v>0</c:v>
                </c:pt>
                <c:pt idx="1">
                  <c:v>0</c:v>
                </c:pt>
                <c:pt idx="2">
                  <c:v>0</c:v>
                </c:pt>
                <c:pt idx="3">
                  <c:v>-0.783438546316958</c:v>
                </c:pt>
                <c:pt idx="4">
                  <c:v>-0.765145438058042</c:v>
                </c:pt>
                <c:pt idx="5">
                  <c:v>0</c:v>
                </c:pt>
                <c:pt idx="6">
                  <c:v>0</c:v>
                </c:pt>
                <c:pt idx="7">
                  <c:v>-0.722276960100444</c:v>
                </c:pt>
                <c:pt idx="8">
                  <c:v>-0.758845738002236</c:v>
                </c:pt>
                <c:pt idx="9">
                  <c:v>-0.135214669363833</c:v>
                </c:pt>
                <c:pt idx="10">
                  <c:v>0</c:v>
                </c:pt>
                <c:pt idx="11">
                  <c:v>-0.631081717354917</c:v>
                </c:pt>
                <c:pt idx="12">
                  <c:v>-0.761518205915181</c:v>
                </c:pt>
                <c:pt idx="13">
                  <c:v>-0.137534005301333</c:v>
                </c:pt>
                <c:pt idx="14">
                  <c:v>-0.0564357212611668</c:v>
                </c:pt>
                <c:pt idx="15">
                  <c:v>-0.629403250558042</c:v>
                </c:pt>
                <c:pt idx="16">
                  <c:v>-0.713535853794639</c:v>
                </c:pt>
                <c:pt idx="17">
                  <c:v>0</c:v>
                </c:pt>
                <c:pt idx="18">
                  <c:v>0</c:v>
                </c:pt>
                <c:pt idx="19">
                  <c:v>-0.615583147321416</c:v>
                </c:pt>
                <c:pt idx="20">
                  <c:v>-0.737697056361611</c:v>
                </c:pt>
                <c:pt idx="21">
                  <c:v>-0.238002232142861</c:v>
                </c:pt>
                <c:pt idx="22">
                  <c:v>0</c:v>
                </c:pt>
                <c:pt idx="23">
                  <c:v>-0.484989711216514</c:v>
                </c:pt>
                <c:pt idx="24">
                  <c:v>-0.756975446428569</c:v>
                </c:pt>
                <c:pt idx="25">
                  <c:v>-0.265481131417417</c:v>
                </c:pt>
                <c:pt idx="26">
                  <c:v>-0.070316859654028</c:v>
                </c:pt>
                <c:pt idx="27">
                  <c:v>0</c:v>
                </c:pt>
                <c:pt idx="28">
                  <c:v>-0.688398088727681</c:v>
                </c:pt>
                <c:pt idx="29">
                  <c:v>-0.724448067801333</c:v>
                </c:pt>
                <c:pt idx="30">
                  <c:v>-0.048060825892847</c:v>
                </c:pt>
                <c:pt idx="31">
                  <c:v>-0.0322701590401806</c:v>
                </c:pt>
                <c:pt idx="32">
                  <c:v>-0.709647042410708</c:v>
                </c:pt>
                <c:pt idx="33">
                  <c:v>-0.714298793247764</c:v>
                </c:pt>
                <c:pt idx="34">
                  <c:v>0</c:v>
                </c:pt>
                <c:pt idx="35">
                  <c:v>0</c:v>
                </c:pt>
                <c:pt idx="36">
                  <c:v>-0.764077322823667</c:v>
                </c:pt>
                <c:pt idx="37">
                  <c:v>-0.766248430524541</c:v>
                </c:pt>
                <c:pt idx="38">
                  <c:v>-0.187774658203125</c:v>
                </c:pt>
                <c:pt idx="39">
                  <c:v>0</c:v>
                </c:pt>
                <c:pt idx="40">
                  <c:v>-0.627349853515625</c:v>
                </c:pt>
                <c:pt idx="41">
                  <c:v>-0.747105189732139</c:v>
                </c:pt>
                <c:pt idx="42">
                  <c:v>-0.183794294084819</c:v>
                </c:pt>
                <c:pt idx="43">
                  <c:v>-0.063877650669653</c:v>
                </c:pt>
                <c:pt idx="44">
                  <c:v>-0.538508823939722</c:v>
                </c:pt>
                <c:pt idx="45">
                  <c:v>-0.67822265625</c:v>
                </c:pt>
                <c:pt idx="46">
                  <c:v>-0.232121058872778</c:v>
                </c:pt>
                <c:pt idx="47">
                  <c:v>-0.124053955078125</c:v>
                </c:pt>
                <c:pt idx="48">
                  <c:v>-0.778294154575889</c:v>
                </c:pt>
                <c:pt idx="49">
                  <c:v>-0.796155657087056</c:v>
                </c:pt>
                <c:pt idx="50">
                  <c:v>-0.153228759765625</c:v>
                </c:pt>
                <c:pt idx="51">
                  <c:v>0</c:v>
                </c:pt>
                <c:pt idx="52">
                  <c:v>0</c:v>
                </c:pt>
                <c:pt idx="53">
                  <c:v>-0.784689767020097</c:v>
                </c:pt>
                <c:pt idx="54">
                  <c:v>-0.784580775669653</c:v>
                </c:pt>
                <c:pt idx="55">
                  <c:v>-0.087921142578125</c:v>
                </c:pt>
                <c:pt idx="56">
                  <c:v>0</c:v>
                </c:pt>
                <c:pt idx="57">
                  <c:v>-0.619437081473208</c:v>
                </c:pt>
                <c:pt idx="58">
                  <c:v>-0.760236467633931</c:v>
                </c:pt>
                <c:pt idx="59">
                  <c:v>-0.0968584333147362</c:v>
                </c:pt>
                <c:pt idx="60">
                  <c:v>0</c:v>
                </c:pt>
              </c:numCache>
            </c:numRef>
          </c:val>
          <c:smooth val="1"/>
        </c:ser>
        <c:ser>
          <c:idx val="2"/>
          <c:order val="2"/>
          <c:tx>
            <c:strRef>
              <c:f>Blue delta</c:f>
              <c:strCache>
                <c:ptCount val="1"/>
                <c:pt idx="0">
                  <c:v>Blue delta</c:v>
                </c:pt>
              </c:strCache>
            </c:strRef>
          </c:tx>
          <c:spPr>
            <a:ln w="19050" cap="rnd">
              <a:solidFill>
                <a:srgbClr val="2F6BFF"/>
              </a:solidFill>
              <a:prstDash val="solid"/>
              <a:round/>
            </a:ln>
          </c:spPr>
          <c:marker>
            <c:symbol val="none"/>
          </c:marker>
          <c:dLbls>
            <c:delete val="1"/>
          </c:dLbls>
          <c:cat>
            <c:numRef>
              <c:f>'Chart Data'!$E$2:$E$62</c:f>
              <c:numCache>
                <c:formatCode>General</c:formatCode>
                <c:ptCount val="6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numCache>
            </c:numRef>
          </c:cat>
          <c:val>
            <c:numRef>
              <c:f>'Chart Data'!$F$2:$F$62</c:f>
              <c:numCache>
                <c:formatCode>General</c:formatCode>
                <c:ptCount val="61"/>
                <c:pt idx="0">
                  <c:v>0</c:v>
                </c:pt>
                <c:pt idx="1">
                  <c:v>0</c:v>
                </c:pt>
                <c:pt idx="2">
                  <c:v>0</c:v>
                </c:pt>
                <c:pt idx="3">
                  <c:v>0.424525669642861</c:v>
                </c:pt>
                <c:pt idx="4">
                  <c:v>0.374424525669653</c:v>
                </c:pt>
                <c:pt idx="5">
                  <c:v>0</c:v>
                </c:pt>
                <c:pt idx="6">
                  <c:v>0</c:v>
                </c:pt>
                <c:pt idx="7">
                  <c:v>0.176374162946431</c:v>
                </c:pt>
                <c:pt idx="8">
                  <c:v>0.419546944754458</c:v>
                </c:pt>
                <c:pt idx="9">
                  <c:v>0.338705880301333</c:v>
                </c:pt>
                <c:pt idx="10">
                  <c:v>0</c:v>
                </c:pt>
                <c:pt idx="11">
                  <c:v>0.203220912388389</c:v>
                </c:pt>
                <c:pt idx="12">
                  <c:v>0.449676513671875</c:v>
                </c:pt>
                <c:pt idx="13">
                  <c:v>0.360081263950889</c:v>
                </c:pt>
                <c:pt idx="14">
                  <c:v>0.274370465959819</c:v>
                </c:pt>
                <c:pt idx="15">
                  <c:v>0.202584402901792</c:v>
                </c:pt>
                <c:pt idx="16">
                  <c:v>0.338134765625</c:v>
                </c:pt>
                <c:pt idx="17">
                  <c:v>0</c:v>
                </c:pt>
                <c:pt idx="18">
                  <c:v>0</c:v>
                </c:pt>
                <c:pt idx="19">
                  <c:v>0.0983668736049026</c:v>
                </c:pt>
                <c:pt idx="20">
                  <c:v>0.448560442243306</c:v>
                </c:pt>
                <c:pt idx="21">
                  <c:v>0.430825369698667</c:v>
                </c:pt>
                <c:pt idx="22">
                  <c:v>0</c:v>
                </c:pt>
                <c:pt idx="23">
                  <c:v>0.135210309709819</c:v>
                </c:pt>
                <c:pt idx="24">
                  <c:v>0.400347028459819</c:v>
                </c:pt>
                <c:pt idx="25">
                  <c:v>0.474727085658486</c:v>
                </c:pt>
                <c:pt idx="26">
                  <c:v>0.329616001674097</c:v>
                </c:pt>
                <c:pt idx="27">
                  <c:v>0</c:v>
                </c:pt>
                <c:pt idx="28">
                  <c:v>0.215336390904014</c:v>
                </c:pt>
                <c:pt idx="29">
                  <c:v>0.496847970145097</c:v>
                </c:pt>
                <c:pt idx="30">
                  <c:v>0.244149344308042</c:v>
                </c:pt>
                <c:pt idx="31">
                  <c:v>0.148825509207597</c:v>
                </c:pt>
                <c:pt idx="32">
                  <c:v>0.210784912109375</c:v>
                </c:pt>
                <c:pt idx="33">
                  <c:v>0.324650355747778</c:v>
                </c:pt>
                <c:pt idx="34">
                  <c:v>0</c:v>
                </c:pt>
                <c:pt idx="35">
                  <c:v>0</c:v>
                </c:pt>
                <c:pt idx="36">
                  <c:v>0.425742013113847</c:v>
                </c:pt>
                <c:pt idx="37">
                  <c:v>0.445016043526778</c:v>
                </c:pt>
                <c:pt idx="38">
                  <c:v>0.425249372209819</c:v>
                </c:pt>
                <c:pt idx="39">
                  <c:v>0</c:v>
                </c:pt>
                <c:pt idx="40">
                  <c:v>0.11968994140625</c:v>
                </c:pt>
                <c:pt idx="41">
                  <c:v>0.378426688058042</c:v>
                </c:pt>
                <c:pt idx="42">
                  <c:v>0.423649379185264</c:v>
                </c:pt>
                <c:pt idx="43">
                  <c:v>0.236982073102681</c:v>
                </c:pt>
                <c:pt idx="44">
                  <c:v>0.0337088448660694</c:v>
                </c:pt>
                <c:pt idx="45">
                  <c:v>0.174774169921875</c:v>
                </c:pt>
                <c:pt idx="46">
                  <c:v>0.449519566127236</c:v>
                </c:pt>
                <c:pt idx="47">
                  <c:v>0.192430768694194</c:v>
                </c:pt>
                <c:pt idx="48">
                  <c:v>0.389304024832597</c:v>
                </c:pt>
                <c:pt idx="49">
                  <c:v>0.451001848493306</c:v>
                </c:pt>
                <c:pt idx="50">
                  <c:v>0.252554757254472</c:v>
                </c:pt>
                <c:pt idx="51">
                  <c:v>0</c:v>
                </c:pt>
                <c:pt idx="52">
                  <c:v>0</c:v>
                </c:pt>
                <c:pt idx="53">
                  <c:v>0.449375697544639</c:v>
                </c:pt>
                <c:pt idx="54">
                  <c:v>0.385502406529014</c:v>
                </c:pt>
                <c:pt idx="55">
                  <c:v>0.245806012834819</c:v>
                </c:pt>
                <c:pt idx="56">
                  <c:v>0</c:v>
                </c:pt>
                <c:pt idx="57">
                  <c:v>0.230181012834819</c:v>
                </c:pt>
                <c:pt idx="58">
                  <c:v>0.369668143136167</c:v>
                </c:pt>
                <c:pt idx="59">
                  <c:v>0.259159633091528</c:v>
                </c:pt>
                <c:pt idx="60">
                  <c:v>0</c:v>
                </c:pt>
              </c:numCache>
            </c:numRef>
          </c:val>
          <c:smooth val="1"/>
        </c:ser>
        <c:dLbls>
          <c:showLegendKey val="0"/>
          <c:showVal val="0"/>
          <c:showCatName val="0"/>
          <c:showSerName val="0"/>
          <c:showPercent val="0"/>
          <c:showBubbleSize val="0"/>
        </c:dLbls>
        <c:marker val="0"/>
        <c:smooth val="1"/>
        <c:axId val="48650112"/>
        <c:axId val="48672768"/>
      </c:lineChart>
      <c:catAx>
        <c:axId val="48650112"/>
        <c:scaling>
          <c:orientation val="minMax"/>
        </c:scaling>
        <c:delete val="0"/>
        <c:axPos val="b"/>
        <c:numFmt formatCode="General" sourceLinked="1"/>
        <c:majorTickMark val="none"/>
        <c:minorTickMark val="none"/>
        <c:tickLblPos val="none"/>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D9E2EC"/>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Helvetica Neue"/>
                    <a:ea typeface="Helvetica Neue"/>
                    <a:cs typeface="Helvetica Neue"/>
                  </a:rPr>
                  <a:t>Modified minus control</a:t>
                </a:r>
                <a:endParaRPr>
                  <a:latin typeface="Helvetica Neue"/>
                  <a:ea typeface="Helvetica Neue"/>
                  <a:cs typeface="Helvetica Neue"/>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chartProps xmlns="https://web.wps.cn/et/2018/main" chartId="{881f9688-2b2f-4e0a-aa67-588cfbac66c3}"/>
      </c:ext>
    </c:extLst>
  </c:chart>
  <c:spPr>
    <a:solidFill>
      <a:srgbClr val="FFFFFF"/>
    </a:solidFill>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A=1 attack</c:f>
              <c:strCache>
                <c:ptCount val="1"/>
                <c:pt idx="0">
                  <c:v>A=1 attack</c:v>
                </c:pt>
              </c:strCache>
            </c:strRef>
          </c:tx>
          <c:spPr>
            <a:solidFill>
              <a:srgbClr val="E67E22"/>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Red</c:v>
                </c:pt>
                <c:pt idx="1">
                  <c:v>Green</c:v>
                </c:pt>
                <c:pt idx="2">
                  <c:v>Blue</c:v>
                </c:pt>
              </c:strCache>
            </c:strRef>
          </c:cat>
          <c:val>
            <c:numRef>
              <c:f>'Chart Data'!$B$2:$B$4</c:f>
              <c:numCache>
                <c:formatCode>0.0</c:formatCode>
                <c:ptCount val="3"/>
                <c:pt idx="0">
                  <c:v>0.945691810476078</c:v>
                </c:pt>
                <c:pt idx="1">
                  <c:v>0.938800842185634</c:v>
                </c:pt>
                <c:pt idx="2">
                  <c:v>0.660276312828459</c:v>
                </c:pt>
              </c:numCache>
            </c:numRef>
          </c:val>
        </c:ser>
        <c:ser>
          <c:idx val="1"/>
          <c:order val="1"/>
          <c:tx>
            <c:strRef>
              <c:f>Neutral re-encode</c:f>
              <c:strCache>
                <c:ptCount val="1"/>
                <c:pt idx="0">
                  <c:v>Neutral re-encode</c:v>
                </c:pt>
              </c:strCache>
            </c:strRef>
          </c:tx>
          <c:spPr>
            <a:solidFill>
              <a:srgbClr val="627D98"/>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Data'!$C$2:$C$4</c:f>
              <c:strCache>
                <c:ptCount val="3"/>
                <c:pt idx="0">
                  <c:v>Red</c:v>
                </c:pt>
                <c:pt idx="1">
                  <c:v>Green</c:v>
                </c:pt>
                <c:pt idx="2">
                  <c:v>Blue</c:v>
                </c:pt>
              </c:strCache>
            </c:strRef>
          </c:cat>
          <c:val>
            <c:numRef>
              <c:f>'Chart Data'!$D$2:$D$4</c:f>
              <c:numCache>
                <c:formatCode>0.0</c:formatCode>
                <c:ptCount val="3"/>
                <c:pt idx="0">
                  <c:v>0.204361708326686</c:v>
                </c:pt>
                <c:pt idx="1">
                  <c:v>0.110758754070268</c:v>
                </c:pt>
                <c:pt idx="2">
                  <c:v>0.0039781535791344</c:v>
                </c:pt>
              </c:numCache>
            </c:numRef>
          </c:val>
        </c:ser>
        <c:dLbls>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sz="1000">
                    <a:latin typeface="Helvetica Neue"/>
                    <a:ea typeface="Helvetica Neue"/>
                    <a:cs typeface="Helvetica Neue"/>
                  </a:rPr>
                  <a:t>Target-band energy fraction</a:t>
                </a:r>
                <a:endParaRPr>
                  <a:latin typeface="Helvetica Neue"/>
                  <a:ea typeface="Helvetica Neue"/>
                  <a:cs typeface="Helvetica Neue"/>
                </a:endParaRPr>
              </a:p>
            </c:rich>
          </c:tx>
          <c:layout/>
          <c:overlay val="0"/>
        </c:title>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chartProps xmlns="https://web.wps.cn/et/2018/main" chartId="{0b368a70-a5cd-4ee0-a914-17e98903fa93}"/>
      </c:ext>
    </c:extLst>
  </c:chart>
  <c:spPr>
    <a:solidFill>
      <a:srgbClr val="FFFFFF"/>
    </a:solidFill>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A=1 attack</c:f>
              <c:strCache>
                <c:ptCount val="1"/>
                <c:pt idx="0">
                  <c:v>A=1 attack</c:v>
                </c:pt>
              </c:strCache>
            </c:strRef>
          </c:tx>
          <c:spPr>
            <a:solidFill>
              <a:srgbClr val="E67E22"/>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Data'!$A$2:$A$5</c:f>
              <c:strCache>
                <c:ptCount val="4"/>
                <c:pt idx="0">
                  <c:v>Original</c:v>
                </c:pt>
                <c:pt idx="1">
                  <c:v>H.264 CRF 35</c:v>
                </c:pt>
                <c:pt idx="2">
                  <c:v>256×224</c:v>
                </c:pt>
                <c:pt idx="3">
                  <c:v>15 FPS</c:v>
                </c:pt>
              </c:strCache>
            </c:strRef>
          </c:cat>
          <c:val>
            <c:numRef>
              <c:f>'Chart Data'!$B$2:$B$5</c:f>
              <c:numCache>
                <c:formatCode>0.0</c:formatCode>
                <c:ptCount val="4"/>
                <c:pt idx="0">
                  <c:v>0.945691810476078</c:v>
                </c:pt>
                <c:pt idx="1">
                  <c:v>0.367234516971849</c:v>
                </c:pt>
                <c:pt idx="2">
                  <c:v>0.799783061691541</c:v>
                </c:pt>
                <c:pt idx="3">
                  <c:v>0.873277105632686</c:v>
                </c:pt>
              </c:numCache>
            </c:numRef>
          </c:val>
        </c:ser>
        <c:ser>
          <c:idx val="1"/>
          <c:order val="1"/>
          <c:tx>
            <c:strRef>
              <c:f>Neutral re-encode</c:f>
              <c:strCache>
                <c:ptCount val="1"/>
                <c:pt idx="0">
                  <c:v>Neutral re-encode</c:v>
                </c:pt>
              </c:strCache>
            </c:strRef>
          </c:tx>
          <c:spPr>
            <a:solidFill>
              <a:srgbClr val="627D98"/>
            </a:solidFill>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Data'!$C$2:$C$5</c:f>
              <c:strCache>
                <c:ptCount val="4"/>
                <c:pt idx="0">
                  <c:v>Original</c:v>
                </c:pt>
                <c:pt idx="1">
                  <c:v>H.264 CRF 35</c:v>
                </c:pt>
                <c:pt idx="2">
                  <c:v>256×224</c:v>
                </c:pt>
                <c:pt idx="3">
                  <c:v>15 FPS</c:v>
                </c:pt>
              </c:strCache>
            </c:strRef>
          </c:cat>
          <c:val>
            <c:numRef>
              <c:f>'Chart Data'!$D$2:$D$5</c:f>
              <c:numCache>
                <c:formatCode>0.0</c:formatCode>
                <c:ptCount val="4"/>
                <c:pt idx="0">
                  <c:v>0.204361708326686</c:v>
                </c:pt>
                <c:pt idx="1">
                  <c:v>0.0434662282960078</c:v>
                </c:pt>
                <c:pt idx="2">
                  <c:v>0.127292503962293</c:v>
                </c:pt>
                <c:pt idx="3">
                  <c:v>0.0418589577497892</c:v>
                </c:pt>
              </c:numCache>
            </c:numRef>
          </c:val>
        </c:ser>
        <c:dLbls>
          <c:showLegendKey val="0"/>
          <c:showVal val="1"/>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D9E2EC"/>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Helvetica Neue"/>
                    <a:ea typeface="Helvetica Neue"/>
                    <a:cs typeface="Helvetica Neue"/>
                  </a:rPr>
                  <a:t>Red energy fraction near 1.2 Hz</a:t>
                </a:r>
                <a:endParaRPr>
                  <a:latin typeface="Helvetica Neue"/>
                  <a:ea typeface="Helvetica Neue"/>
                  <a:cs typeface="Helvetica Neue"/>
                </a:endParaRPr>
              </a:p>
            </c:rich>
          </c:tx>
          <c:layout/>
          <c:overlay val="0"/>
        </c:title>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Helvetica Neue"/>
                <a:ea typeface="Helvetica Neue"/>
                <a:cs typeface="Helvetica Neue"/>
              </a:defRPr>
            </a:pPr>
          </a:p>
        </c:txPr>
        <c:crossAx val="48650112"/>
        <c:crosses val="autoZero"/>
        <c:crossBetween val="between"/>
        <c:majorUnit val="0.2"/>
      </c:valAx>
      <c:spPr>
        <a:solidFill>
          <a:srgbClr val="FFFFFF"/>
        </a:solidFill>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Helvetica Neue"/>
              <a:ea typeface="Helvetica Neue"/>
              <a:cs typeface="Helvetica Neue"/>
            </a:defRPr>
          </a:pPr>
        </a:p>
      </c:txPr>
    </c:legend>
    <c:plotVisOnly val="1"/>
    <c:dispBlanksAs val="gap"/>
    <c:showDLblsOverMax val="0"/>
    <c:extLst>
      <c:ext uri="{0b15fc19-7d7d-44ad-8c2d-2c3a37ce22c3}">
        <chartProps xmlns="https://web.wps.cn/et/2018/main" chartId="{c0ed3c2c-393e-4ebe-94e9-1077add15c1a}"/>
      </c:ext>
    </c:extLst>
  </c:chart>
  <c:spPr>
    <a:solidFill>
      <a:srgbClr val="FFFFFF"/>
    </a:solidFill>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Yan, 30 seconds. We test two Light-side defenses for speech-to-face deepfakes. Strategy A uses 36 controlled real/SadTalker pairs to compare global lip dynamics, compact temporal windows and weak viseme context. Strategy B audits the periodic colour trace introduced by Dark.Mimic's rPPG evasion. We report the evidence channels separately.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Yan, 75 seconds. Compare the M2 core notebook with the new M3 evidence, not the entire M2 submission and its supplements. The core notebook used synthetic trajectory checks and public-video preprocessing; it did not establish real-video classifier performance. M3 adds 36 matched pairs / 72 clips. All clips passed landmark extraction; 72/72 is coverage, not classification accuracy. The 36/18/18 numbers describe the fixed train/validation/test split; the main expanded model comparison uses nested speaker-grouped cross-validation. The 46 passing tests verify software behavior. Source: M2 core notebook and M3_RESULTS.md.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Yan, 45 seconds; He, 30 seconds. Strategy A uses 12 speakers, three non-overlapping segments each and 36 generated counterparts. Both outer and inner folds are grouped by speaker. Strategy B extends analysis of the aligned video pair supplied by Dark.Mimic during M2, using RGB differences, a neutral re-encode and transformation checks. No new M3 peer counter-test is documented. One attacked pair cannot calibrate fusion, so evidence channels remain separate. Sources: matched provenance and peer-pair provenance in the notebook.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He, 90 seconds. Dark.Mimic supplied the control and A=1 modified video during M2. Their stated goal was to imitate a pulse signal with 72 changes per minute, or 1.2 Hz, to evade an rPPG-based detector. Our study does not demonstrate that this goal succeeded. Both supplied videos are generated. Earlier audio and mouth-geometry checks were nearly unchanged. M3 asks whether periodic colour injection leaves a measurable trace, then adds neutral controls, post-processing tests and specificity controls. We have no new M3 peer response or counter-test. Source: Dark.Mimic M2 exchange and peer provenance.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Yan, 90 seconds. Compare 24 global mouth features, compact numeric windows, weak viseme context and shuffled-viseme controls under matched data and classifier conditions. Same-speaker segments stay in the same fold. Whisper word timestamps and CMUdict provide approximate timing rather than forced phoneme alignment. Explain why these controls test added context, and why twelve identities and one generator limit generalisation. Sources: matched provenance and nested speaker-grouped evaluation records.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Yan, 60 seconds. This chart shows the historical local reference run: Macro-F1 0.486 for both models; AUROC 0.667 for context-free and 0.556 for weak context. The fresh historical Colab run differs numerically and is documented separately. Six test clips and different real/fake source collections limit interpretation. The initial negative result motivated a controlled matched experiment. Source: historical pilot tables and M3_COLAB_VERIFICATION.md.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Yan, 120 seconds. The original twelve-pair development result suggested a compact-window gain. On the 24 new pairs, global Macro-F1 / AUROC are 0.762 / 0.843, versus 0.677 / 0.739 for compact windows. Window AUROC is lower in all twenty repeats. Weak viseme context is not consistently better than shuffled context across all metrics. New segments reuse the same twelve identities and generator, so they are not a new identity population. The final course model uses global features. Source: artifacts/viseme_optimization_new_segments.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He, 90 seconds. Both the original control and A=1 modified input are generated videos. Compare aligned frame-level RGB signals from the full frame and fixed forehead/cheek regions. FFT measures repeating frequency content in the modified-minus-control signal. A neutral re-encode, with no colour injection, estimates ordinary codec-related change. This requires an aligned control and is not a general real/fake detector. Source: chromatic analysis code and peer-pair provenance.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He, 75 seconds. The reference global red peak is 1.159 Hz, near the peer setting of 1.2 Hz. Red target-band fractions are 0.9456918104760784 for A=1 and 0.2043617083266858 for neutral. Their unrounded ratio is about 4.63. This is a ratio of spectral energy fractions, not classification accuracy or the ratio of total signal energy. The time-domain plot is a colour-difference trace, not a recovered physiological pulse. Source: reference attack_vs_neutral.csv.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He, 105 seconds. Reference red fraction ratios remain above one under the three transformations: H.264 CRF35 8.45, resizing 6.28, and 15 FPS 20.86. The ratio can rise because the neutral denominator falls; a larger ratio does not establish improved detector performance. Reference values are shown in the chart. A separate Codex-assisted Windows run completed the workflows but gave different numerical magnitudes; their cause was not isolated. Synthetic 1.2 Hz light raised the same metric above neutral on all twelve public real-speaker sources, so the metric cannot identify attacks by itself. Natural lighting, motion and multiple attacked identities remain untested. Sources: robustness_summary.csv, periodic_light_controls.csv and Windows verification archive.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He, 60 seconds; Yan closes, 30 seconds. Strategy A selects the global mouth representation after expanded confirmation fails to support the earlier window gain. Strategy B finds a periodic trace in one attacked pair; synthetic periodic light establishes a specificity limitation. These channels provide separate evidence, not calibrated fusion. Next steps are new identities, natural lighting and independent validation. Presentation assignments do not establish sole implementation ownership; describe only personal work supported by actual records. The full presentation totals fifteen minutes, approximately 7.5 minutes each.</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6.xml"/><Relationship Id="rId2" Type="http://schemas.openxmlformats.org/officeDocument/2006/relationships/chart" Target="../charts/chart3.xml"/><Relationship Id="rId1"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6.xml"/><Relationship Id="rId2" Type="http://schemas.openxmlformats.org/officeDocument/2006/relationships/chart" Target="../charts/chart5.xml"/><Relationship Id="rId1"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chart" Target="../charts/char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p:sp>
        <p:nvSpPr>
          <p:cNvPr id="10" name="矩形 9"/>
          <p:cNvSpPr>
            <a:spLocks noGrp="1"/>
          </p:cNvSpPr>
          <p:nvPr/>
        </p:nvSpPr>
        <p:spPr>
          <a:xfrm>
            <a:off x="0" y="0"/>
            <a:ext cx="209550" cy="6858000"/>
          </a:xfrm>
          <a:prstGeom prst="rect">
            <a:avLst/>
          </a:prstGeom>
          <a:solidFill>
            <a:srgbClr val="159E9C"/>
          </a:solidFill>
          <a:ln w="0">
            <a:noFill/>
          </a:ln>
        </p:spPr>
      </p:sp>
      <p:sp>
        <p:nvSpPr>
          <p:cNvPr id="2" name="矩形 1"/>
          <p:cNvSpPr>
            <a:spLocks noGrp="1"/>
          </p:cNvSpPr>
          <p:nvPr/>
        </p:nvSpPr>
        <p:spPr>
          <a:xfrm>
            <a:off x="781050" y="1285875"/>
            <a:ext cx="10287000" cy="685800"/>
          </a:xfrm>
          <a:prstGeom prst="rect">
            <a:avLst/>
          </a:prstGeom>
          <a:noFill/>
          <a:ln w="0">
            <a:noFill/>
          </a:ln>
        </p:spPr>
        <p:txBody>
          <a:bodyPr anchor="ctr">
            <a:noAutofit/>
          </a:bodyPr>
          <a:lstStyle>
            <a:defPPr algn="l">
              <a:defRPr sz="4050" b="1">
                <a:solidFill>
                  <a:srgbClr val="FFFFFF"/>
                </a:solidFill>
                <a:latin typeface="Helvetica Neue"/>
                <a:ea typeface="Helvetica Neue"/>
                <a:cs typeface="Helvetica Neue"/>
              </a:defRPr>
            </a:defPPr>
            <a:lvl1pPr algn="l">
              <a:buNone/>
              <a:defRPr sz="4050" b="1">
                <a:solidFill>
                  <a:srgbClr val="FFFFFF"/>
                </a:solidFill>
                <a:latin typeface="Helvetica Neue"/>
                <a:ea typeface="Helvetica Neue"/>
                <a:cs typeface="Helvetica Neue"/>
              </a:defRPr>
            </a:lvl1pPr>
            <a:lvl2pPr algn="l">
              <a:buNone/>
              <a:defRPr sz="4050" b="1">
                <a:solidFill>
                  <a:srgbClr val="FFFFFF"/>
                </a:solidFill>
                <a:latin typeface="Helvetica Neue"/>
                <a:ea typeface="Helvetica Neue"/>
                <a:cs typeface="Helvetica Neue"/>
              </a:defRPr>
            </a:lvl2pPr>
            <a:lvl3pPr algn="l">
              <a:buNone/>
              <a:defRPr sz="4050" b="1">
                <a:solidFill>
                  <a:srgbClr val="FFFFFF"/>
                </a:solidFill>
                <a:latin typeface="Helvetica Neue"/>
                <a:ea typeface="Helvetica Neue"/>
                <a:cs typeface="Helvetica Neue"/>
              </a:defRPr>
            </a:lvl3pPr>
            <a:lvl4pPr algn="l">
              <a:buNone/>
              <a:defRPr sz="4050" b="1">
                <a:solidFill>
                  <a:srgbClr val="FFFFFF"/>
                </a:solidFill>
                <a:latin typeface="Helvetica Neue"/>
                <a:ea typeface="Helvetica Neue"/>
                <a:cs typeface="Helvetica Neue"/>
              </a:defRPr>
            </a:lvl4pPr>
            <a:lvl5pPr algn="l">
              <a:buNone/>
              <a:defRPr sz="4050" b="1">
                <a:solidFill>
                  <a:srgbClr val="FFFFFF"/>
                </a:solidFill>
                <a:latin typeface="Helvetica Neue"/>
                <a:ea typeface="Helvetica Neue"/>
                <a:cs typeface="Helvetica Neue"/>
              </a:defRPr>
            </a:lvl5pPr>
            <a:lvl6pPr algn="l">
              <a:buNone/>
              <a:defRPr sz="4050" b="1">
                <a:solidFill>
                  <a:srgbClr val="FFFFFF"/>
                </a:solidFill>
                <a:latin typeface="Helvetica Neue"/>
                <a:ea typeface="Helvetica Neue"/>
                <a:cs typeface="Helvetica Neue"/>
              </a:defRPr>
            </a:lvl6pPr>
            <a:lvl7pPr algn="l">
              <a:buNone/>
              <a:defRPr sz="4050" b="1">
                <a:solidFill>
                  <a:srgbClr val="FFFFFF"/>
                </a:solidFill>
                <a:latin typeface="Helvetica Neue"/>
                <a:ea typeface="Helvetica Neue"/>
                <a:cs typeface="Helvetica Neue"/>
              </a:defRPr>
            </a:lvl7pPr>
            <a:lvl8pPr algn="l">
              <a:buNone/>
              <a:defRPr sz="4050" b="1">
                <a:solidFill>
                  <a:srgbClr val="FFFFFF"/>
                </a:solidFill>
                <a:latin typeface="Helvetica Neue"/>
                <a:ea typeface="Helvetica Neue"/>
                <a:cs typeface="Helvetica Neue"/>
              </a:defRPr>
            </a:lvl8pPr>
            <a:lvl9pPr algn="l">
              <a:buNone/>
              <a:defRPr sz="4050" b="1">
                <a:solidFill>
                  <a:srgbClr val="FFFFFF"/>
                </a:solidFill>
                <a:latin typeface="Helvetica Neue"/>
                <a:ea typeface="Helvetica Neue"/>
                <a:cs typeface="Helvetica Neue"/>
              </a:defRPr>
            </a:lvl9pPr>
          </a:lstStyle>
          <a:p>
            <a:pPr algn="l">
              <a:buNone/>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endParaRPr sz="4050" b="1">
              <a:solidFill>
                <a:srgbClr val="FFFFFF"/>
              </a:solidFill>
              <a:latin typeface="Helvetica Neue"/>
              <a:ea typeface="Helvetica Neue"/>
              <a:cs typeface="Helvetica Neue"/>
            </a:endParaRPr>
          </a:p>
        </p:txBody>
      </p:sp>
      <p:sp>
        <p:nvSpPr>
          <p:cNvPr id="3" name="矩形 2"/>
          <p:cNvSpPr>
            <a:spLocks noGrp="1"/>
          </p:cNvSpPr>
          <p:nvPr/>
        </p:nvSpPr>
        <p:spPr>
          <a:xfrm>
            <a:off x="800100" y="2066925"/>
            <a:ext cx="9715500" cy="552450"/>
          </a:xfrm>
          <a:prstGeom prst="rect">
            <a:avLst/>
          </a:prstGeom>
          <a:noFill/>
          <a:ln w="0">
            <a:noFill/>
          </a:ln>
        </p:spPr>
        <p:txBody>
          <a:bodyPr anchor="ctr">
            <a:noAutofit/>
          </a:bodyPr>
          <a:lstStyle>
            <a:defPPr algn="l">
              <a:defRPr sz="2250" b="0">
                <a:solidFill>
                  <a:srgbClr val="D9E8F5"/>
                </a:solidFill>
                <a:latin typeface="Helvetica Neue"/>
                <a:ea typeface="Helvetica Neue"/>
                <a:cs typeface="Helvetica Neue"/>
              </a:defRPr>
            </a:defPPr>
            <a:lvl1pPr algn="l">
              <a:buNone/>
              <a:defRPr sz="2250" b="0">
                <a:solidFill>
                  <a:srgbClr val="D9E8F5"/>
                </a:solidFill>
                <a:latin typeface="Helvetica Neue"/>
                <a:ea typeface="Helvetica Neue"/>
                <a:cs typeface="Helvetica Neue"/>
              </a:defRPr>
            </a:lvl1pPr>
            <a:lvl2pPr algn="l">
              <a:buNone/>
              <a:defRPr sz="2250" b="0">
                <a:solidFill>
                  <a:srgbClr val="D9E8F5"/>
                </a:solidFill>
                <a:latin typeface="Helvetica Neue"/>
                <a:ea typeface="Helvetica Neue"/>
                <a:cs typeface="Helvetica Neue"/>
              </a:defRPr>
            </a:lvl2pPr>
            <a:lvl3pPr algn="l">
              <a:buNone/>
              <a:defRPr sz="2250" b="0">
                <a:solidFill>
                  <a:srgbClr val="D9E8F5"/>
                </a:solidFill>
                <a:latin typeface="Helvetica Neue"/>
                <a:ea typeface="Helvetica Neue"/>
                <a:cs typeface="Helvetica Neue"/>
              </a:defRPr>
            </a:lvl3pPr>
            <a:lvl4pPr algn="l">
              <a:buNone/>
              <a:defRPr sz="2250" b="0">
                <a:solidFill>
                  <a:srgbClr val="D9E8F5"/>
                </a:solidFill>
                <a:latin typeface="Helvetica Neue"/>
                <a:ea typeface="Helvetica Neue"/>
                <a:cs typeface="Helvetica Neue"/>
              </a:defRPr>
            </a:lvl4pPr>
            <a:lvl5pPr algn="l">
              <a:buNone/>
              <a:defRPr sz="2250" b="0">
                <a:solidFill>
                  <a:srgbClr val="D9E8F5"/>
                </a:solidFill>
                <a:latin typeface="Helvetica Neue"/>
                <a:ea typeface="Helvetica Neue"/>
                <a:cs typeface="Helvetica Neue"/>
              </a:defRPr>
            </a:lvl5pPr>
            <a:lvl6pPr algn="l">
              <a:buNone/>
              <a:defRPr sz="2250" b="0">
                <a:solidFill>
                  <a:srgbClr val="D9E8F5"/>
                </a:solidFill>
                <a:latin typeface="Helvetica Neue"/>
                <a:ea typeface="Helvetica Neue"/>
                <a:cs typeface="Helvetica Neue"/>
              </a:defRPr>
            </a:lvl6pPr>
            <a:lvl7pPr algn="l">
              <a:buNone/>
              <a:defRPr sz="2250" b="0">
                <a:solidFill>
                  <a:srgbClr val="D9E8F5"/>
                </a:solidFill>
                <a:latin typeface="Helvetica Neue"/>
                <a:ea typeface="Helvetica Neue"/>
                <a:cs typeface="Helvetica Neue"/>
              </a:defRPr>
            </a:lvl7pPr>
            <a:lvl8pPr algn="l">
              <a:buNone/>
              <a:defRPr sz="2250" b="0">
                <a:solidFill>
                  <a:srgbClr val="D9E8F5"/>
                </a:solidFill>
                <a:latin typeface="Helvetica Neue"/>
                <a:ea typeface="Helvetica Neue"/>
                <a:cs typeface="Helvetica Neue"/>
              </a:defRPr>
            </a:lvl8pPr>
            <a:lvl9pPr algn="l">
              <a:buNone/>
              <a:defRPr sz="2250" b="0">
                <a:solidFill>
                  <a:srgbClr val="D9E8F5"/>
                </a:solidFill>
                <a:latin typeface="Helvetica Neue"/>
                <a:ea typeface="Helvetica Neue"/>
                <a:cs typeface="Helvetica Neue"/>
              </a:defRPr>
            </a:lvl9pPr>
          </a:lstStyle>
          <a:p>
            <a:pPr algn="l">
              <a:buNone/>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endParaRPr sz="2250" b="0">
              <a:solidFill>
                <a:srgbClr val="D9E8F5"/>
              </a:solidFill>
              <a:latin typeface="Helvetica Neue"/>
              <a:ea typeface="Helvetica Neue"/>
              <a:cs typeface="Helvetica Neue"/>
            </a:endParaRPr>
          </a:p>
        </p:txBody>
      </p:sp>
      <p:sp>
        <p:nvSpPr>
          <p:cNvPr id="4" name="矩形 3"/>
          <p:cNvSpPr>
            <a:spLocks noGrp="1"/>
          </p:cNvSpPr>
          <p:nvPr/>
        </p:nvSpPr>
        <p:spPr>
          <a:xfrm>
            <a:off x="800100" y="2962275"/>
            <a:ext cx="7810500" cy="28575"/>
          </a:xfrm>
          <a:prstGeom prst="rect">
            <a:avLst/>
          </a:prstGeom>
          <a:solidFill>
            <a:srgbClr val="159E9C"/>
          </a:solidFill>
          <a:ln w="0">
            <a:noFill/>
          </a:ln>
        </p:spPr>
      </p:sp>
      <p:sp>
        <p:nvSpPr>
          <p:cNvPr id="5" name="矩形 4"/>
          <p:cNvSpPr>
            <a:spLocks noGrp="1"/>
          </p:cNvSpPr>
          <p:nvPr/>
        </p:nvSpPr>
        <p:spPr>
          <a:xfrm>
            <a:off x="800100" y="3286125"/>
            <a:ext cx="5829300" cy="381000"/>
          </a:xfrm>
          <a:prstGeom prst="rect">
            <a:avLst/>
          </a:prstGeom>
          <a:noFill/>
          <a:ln w="0">
            <a:noFill/>
          </a:ln>
        </p:spPr>
        <p:txBody>
          <a:bodyPr anchor="ctr">
            <a:noAutofit/>
          </a:bodyPr>
          <a:lstStyle>
            <a:defPPr algn="l">
              <a:defRPr sz="1725" b="1">
                <a:solidFill>
                  <a:srgbClr val="FFFFFF"/>
                </a:solidFill>
                <a:latin typeface="Helvetica Neue"/>
                <a:ea typeface="Helvetica Neue"/>
                <a:cs typeface="Helvetica Neue"/>
              </a:defRPr>
            </a:defPPr>
            <a:lvl1pPr algn="l">
              <a:buNone/>
              <a:defRPr sz="1725" b="1">
                <a:solidFill>
                  <a:srgbClr val="FFFFFF"/>
                </a:solidFill>
                <a:latin typeface="Helvetica Neue"/>
                <a:ea typeface="Helvetica Neue"/>
                <a:cs typeface="Helvetica Neue"/>
              </a:defRPr>
            </a:lvl1pPr>
            <a:lvl2pPr algn="l">
              <a:buNone/>
              <a:defRPr sz="1725" b="1">
                <a:solidFill>
                  <a:srgbClr val="FFFFFF"/>
                </a:solidFill>
                <a:latin typeface="Helvetica Neue"/>
                <a:ea typeface="Helvetica Neue"/>
                <a:cs typeface="Helvetica Neue"/>
              </a:defRPr>
            </a:lvl2pPr>
            <a:lvl3pPr algn="l">
              <a:buNone/>
              <a:defRPr sz="1725" b="1">
                <a:solidFill>
                  <a:srgbClr val="FFFFFF"/>
                </a:solidFill>
                <a:latin typeface="Helvetica Neue"/>
                <a:ea typeface="Helvetica Neue"/>
                <a:cs typeface="Helvetica Neue"/>
              </a:defRPr>
            </a:lvl3pPr>
            <a:lvl4pPr algn="l">
              <a:buNone/>
              <a:defRPr sz="1725" b="1">
                <a:solidFill>
                  <a:srgbClr val="FFFFFF"/>
                </a:solidFill>
                <a:latin typeface="Helvetica Neue"/>
                <a:ea typeface="Helvetica Neue"/>
                <a:cs typeface="Helvetica Neue"/>
              </a:defRPr>
            </a:lvl4pPr>
            <a:lvl5pPr algn="l">
              <a:buNone/>
              <a:defRPr sz="1725" b="1">
                <a:solidFill>
                  <a:srgbClr val="FFFFFF"/>
                </a:solidFill>
                <a:latin typeface="Helvetica Neue"/>
                <a:ea typeface="Helvetica Neue"/>
                <a:cs typeface="Helvetica Neue"/>
              </a:defRPr>
            </a:lvl5pPr>
            <a:lvl6pPr algn="l">
              <a:buNone/>
              <a:defRPr sz="1725" b="1">
                <a:solidFill>
                  <a:srgbClr val="FFFFFF"/>
                </a:solidFill>
                <a:latin typeface="Helvetica Neue"/>
                <a:ea typeface="Helvetica Neue"/>
                <a:cs typeface="Helvetica Neue"/>
              </a:defRPr>
            </a:lvl6pPr>
            <a:lvl7pPr algn="l">
              <a:buNone/>
              <a:defRPr sz="1725" b="1">
                <a:solidFill>
                  <a:srgbClr val="FFFFFF"/>
                </a:solidFill>
                <a:latin typeface="Helvetica Neue"/>
                <a:ea typeface="Helvetica Neue"/>
                <a:cs typeface="Helvetica Neue"/>
              </a:defRPr>
            </a:lvl7pPr>
            <a:lvl8pPr algn="l">
              <a:buNone/>
              <a:defRPr sz="1725" b="1">
                <a:solidFill>
                  <a:srgbClr val="FFFFFF"/>
                </a:solidFill>
                <a:latin typeface="Helvetica Neue"/>
                <a:ea typeface="Helvetica Neue"/>
                <a:cs typeface="Helvetica Neue"/>
              </a:defRPr>
            </a:lvl8pPr>
            <a:lvl9pPr algn="l">
              <a:buNone/>
              <a:defRPr sz="1725" b="1">
                <a:solidFill>
                  <a:srgbClr val="FFFFFF"/>
                </a:solidFill>
                <a:latin typeface="Helvetica Neue"/>
                <a:ea typeface="Helvetica Neue"/>
                <a:cs typeface="Helvetica Neue"/>
              </a:defRPr>
            </a:lvl9pPr>
          </a:lstStyle>
          <a:p>
            <a:pPr algn="l">
              <a:buNone/>
              <a:defRPr sz="1725" b="1">
                <a:solidFill>
                  <a:srgbClr val="FFFFFF"/>
                </a:solidFill>
                <a:latin typeface="Helvetica Neue"/>
                <a:ea typeface="Helvetica Neue"/>
                <a:cs typeface="Helvetica Neue"/>
              </a:defRPr>
            </a:pPr>
            <a:r>
              <a:rPr lang="en-US" altLang="zh-CN" sz="1725" b="1">
                <a:solidFill>
                  <a:srgbClr val="FFFFFF"/>
                </a:solidFill>
                <a:latin typeface="Helvetica Neue"/>
                <a:ea typeface="Helvetica Neue"/>
                <a:cs typeface="Helvetica Neue"/>
              </a:rPr>
              <a:t>Strategy A: Mouth motion and speech context</a:t>
            </a:r>
            <a:endParaRPr lang="en-US" altLang="zh-CN" sz="1725" b="1">
              <a:solidFill>
                <a:srgbClr val="FFFFFF"/>
              </a:solidFill>
              <a:latin typeface="Helvetica Neue"/>
              <a:ea typeface="Helvetica Neue"/>
              <a:cs typeface="Helvetica Neue"/>
            </a:endParaRPr>
          </a:p>
        </p:txBody>
      </p:sp>
      <p:sp>
        <p:nvSpPr>
          <p:cNvPr id="6" name="矩形 5"/>
          <p:cNvSpPr>
            <a:spLocks noGrp="1"/>
          </p:cNvSpPr>
          <p:nvPr/>
        </p:nvSpPr>
        <p:spPr>
          <a:xfrm>
            <a:off x="800100" y="3781425"/>
            <a:ext cx="6286500" cy="381000"/>
          </a:xfrm>
          <a:prstGeom prst="rect">
            <a:avLst/>
          </a:prstGeom>
          <a:noFill/>
          <a:ln w="0">
            <a:noFill/>
          </a:ln>
        </p:spPr>
        <p:txBody>
          <a:bodyPr anchor="ctr">
            <a:noAutofit/>
          </a:bodyPr>
          <a:lstStyle>
            <a:defPPr algn="l">
              <a:defRPr sz="1725" b="1">
                <a:solidFill>
                  <a:srgbClr val="FFFFFF"/>
                </a:solidFill>
                <a:latin typeface="Helvetica Neue"/>
                <a:ea typeface="Helvetica Neue"/>
                <a:cs typeface="Helvetica Neue"/>
              </a:defRPr>
            </a:defPPr>
            <a:lvl1pPr algn="l">
              <a:buNone/>
              <a:defRPr sz="1725" b="1">
                <a:solidFill>
                  <a:srgbClr val="FFFFFF"/>
                </a:solidFill>
                <a:latin typeface="Helvetica Neue"/>
                <a:ea typeface="Helvetica Neue"/>
                <a:cs typeface="Helvetica Neue"/>
              </a:defRPr>
            </a:lvl1pPr>
            <a:lvl2pPr algn="l">
              <a:buNone/>
              <a:defRPr sz="1725" b="1">
                <a:solidFill>
                  <a:srgbClr val="FFFFFF"/>
                </a:solidFill>
                <a:latin typeface="Helvetica Neue"/>
                <a:ea typeface="Helvetica Neue"/>
                <a:cs typeface="Helvetica Neue"/>
              </a:defRPr>
            </a:lvl2pPr>
            <a:lvl3pPr algn="l">
              <a:buNone/>
              <a:defRPr sz="1725" b="1">
                <a:solidFill>
                  <a:srgbClr val="FFFFFF"/>
                </a:solidFill>
                <a:latin typeface="Helvetica Neue"/>
                <a:ea typeface="Helvetica Neue"/>
                <a:cs typeface="Helvetica Neue"/>
              </a:defRPr>
            </a:lvl3pPr>
            <a:lvl4pPr algn="l">
              <a:buNone/>
              <a:defRPr sz="1725" b="1">
                <a:solidFill>
                  <a:srgbClr val="FFFFFF"/>
                </a:solidFill>
                <a:latin typeface="Helvetica Neue"/>
                <a:ea typeface="Helvetica Neue"/>
                <a:cs typeface="Helvetica Neue"/>
              </a:defRPr>
            </a:lvl4pPr>
            <a:lvl5pPr algn="l">
              <a:buNone/>
              <a:defRPr sz="1725" b="1">
                <a:solidFill>
                  <a:srgbClr val="FFFFFF"/>
                </a:solidFill>
                <a:latin typeface="Helvetica Neue"/>
                <a:ea typeface="Helvetica Neue"/>
                <a:cs typeface="Helvetica Neue"/>
              </a:defRPr>
            </a:lvl5pPr>
            <a:lvl6pPr algn="l">
              <a:buNone/>
              <a:defRPr sz="1725" b="1">
                <a:solidFill>
                  <a:srgbClr val="FFFFFF"/>
                </a:solidFill>
                <a:latin typeface="Helvetica Neue"/>
                <a:ea typeface="Helvetica Neue"/>
                <a:cs typeface="Helvetica Neue"/>
              </a:defRPr>
            </a:lvl6pPr>
            <a:lvl7pPr algn="l">
              <a:buNone/>
              <a:defRPr sz="1725" b="1">
                <a:solidFill>
                  <a:srgbClr val="FFFFFF"/>
                </a:solidFill>
                <a:latin typeface="Helvetica Neue"/>
                <a:ea typeface="Helvetica Neue"/>
                <a:cs typeface="Helvetica Neue"/>
              </a:defRPr>
            </a:lvl7pPr>
            <a:lvl8pPr algn="l">
              <a:buNone/>
              <a:defRPr sz="1725" b="1">
                <a:solidFill>
                  <a:srgbClr val="FFFFFF"/>
                </a:solidFill>
                <a:latin typeface="Helvetica Neue"/>
                <a:ea typeface="Helvetica Neue"/>
                <a:cs typeface="Helvetica Neue"/>
              </a:defRPr>
            </a:lvl8pPr>
            <a:lvl9pPr algn="l">
              <a:buNone/>
              <a:defRPr sz="1725" b="1">
                <a:solidFill>
                  <a:srgbClr val="FFFFFF"/>
                </a:solidFill>
                <a:latin typeface="Helvetica Neue"/>
                <a:ea typeface="Helvetica Neue"/>
                <a:cs typeface="Helvetica Neue"/>
              </a:defRPr>
            </a:lvl9pPr>
          </a:lstStyle>
          <a:p>
            <a:pPr algn="l">
              <a:buNone/>
              <a:defRPr sz="1725" b="1">
                <a:solidFill>
                  <a:srgbClr val="FFFFFF"/>
                </a:solidFill>
                <a:latin typeface="Helvetica Neue"/>
                <a:ea typeface="Helvetica Neue"/>
                <a:cs typeface="Helvetica Neue"/>
              </a:defRPr>
            </a:pPr>
            <a:r>
              <a:rPr lang="en-US" altLang="zh-CN" sz="1725" b="1">
                <a:solidFill>
                  <a:srgbClr val="FFFFFF"/>
                </a:solidFill>
                <a:latin typeface="Helvetica Neue"/>
                <a:ea typeface="Helvetica Neue"/>
                <a:cs typeface="Helvetica Neue"/>
              </a:rPr>
              <a:t>Strategy B: Periodic colour traces</a:t>
            </a:r>
            <a:endParaRPr lang="en-US" altLang="zh-CN" sz="1725" b="1">
              <a:solidFill>
                <a:srgbClr val="FFFFFF"/>
              </a:solidFill>
              <a:latin typeface="Helvetica Neue"/>
              <a:ea typeface="Helvetica Neue"/>
              <a:cs typeface="Helvetica Neue"/>
            </a:endParaRPr>
          </a:p>
        </p:txBody>
      </p:sp>
      <p:sp>
        <p:nvSpPr>
          <p:cNvPr id="7" name="矩形 6"/>
          <p:cNvSpPr>
            <a:spLocks noGrp="1"/>
          </p:cNvSpPr>
          <p:nvPr/>
        </p:nvSpPr>
        <p:spPr>
          <a:xfrm>
            <a:off x="800100" y="5143500"/>
            <a:ext cx="5238750" cy="323850"/>
          </a:xfrm>
          <a:prstGeom prst="rect">
            <a:avLst/>
          </a:prstGeom>
          <a:noFill/>
          <a:ln w="0">
            <a:noFill/>
          </a:ln>
        </p:spPr>
        <p:txBody>
          <a:bodyPr anchor="ctr">
            <a:noAutofit/>
          </a:bodyPr>
          <a:lstStyle>
            <a:defPPr algn="l">
              <a:defRPr sz="1650" b="1">
                <a:solidFill>
                  <a:srgbClr val="159E9C"/>
                </a:solidFill>
                <a:latin typeface="Helvetica Neue"/>
                <a:ea typeface="Helvetica Neue"/>
                <a:cs typeface="Helvetica Neue"/>
              </a:defRPr>
            </a:defPPr>
            <a:lvl1pPr algn="l">
              <a:buNone/>
              <a:defRPr sz="1650" b="1">
                <a:solidFill>
                  <a:srgbClr val="159E9C"/>
                </a:solidFill>
                <a:latin typeface="Helvetica Neue"/>
                <a:ea typeface="Helvetica Neue"/>
                <a:cs typeface="Helvetica Neue"/>
              </a:defRPr>
            </a:lvl1pPr>
            <a:lvl2pPr algn="l">
              <a:buNone/>
              <a:defRPr sz="1650" b="1">
                <a:solidFill>
                  <a:srgbClr val="159E9C"/>
                </a:solidFill>
                <a:latin typeface="Helvetica Neue"/>
                <a:ea typeface="Helvetica Neue"/>
                <a:cs typeface="Helvetica Neue"/>
              </a:defRPr>
            </a:lvl2pPr>
            <a:lvl3pPr algn="l">
              <a:buNone/>
              <a:defRPr sz="1650" b="1">
                <a:solidFill>
                  <a:srgbClr val="159E9C"/>
                </a:solidFill>
                <a:latin typeface="Helvetica Neue"/>
                <a:ea typeface="Helvetica Neue"/>
                <a:cs typeface="Helvetica Neue"/>
              </a:defRPr>
            </a:lvl3pPr>
            <a:lvl4pPr algn="l">
              <a:buNone/>
              <a:defRPr sz="1650" b="1">
                <a:solidFill>
                  <a:srgbClr val="159E9C"/>
                </a:solidFill>
                <a:latin typeface="Helvetica Neue"/>
                <a:ea typeface="Helvetica Neue"/>
                <a:cs typeface="Helvetica Neue"/>
              </a:defRPr>
            </a:lvl4pPr>
            <a:lvl5pPr algn="l">
              <a:buNone/>
              <a:defRPr sz="1650" b="1">
                <a:solidFill>
                  <a:srgbClr val="159E9C"/>
                </a:solidFill>
                <a:latin typeface="Helvetica Neue"/>
                <a:ea typeface="Helvetica Neue"/>
                <a:cs typeface="Helvetica Neue"/>
              </a:defRPr>
            </a:lvl5pPr>
            <a:lvl6pPr algn="l">
              <a:buNone/>
              <a:defRPr sz="1650" b="1">
                <a:solidFill>
                  <a:srgbClr val="159E9C"/>
                </a:solidFill>
                <a:latin typeface="Helvetica Neue"/>
                <a:ea typeface="Helvetica Neue"/>
                <a:cs typeface="Helvetica Neue"/>
              </a:defRPr>
            </a:lvl6pPr>
            <a:lvl7pPr algn="l">
              <a:buNone/>
              <a:defRPr sz="1650" b="1">
                <a:solidFill>
                  <a:srgbClr val="159E9C"/>
                </a:solidFill>
                <a:latin typeface="Helvetica Neue"/>
                <a:ea typeface="Helvetica Neue"/>
                <a:cs typeface="Helvetica Neue"/>
              </a:defRPr>
            </a:lvl7pPr>
            <a:lvl8pPr algn="l">
              <a:buNone/>
              <a:defRPr sz="1650" b="1">
                <a:solidFill>
                  <a:srgbClr val="159E9C"/>
                </a:solidFill>
                <a:latin typeface="Helvetica Neue"/>
                <a:ea typeface="Helvetica Neue"/>
                <a:cs typeface="Helvetica Neue"/>
              </a:defRPr>
            </a:lvl8pPr>
            <a:lvl9pPr algn="l">
              <a:buNone/>
              <a:defRPr sz="1650" b="1">
                <a:solidFill>
                  <a:srgbClr val="159E9C"/>
                </a:solidFill>
                <a:latin typeface="Helvetica Neue"/>
                <a:ea typeface="Helvetica Neue"/>
                <a:cs typeface="Helvetica Neue"/>
              </a:defRPr>
            </a:lvl9pPr>
          </a:lstStyle>
          <a:p>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endParaRPr sz="1650" b="1">
              <a:solidFill>
                <a:srgbClr val="159E9C"/>
              </a:solidFill>
              <a:latin typeface="Helvetica Neue"/>
              <a:ea typeface="Helvetica Neue"/>
              <a:cs typeface="Helvetica Neue"/>
            </a:endParaRPr>
          </a:p>
        </p:txBody>
      </p:sp>
      <p:sp>
        <p:nvSpPr>
          <p:cNvPr id="8" name="矩形 7"/>
          <p:cNvSpPr>
            <a:spLocks noGrp="1"/>
          </p:cNvSpPr>
          <p:nvPr/>
        </p:nvSpPr>
        <p:spPr>
          <a:xfrm>
            <a:off x="800100" y="5524500"/>
            <a:ext cx="5334000" cy="323850"/>
          </a:xfrm>
          <a:prstGeom prst="rect">
            <a:avLst/>
          </a:prstGeom>
          <a:noFill/>
          <a:ln w="0">
            <a:noFill/>
          </a:ln>
        </p:spPr>
        <p:txBody>
          <a:bodyPr anchor="ctr">
            <a:noAutofit/>
          </a:bodyPr>
          <a:lstStyle>
            <a:defPPr algn="l">
              <a:defRPr sz="1500" b="0">
                <a:solidFill>
                  <a:srgbClr val="FFFFFF"/>
                </a:solidFill>
                <a:latin typeface="Helvetica Neue"/>
                <a:ea typeface="Helvetica Neue"/>
                <a:cs typeface="Helvetica Neue"/>
              </a:defRPr>
            </a:defPPr>
            <a:lvl1pPr algn="l">
              <a:buNone/>
              <a:defRPr sz="1500" b="0">
                <a:solidFill>
                  <a:srgbClr val="FFFFFF"/>
                </a:solidFill>
                <a:latin typeface="Helvetica Neue"/>
                <a:ea typeface="Helvetica Neue"/>
                <a:cs typeface="Helvetica Neue"/>
              </a:defRPr>
            </a:lvl1pPr>
            <a:lvl2pPr algn="l">
              <a:buNone/>
              <a:defRPr sz="1500" b="0">
                <a:solidFill>
                  <a:srgbClr val="FFFFFF"/>
                </a:solidFill>
                <a:latin typeface="Helvetica Neue"/>
                <a:ea typeface="Helvetica Neue"/>
                <a:cs typeface="Helvetica Neue"/>
              </a:defRPr>
            </a:lvl2pPr>
            <a:lvl3pPr algn="l">
              <a:buNone/>
              <a:defRPr sz="1500" b="0">
                <a:solidFill>
                  <a:srgbClr val="FFFFFF"/>
                </a:solidFill>
                <a:latin typeface="Helvetica Neue"/>
                <a:ea typeface="Helvetica Neue"/>
                <a:cs typeface="Helvetica Neue"/>
              </a:defRPr>
            </a:lvl3pPr>
            <a:lvl4pPr algn="l">
              <a:buNone/>
              <a:defRPr sz="1500" b="0">
                <a:solidFill>
                  <a:srgbClr val="FFFFFF"/>
                </a:solidFill>
                <a:latin typeface="Helvetica Neue"/>
                <a:ea typeface="Helvetica Neue"/>
                <a:cs typeface="Helvetica Neue"/>
              </a:defRPr>
            </a:lvl4pPr>
            <a:lvl5pPr algn="l">
              <a:buNone/>
              <a:defRPr sz="1500" b="0">
                <a:solidFill>
                  <a:srgbClr val="FFFFFF"/>
                </a:solidFill>
                <a:latin typeface="Helvetica Neue"/>
                <a:ea typeface="Helvetica Neue"/>
                <a:cs typeface="Helvetica Neue"/>
              </a:defRPr>
            </a:lvl5pPr>
            <a:lvl6pPr algn="l">
              <a:buNone/>
              <a:defRPr sz="1500" b="0">
                <a:solidFill>
                  <a:srgbClr val="FFFFFF"/>
                </a:solidFill>
                <a:latin typeface="Helvetica Neue"/>
                <a:ea typeface="Helvetica Neue"/>
                <a:cs typeface="Helvetica Neue"/>
              </a:defRPr>
            </a:lvl6pPr>
            <a:lvl7pPr algn="l">
              <a:buNone/>
              <a:defRPr sz="1500" b="0">
                <a:solidFill>
                  <a:srgbClr val="FFFFFF"/>
                </a:solidFill>
                <a:latin typeface="Helvetica Neue"/>
                <a:ea typeface="Helvetica Neue"/>
                <a:cs typeface="Helvetica Neue"/>
              </a:defRPr>
            </a:lvl7pPr>
            <a:lvl8pPr algn="l">
              <a:buNone/>
              <a:defRPr sz="1500" b="0">
                <a:solidFill>
                  <a:srgbClr val="FFFFFF"/>
                </a:solidFill>
                <a:latin typeface="Helvetica Neue"/>
                <a:ea typeface="Helvetica Neue"/>
                <a:cs typeface="Helvetica Neue"/>
              </a:defRPr>
            </a:lvl8pPr>
            <a:lvl9pPr algn="l">
              <a:buNone/>
              <a:defRPr sz="1500" b="0">
                <a:solidFill>
                  <a:srgbClr val="FFFFFF"/>
                </a:solidFill>
                <a:latin typeface="Helvetica Neue"/>
                <a:ea typeface="Helvetica Neue"/>
                <a:cs typeface="Helvetica Neue"/>
              </a:defRPr>
            </a:lvl9pPr>
          </a:lstStyle>
          <a:p>
            <a:pPr algn="l">
              <a:buNone/>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endParaRPr sz="1500" b="0">
              <a:solidFill>
                <a:srgbClr val="FFFFFF"/>
              </a:solidFill>
              <a:latin typeface="Helvetica Neue"/>
              <a:ea typeface="Helvetica Neue"/>
              <a:cs typeface="Helvetica Neue"/>
            </a:endParaRPr>
          </a:p>
        </p:txBody>
      </p:sp>
      <p:sp>
        <p:nvSpPr>
          <p:cNvPr id="9" name="矩形 8"/>
          <p:cNvSpPr>
            <a:spLocks noGrp="1"/>
          </p:cNvSpPr>
          <p:nvPr/>
        </p:nvSpPr>
        <p:spPr>
          <a:xfrm>
            <a:off x="9048750" y="6096000"/>
            <a:ext cx="2381250" cy="247650"/>
          </a:xfrm>
          <a:prstGeom prst="rect">
            <a:avLst/>
          </a:prstGeom>
          <a:noFill/>
          <a:ln w="0">
            <a:noFill/>
          </a:ln>
        </p:spPr>
        <p:txBody>
          <a:bodyPr anchor="ctr">
            <a:noAutofit/>
          </a:bodyPr>
          <a:lstStyle>
            <a:defPPr algn="r">
              <a:defRPr sz="1125" b="0">
                <a:solidFill>
                  <a:srgbClr val="B7C9D9"/>
                </a:solidFill>
                <a:latin typeface="Helvetica Neue"/>
                <a:ea typeface="Helvetica Neue"/>
                <a:cs typeface="Helvetica Neue"/>
              </a:defRPr>
            </a:defPPr>
            <a:lvl1pPr algn="r">
              <a:buNone/>
              <a:defRPr sz="1125" b="0">
                <a:solidFill>
                  <a:srgbClr val="B7C9D9"/>
                </a:solidFill>
                <a:latin typeface="Helvetica Neue"/>
                <a:ea typeface="Helvetica Neue"/>
                <a:cs typeface="Helvetica Neue"/>
              </a:defRPr>
            </a:lvl1pPr>
            <a:lvl2pPr algn="r">
              <a:buNone/>
              <a:defRPr sz="1125" b="0">
                <a:solidFill>
                  <a:srgbClr val="B7C9D9"/>
                </a:solidFill>
                <a:latin typeface="Helvetica Neue"/>
                <a:ea typeface="Helvetica Neue"/>
                <a:cs typeface="Helvetica Neue"/>
              </a:defRPr>
            </a:lvl2pPr>
            <a:lvl3pPr algn="r">
              <a:buNone/>
              <a:defRPr sz="1125" b="0">
                <a:solidFill>
                  <a:srgbClr val="B7C9D9"/>
                </a:solidFill>
                <a:latin typeface="Helvetica Neue"/>
                <a:ea typeface="Helvetica Neue"/>
                <a:cs typeface="Helvetica Neue"/>
              </a:defRPr>
            </a:lvl3pPr>
            <a:lvl4pPr algn="r">
              <a:buNone/>
              <a:defRPr sz="1125" b="0">
                <a:solidFill>
                  <a:srgbClr val="B7C9D9"/>
                </a:solidFill>
                <a:latin typeface="Helvetica Neue"/>
                <a:ea typeface="Helvetica Neue"/>
                <a:cs typeface="Helvetica Neue"/>
              </a:defRPr>
            </a:lvl4pPr>
            <a:lvl5pPr algn="r">
              <a:buNone/>
              <a:defRPr sz="1125" b="0">
                <a:solidFill>
                  <a:srgbClr val="B7C9D9"/>
                </a:solidFill>
                <a:latin typeface="Helvetica Neue"/>
                <a:ea typeface="Helvetica Neue"/>
                <a:cs typeface="Helvetica Neue"/>
              </a:defRPr>
            </a:lvl5pPr>
            <a:lvl6pPr algn="r">
              <a:buNone/>
              <a:defRPr sz="1125" b="0">
                <a:solidFill>
                  <a:srgbClr val="B7C9D9"/>
                </a:solidFill>
                <a:latin typeface="Helvetica Neue"/>
                <a:ea typeface="Helvetica Neue"/>
                <a:cs typeface="Helvetica Neue"/>
              </a:defRPr>
            </a:lvl6pPr>
            <a:lvl7pPr algn="r">
              <a:buNone/>
              <a:defRPr sz="1125" b="0">
                <a:solidFill>
                  <a:srgbClr val="B7C9D9"/>
                </a:solidFill>
                <a:latin typeface="Helvetica Neue"/>
                <a:ea typeface="Helvetica Neue"/>
                <a:cs typeface="Helvetica Neue"/>
              </a:defRPr>
            </a:lvl7pPr>
            <a:lvl8pPr algn="r">
              <a:buNone/>
              <a:defRPr sz="1125" b="0">
                <a:solidFill>
                  <a:srgbClr val="B7C9D9"/>
                </a:solidFill>
                <a:latin typeface="Helvetica Neue"/>
                <a:ea typeface="Helvetica Neue"/>
                <a:cs typeface="Helvetica Neue"/>
              </a:defRPr>
            </a:lvl8pPr>
            <a:lvl9pPr algn="r">
              <a:buNone/>
              <a:defRPr sz="1125" b="0">
                <a:solidFill>
                  <a:srgbClr val="B7C9D9"/>
                </a:solidFill>
                <a:latin typeface="Helvetica Neue"/>
                <a:ea typeface="Helvetica Neue"/>
                <a:cs typeface="Helvetica Neue"/>
              </a:defRPr>
            </a:lvl9pPr>
          </a:lstStyle>
          <a:p>
            <a:pPr algn="r">
              <a:buNone/>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endParaRPr sz="1125" b="0">
              <a:solidFill>
                <a:srgbClr val="B7C9D9"/>
              </a:solidFill>
              <a:latin typeface="Helvetica Neue"/>
              <a:ea typeface="Helvetica Neue"/>
              <a:cs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矩形 18"/>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endParaRPr sz="900" b="0">
              <a:solidFill>
                <a:srgbClr val="627D98"/>
              </a:solidFill>
              <a:latin typeface="Helvetica Neue"/>
              <a:ea typeface="Helvetica Neue"/>
              <a:cs typeface="Helvetica Neue"/>
            </a:endParaRPr>
          </a:p>
        </p:txBody>
      </p:sp>
      <p:sp>
        <p:nvSpPr>
          <p:cNvPr id="6" name="矩形 5"/>
          <p:cNvSpPr>
            <a:spLocks noGrp="1"/>
          </p:cNvSpPr>
          <p:nvPr/>
        </p:nvSpPr>
        <p:spPr>
          <a:xfrm>
            <a:off x="666750" y="1266825"/>
            <a:ext cx="3238500" cy="419100"/>
          </a:xfrm>
          <a:prstGeom prst="rect">
            <a:avLst/>
          </a:prstGeom>
          <a:noFill/>
          <a:ln w="0">
            <a:noFill/>
          </a:ln>
        </p:spPr>
        <p:txBody>
          <a:bodyPr anchor="ctr">
            <a:noAutofit/>
          </a:bodyPr>
          <a:lstStyle>
            <a:defPPr algn="l">
              <a:defRPr sz="2100" b="1">
                <a:solidFill>
                  <a:srgbClr val="627D98"/>
                </a:solidFill>
                <a:latin typeface="Helvetica Neue"/>
                <a:ea typeface="Helvetica Neue"/>
                <a:cs typeface="Helvetica Neue"/>
              </a:defRPr>
            </a:defPPr>
            <a:lvl1pPr algn="l">
              <a:buNone/>
              <a:defRPr sz="2100" b="1">
                <a:solidFill>
                  <a:srgbClr val="627D98"/>
                </a:solidFill>
                <a:latin typeface="Helvetica Neue"/>
                <a:ea typeface="Helvetica Neue"/>
                <a:cs typeface="Helvetica Neue"/>
              </a:defRPr>
            </a:lvl1pPr>
            <a:lvl2pPr algn="l">
              <a:buNone/>
              <a:defRPr sz="2100" b="1">
                <a:solidFill>
                  <a:srgbClr val="627D98"/>
                </a:solidFill>
                <a:latin typeface="Helvetica Neue"/>
                <a:ea typeface="Helvetica Neue"/>
                <a:cs typeface="Helvetica Neue"/>
              </a:defRPr>
            </a:lvl2pPr>
            <a:lvl3pPr algn="l">
              <a:buNone/>
              <a:defRPr sz="2100" b="1">
                <a:solidFill>
                  <a:srgbClr val="627D98"/>
                </a:solidFill>
                <a:latin typeface="Helvetica Neue"/>
                <a:ea typeface="Helvetica Neue"/>
                <a:cs typeface="Helvetica Neue"/>
              </a:defRPr>
            </a:lvl3pPr>
            <a:lvl4pPr algn="l">
              <a:buNone/>
              <a:defRPr sz="2100" b="1">
                <a:solidFill>
                  <a:srgbClr val="627D98"/>
                </a:solidFill>
                <a:latin typeface="Helvetica Neue"/>
                <a:ea typeface="Helvetica Neue"/>
                <a:cs typeface="Helvetica Neue"/>
              </a:defRPr>
            </a:lvl4pPr>
            <a:lvl5pPr algn="l">
              <a:buNone/>
              <a:defRPr sz="2100" b="1">
                <a:solidFill>
                  <a:srgbClr val="627D98"/>
                </a:solidFill>
                <a:latin typeface="Helvetica Neue"/>
                <a:ea typeface="Helvetica Neue"/>
                <a:cs typeface="Helvetica Neue"/>
              </a:defRPr>
            </a:lvl5pPr>
            <a:lvl6pPr algn="l">
              <a:buNone/>
              <a:defRPr sz="2100" b="1">
                <a:solidFill>
                  <a:srgbClr val="627D98"/>
                </a:solidFill>
                <a:latin typeface="Helvetica Neue"/>
                <a:ea typeface="Helvetica Neue"/>
                <a:cs typeface="Helvetica Neue"/>
              </a:defRPr>
            </a:lvl6pPr>
            <a:lvl7pPr algn="l">
              <a:buNone/>
              <a:defRPr sz="2100" b="1">
                <a:solidFill>
                  <a:srgbClr val="627D98"/>
                </a:solidFill>
                <a:latin typeface="Helvetica Neue"/>
                <a:ea typeface="Helvetica Neue"/>
                <a:cs typeface="Helvetica Neue"/>
              </a:defRPr>
            </a:lvl7pPr>
            <a:lvl8pPr algn="l">
              <a:buNone/>
              <a:defRPr sz="2100" b="1">
                <a:solidFill>
                  <a:srgbClr val="627D98"/>
                </a:solidFill>
                <a:latin typeface="Helvetica Neue"/>
                <a:ea typeface="Helvetica Neue"/>
                <a:cs typeface="Helvetica Neue"/>
              </a:defRPr>
            </a:lvl8pPr>
            <a:lvl9pPr algn="l">
              <a:buNone/>
              <a:defRPr sz="2100" b="1">
                <a:solidFill>
                  <a:srgbClr val="627D98"/>
                </a:solidFill>
                <a:latin typeface="Helvetica Neue"/>
                <a:ea typeface="Helvetica Neue"/>
                <a:cs typeface="Helvetica Neue"/>
              </a:defRPr>
            </a:lvl9pPr>
          </a:lstStyle>
          <a:p>
            <a:pPr algn="l">
              <a:buNone/>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 core notebook</a:t>
            </a:r>
            <a:endParaRPr sz="2100" b="1">
              <a:solidFill>
                <a:srgbClr val="627D98"/>
              </a:solidFill>
              <a:latin typeface="Helvetica Neue"/>
              <a:ea typeface="Helvetica Neue"/>
              <a:cs typeface="Helvetica Neue"/>
            </a:endParaRPr>
          </a:p>
        </p:txBody>
      </p:sp>
      <p:sp>
        <p:nvSpPr>
          <p:cNvPr id="7" name="矩形 6"/>
          <p:cNvSpPr>
            <a:spLocks noGrp="1"/>
          </p:cNvSpPr>
          <p:nvPr/>
        </p:nvSpPr>
        <p:spPr>
          <a:xfrm>
            <a:off x="6477000" y="1266825"/>
            <a:ext cx="2762250" cy="419100"/>
          </a:xfrm>
          <a:prstGeom prst="rect">
            <a:avLst/>
          </a:prstGeom>
          <a:noFill/>
          <a:ln w="0">
            <a:noFill/>
          </a:ln>
        </p:spPr>
        <p:txBody>
          <a:bodyPr anchor="ctr">
            <a:noAutofit/>
          </a:bodyPr>
          <a:lstStyle>
            <a:defPPr algn="l">
              <a:defRPr sz="2100" b="1">
                <a:solidFill>
                  <a:srgbClr val="2F6BFF"/>
                </a:solidFill>
                <a:latin typeface="Helvetica Neue"/>
                <a:ea typeface="Helvetica Neue"/>
                <a:cs typeface="Helvetica Neue"/>
              </a:defRPr>
            </a:defPPr>
            <a:lvl1pPr algn="l">
              <a:buNone/>
              <a:defRPr sz="2100" b="1">
                <a:solidFill>
                  <a:srgbClr val="2F6BFF"/>
                </a:solidFill>
                <a:latin typeface="Helvetica Neue"/>
                <a:ea typeface="Helvetica Neue"/>
                <a:cs typeface="Helvetica Neue"/>
              </a:defRPr>
            </a:lvl1pPr>
            <a:lvl2pPr algn="l">
              <a:buNone/>
              <a:defRPr sz="2100" b="1">
                <a:solidFill>
                  <a:srgbClr val="2F6BFF"/>
                </a:solidFill>
                <a:latin typeface="Helvetica Neue"/>
                <a:ea typeface="Helvetica Neue"/>
                <a:cs typeface="Helvetica Neue"/>
              </a:defRPr>
            </a:lvl2pPr>
            <a:lvl3pPr algn="l">
              <a:buNone/>
              <a:defRPr sz="2100" b="1">
                <a:solidFill>
                  <a:srgbClr val="2F6BFF"/>
                </a:solidFill>
                <a:latin typeface="Helvetica Neue"/>
                <a:ea typeface="Helvetica Neue"/>
                <a:cs typeface="Helvetica Neue"/>
              </a:defRPr>
            </a:lvl3pPr>
            <a:lvl4pPr algn="l">
              <a:buNone/>
              <a:defRPr sz="2100" b="1">
                <a:solidFill>
                  <a:srgbClr val="2F6BFF"/>
                </a:solidFill>
                <a:latin typeface="Helvetica Neue"/>
                <a:ea typeface="Helvetica Neue"/>
                <a:cs typeface="Helvetica Neue"/>
              </a:defRPr>
            </a:lvl4pPr>
            <a:lvl5pPr algn="l">
              <a:buNone/>
              <a:defRPr sz="2100" b="1">
                <a:solidFill>
                  <a:srgbClr val="2F6BFF"/>
                </a:solidFill>
                <a:latin typeface="Helvetica Neue"/>
                <a:ea typeface="Helvetica Neue"/>
                <a:cs typeface="Helvetica Neue"/>
              </a:defRPr>
            </a:lvl5pPr>
            <a:lvl6pPr algn="l">
              <a:buNone/>
              <a:defRPr sz="2100" b="1">
                <a:solidFill>
                  <a:srgbClr val="2F6BFF"/>
                </a:solidFill>
                <a:latin typeface="Helvetica Neue"/>
                <a:ea typeface="Helvetica Neue"/>
                <a:cs typeface="Helvetica Neue"/>
              </a:defRPr>
            </a:lvl6pPr>
            <a:lvl7pPr algn="l">
              <a:buNone/>
              <a:defRPr sz="2100" b="1">
                <a:solidFill>
                  <a:srgbClr val="2F6BFF"/>
                </a:solidFill>
                <a:latin typeface="Helvetica Neue"/>
                <a:ea typeface="Helvetica Neue"/>
                <a:cs typeface="Helvetica Neue"/>
              </a:defRPr>
            </a:lvl7pPr>
            <a:lvl8pPr algn="l">
              <a:buNone/>
              <a:defRPr sz="2100" b="1">
                <a:solidFill>
                  <a:srgbClr val="2F6BFF"/>
                </a:solidFill>
                <a:latin typeface="Helvetica Neue"/>
                <a:ea typeface="Helvetica Neue"/>
                <a:cs typeface="Helvetica Neue"/>
              </a:defRPr>
            </a:lvl8pPr>
            <a:lvl9pPr algn="l">
              <a:buNone/>
              <a:defRPr sz="2100" b="1">
                <a:solidFill>
                  <a:srgbClr val="2F6BFF"/>
                </a:solidFill>
                <a:latin typeface="Helvetica Neue"/>
                <a:ea typeface="Helvetica Neue"/>
                <a:cs typeface="Helvetica Neue"/>
              </a:defRPr>
            </a:lvl9pPr>
          </a:lstStyle>
          <a:p>
            <a:pPr algn="l">
              <a:buNone/>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 evidence</a:t>
            </a:r>
            <a:endParaRPr sz="2100" b="1">
              <a:solidFill>
                <a:srgbClr val="2F6BFF"/>
              </a:solidFill>
              <a:latin typeface="Helvetica Neue"/>
              <a:ea typeface="Helvetica Neue"/>
              <a:cs typeface="Helvetica Neue"/>
            </a:endParaRPr>
          </a:p>
        </p:txBody>
      </p:sp>
      <p:sp>
        <p:nvSpPr>
          <p:cNvPr id="8" name="直接连接符 7"/>
          <p:cNvSpPr>
            <a:spLocks noGrp="1"/>
          </p:cNvSpPr>
          <p:nvPr/>
        </p:nvSpPr>
        <p:spPr>
          <a:xfrm>
            <a:off x="5905500" y="1276350"/>
            <a:ext cx="0" cy="4572000"/>
          </a:xfrm>
          <a:prstGeom prst="line">
            <a:avLst/>
          </a:prstGeom>
          <a:noFill/>
          <a:ln w="19050">
            <a:solidFill>
              <a:srgbClr val="D9E2EC"/>
            </a:solidFill>
          </a:ln>
        </p:spPr>
      </p:sp>
      <p:sp>
        <p:nvSpPr>
          <p:cNvPr id="9" name="矩形 8"/>
          <p:cNvSpPr>
            <a:spLocks noGrp="1"/>
          </p:cNvSpPr>
          <p:nvPr/>
        </p:nvSpPr>
        <p:spPr>
          <a:xfrm>
            <a:off x="413385" y="1857375"/>
            <a:ext cx="5467350" cy="3143250"/>
          </a:xfrm>
          <a:prstGeom prst="rect">
            <a:avLst/>
          </a:prstGeom>
          <a:noFill/>
          <a:ln w="0">
            <a:noFill/>
          </a:ln>
        </p:spPr>
        <p:txBody>
          <a:bodyPr>
            <a:noAutofit/>
          </a:bodyPr>
          <a:lstStyle>
            <a:defPPr>
              <a:defRPr sz="1725">
                <a:solidFill>
                  <a:srgbClr val="627D98"/>
                </a:solidFill>
                <a:latin typeface="Helvetica Neue"/>
                <a:ea typeface="Helvetica Neue"/>
                <a:cs typeface="Helvetica Neue"/>
              </a:defRPr>
            </a:defPPr>
            <a:lvl1pPr>
              <a:buNone/>
              <a:defRPr sz="1725">
                <a:solidFill>
                  <a:srgbClr val="627D98"/>
                </a:solidFill>
                <a:latin typeface="Helvetica Neue"/>
                <a:ea typeface="Helvetica Neue"/>
                <a:cs typeface="Helvetica Neue"/>
              </a:defRPr>
            </a:lvl1pPr>
            <a:lvl2pPr>
              <a:buNone/>
              <a:defRPr sz="1725">
                <a:solidFill>
                  <a:srgbClr val="627D98"/>
                </a:solidFill>
                <a:latin typeface="Helvetica Neue"/>
                <a:ea typeface="Helvetica Neue"/>
                <a:cs typeface="Helvetica Neue"/>
              </a:defRPr>
            </a:lvl2pPr>
            <a:lvl3pPr>
              <a:buNone/>
              <a:defRPr sz="1725">
                <a:solidFill>
                  <a:srgbClr val="627D98"/>
                </a:solidFill>
                <a:latin typeface="Helvetica Neue"/>
                <a:ea typeface="Helvetica Neue"/>
                <a:cs typeface="Helvetica Neue"/>
              </a:defRPr>
            </a:lvl3pPr>
            <a:lvl4pPr>
              <a:buNone/>
              <a:defRPr sz="1725">
                <a:solidFill>
                  <a:srgbClr val="627D98"/>
                </a:solidFill>
                <a:latin typeface="Helvetica Neue"/>
                <a:ea typeface="Helvetica Neue"/>
                <a:cs typeface="Helvetica Neue"/>
              </a:defRPr>
            </a:lvl4pPr>
            <a:lvl5pPr>
              <a:buNone/>
              <a:defRPr sz="1725">
                <a:solidFill>
                  <a:srgbClr val="627D98"/>
                </a:solidFill>
                <a:latin typeface="Helvetica Neue"/>
                <a:ea typeface="Helvetica Neue"/>
                <a:cs typeface="Helvetica Neue"/>
              </a:defRPr>
            </a:lvl5pPr>
            <a:lvl6pPr>
              <a:buNone/>
              <a:defRPr sz="1725">
                <a:solidFill>
                  <a:srgbClr val="627D98"/>
                </a:solidFill>
                <a:latin typeface="Helvetica Neue"/>
                <a:ea typeface="Helvetica Neue"/>
                <a:cs typeface="Helvetica Neue"/>
              </a:defRPr>
            </a:lvl6pPr>
            <a:lvl7pPr>
              <a:buNone/>
              <a:defRPr sz="1725">
                <a:solidFill>
                  <a:srgbClr val="627D98"/>
                </a:solidFill>
                <a:latin typeface="Helvetica Neue"/>
                <a:ea typeface="Helvetica Neue"/>
                <a:cs typeface="Helvetica Neue"/>
              </a:defRPr>
            </a:lvl7pPr>
            <a:lvl8pPr>
              <a:buNone/>
              <a:defRPr sz="1725">
                <a:solidFill>
                  <a:srgbClr val="627D98"/>
                </a:solidFill>
                <a:latin typeface="Helvetica Neue"/>
                <a:ea typeface="Helvetica Neue"/>
                <a:cs typeface="Helvetica Neue"/>
              </a:defRPr>
            </a:lvl8pPr>
            <a:lvl9pPr>
              <a:buNone/>
              <a:defRPr sz="1725">
                <a:solidFill>
                  <a:srgbClr val="627D98"/>
                </a:solidFill>
                <a:latin typeface="Helvetica Neue"/>
                <a:ea typeface="Helvetica Neue"/>
                <a:cs typeface="Helvetica Neue"/>
              </a:defRPr>
            </a:lvl9pPr>
          </a:lstStyle>
          <a:p>
            <a:pPr marL="228600" indent="-114300" algn="l">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32 synthetic trajectories, 16 artificial IDs</a:t>
            </a:r>
            <a:endParaRPr sz="1725">
              <a:solidFill>
                <a:srgbClr val="627D98"/>
              </a:solidFill>
              <a:latin typeface="Helvetica Neue"/>
              <a:ea typeface="Helvetica Neue"/>
              <a:cs typeface="Helvetica Neue"/>
            </a:endParaRPr>
          </a:p>
          <a:p>
            <a:pPr marL="114300" indent="0" algn="l">
              <a:spcAft>
                <a:spcPts val="1600"/>
              </a:spcAft>
              <a:defRPr sz="1725">
                <a:solidFill>
                  <a:srgbClr val="627D98"/>
                </a:solidFill>
                <a:latin typeface="Helvetica Neue"/>
                <a:ea typeface="Helvetica Neue"/>
                <a:cs typeface="Helvetica Neue"/>
              </a:defRPr>
            </a:pPr>
            <a:endParaRPr sz="1725">
              <a:solidFill>
                <a:srgbClr val="627D98"/>
              </a:solidFill>
              <a:latin typeface="Helvetica Neue"/>
              <a:ea typeface="Helvetica Neue"/>
              <a:cs typeface="Helvetica Neue"/>
            </a:endParaRPr>
          </a:p>
          <a:p>
            <a:pPr marL="228600" indent="-114300" algn="l">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2 public videos for preprocessing</a:t>
            </a:r>
            <a:endParaRPr sz="1725">
              <a:solidFill>
                <a:srgbClr val="627D98"/>
              </a:solidFill>
              <a:latin typeface="Helvetica Neue"/>
              <a:ea typeface="Helvetica Neue"/>
              <a:cs typeface="Helvetica Neue"/>
            </a:endParaRPr>
          </a:p>
          <a:p>
            <a:pPr marL="114300" indent="0" algn="l">
              <a:spcAft>
                <a:spcPts val="1600"/>
              </a:spcAft>
              <a:defRPr sz="1725">
                <a:solidFill>
                  <a:srgbClr val="627D98"/>
                </a:solidFill>
                <a:latin typeface="Helvetica Neue"/>
                <a:ea typeface="Helvetica Neue"/>
                <a:cs typeface="Helvetica Neue"/>
              </a:defRPr>
            </a:pPr>
            <a:endParaRPr sz="1725">
              <a:solidFill>
                <a:srgbClr val="627D98"/>
              </a:solidFill>
              <a:latin typeface="Helvetica Neue"/>
              <a:ea typeface="Helvetica Neue"/>
              <a:cs typeface="Helvetica Neue"/>
            </a:endParaRPr>
          </a:p>
          <a:p>
            <a:pPr marL="228600" indent="-114300" algn="l">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real-video accuracy measured</a:t>
            </a:r>
            <a:endParaRPr sz="1725">
              <a:solidFill>
                <a:srgbClr val="627D98"/>
              </a:solidFill>
              <a:latin typeface="Helvetica Neue"/>
              <a:ea typeface="Helvetica Neue"/>
              <a:cs typeface="Helvetica Neue"/>
            </a:endParaRPr>
          </a:p>
          <a:p>
            <a:pPr marL="114300" indent="0" algn="l">
              <a:spcAft>
                <a:spcPts val="1600"/>
              </a:spcAft>
              <a:defRPr sz="1725">
                <a:solidFill>
                  <a:srgbClr val="627D98"/>
                </a:solidFill>
                <a:latin typeface="Helvetica Neue"/>
                <a:ea typeface="Helvetica Neue"/>
                <a:cs typeface="Helvetica Neue"/>
              </a:defRPr>
            </a:pPr>
            <a:endParaRPr sz="1725">
              <a:solidFill>
                <a:srgbClr val="627D98"/>
              </a:solidFill>
              <a:latin typeface="Helvetica Neue"/>
              <a:ea typeface="Helvetica Neue"/>
              <a:cs typeface="Helvetica Neue"/>
            </a:endParaRPr>
          </a:p>
          <a:p>
            <a:pPr marL="228600" indent="-114300" algn="l">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endParaRPr sz="1725">
              <a:solidFill>
                <a:srgbClr val="627D98"/>
              </a:solidFill>
              <a:latin typeface="Helvetica Neue"/>
              <a:ea typeface="Helvetica Neue"/>
              <a:cs typeface="Helvetica Neue"/>
            </a:endParaRPr>
          </a:p>
        </p:txBody>
      </p:sp>
      <p:sp>
        <p:nvSpPr>
          <p:cNvPr id="10" name="矩形 9"/>
          <p:cNvSpPr>
            <a:spLocks noGrp="1"/>
          </p:cNvSpPr>
          <p:nvPr/>
        </p:nvSpPr>
        <p:spPr>
          <a:xfrm>
            <a:off x="6477000" y="1857375"/>
            <a:ext cx="2095500" cy="571500"/>
          </a:xfrm>
          <a:prstGeom prst="rect">
            <a:avLst/>
          </a:prstGeom>
          <a:noFill/>
          <a:ln w="0">
            <a:noFill/>
          </a:ln>
        </p:spPr>
        <p:txBody>
          <a:bodyPr anchor="ctr">
            <a:noAutofit/>
          </a:bodyPr>
          <a:lstStyle>
            <a:defPPr algn="l">
              <a:defRPr sz="2850" b="1">
                <a:solidFill>
                  <a:srgbClr val="2F6BFF"/>
                </a:solidFill>
                <a:latin typeface="Helvetica Neue"/>
                <a:ea typeface="Helvetica Neue"/>
                <a:cs typeface="Helvetica Neue"/>
              </a:defRPr>
            </a:defPPr>
            <a:lvl1pPr algn="l">
              <a:buNone/>
              <a:defRPr sz="2850" b="1">
                <a:solidFill>
                  <a:srgbClr val="2F6BFF"/>
                </a:solidFill>
                <a:latin typeface="Helvetica Neue"/>
                <a:ea typeface="Helvetica Neue"/>
                <a:cs typeface="Helvetica Neue"/>
              </a:defRPr>
            </a:lvl1pPr>
            <a:lvl2pPr algn="l">
              <a:buNone/>
              <a:defRPr sz="2850" b="1">
                <a:solidFill>
                  <a:srgbClr val="2F6BFF"/>
                </a:solidFill>
                <a:latin typeface="Helvetica Neue"/>
                <a:ea typeface="Helvetica Neue"/>
                <a:cs typeface="Helvetica Neue"/>
              </a:defRPr>
            </a:lvl2pPr>
            <a:lvl3pPr algn="l">
              <a:buNone/>
              <a:defRPr sz="2850" b="1">
                <a:solidFill>
                  <a:srgbClr val="2F6BFF"/>
                </a:solidFill>
                <a:latin typeface="Helvetica Neue"/>
                <a:ea typeface="Helvetica Neue"/>
                <a:cs typeface="Helvetica Neue"/>
              </a:defRPr>
            </a:lvl3pPr>
            <a:lvl4pPr algn="l">
              <a:buNone/>
              <a:defRPr sz="2850" b="1">
                <a:solidFill>
                  <a:srgbClr val="2F6BFF"/>
                </a:solidFill>
                <a:latin typeface="Helvetica Neue"/>
                <a:ea typeface="Helvetica Neue"/>
                <a:cs typeface="Helvetica Neue"/>
              </a:defRPr>
            </a:lvl4pPr>
            <a:lvl5pPr algn="l">
              <a:buNone/>
              <a:defRPr sz="2850" b="1">
                <a:solidFill>
                  <a:srgbClr val="2F6BFF"/>
                </a:solidFill>
                <a:latin typeface="Helvetica Neue"/>
                <a:ea typeface="Helvetica Neue"/>
                <a:cs typeface="Helvetica Neue"/>
              </a:defRPr>
            </a:lvl5pPr>
            <a:lvl6pPr algn="l">
              <a:buNone/>
              <a:defRPr sz="2850" b="1">
                <a:solidFill>
                  <a:srgbClr val="2F6BFF"/>
                </a:solidFill>
                <a:latin typeface="Helvetica Neue"/>
                <a:ea typeface="Helvetica Neue"/>
                <a:cs typeface="Helvetica Neue"/>
              </a:defRPr>
            </a:lvl6pPr>
            <a:lvl7pPr algn="l">
              <a:buNone/>
              <a:defRPr sz="2850" b="1">
                <a:solidFill>
                  <a:srgbClr val="2F6BFF"/>
                </a:solidFill>
                <a:latin typeface="Helvetica Neue"/>
                <a:ea typeface="Helvetica Neue"/>
                <a:cs typeface="Helvetica Neue"/>
              </a:defRPr>
            </a:lvl7pPr>
            <a:lvl8pPr algn="l">
              <a:buNone/>
              <a:defRPr sz="2850" b="1">
                <a:solidFill>
                  <a:srgbClr val="2F6BFF"/>
                </a:solidFill>
                <a:latin typeface="Helvetica Neue"/>
                <a:ea typeface="Helvetica Neue"/>
                <a:cs typeface="Helvetica Neue"/>
              </a:defRPr>
            </a:lvl8pPr>
            <a:lvl9pPr algn="l">
              <a:buNone/>
              <a:defRPr sz="2850" b="1">
                <a:solidFill>
                  <a:srgbClr val="2F6BFF"/>
                </a:solidFill>
                <a:latin typeface="Helvetica Neue"/>
                <a:ea typeface="Helvetica Neue"/>
                <a:cs typeface="Helvetica Neue"/>
              </a:defRPr>
            </a:lvl9pPr>
          </a:lstStyle>
          <a:p>
            <a:pPr algn="ctr">
              <a:buNone/>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72/72</a:t>
            </a:r>
            <a:endParaRPr sz="2850" b="1">
              <a:solidFill>
                <a:srgbClr val="2F6BFF"/>
              </a:solidFill>
              <a:latin typeface="Helvetica Neue"/>
              <a:ea typeface="Helvetica Neue"/>
              <a:cs typeface="Helvetica Neue"/>
            </a:endParaRPr>
          </a:p>
        </p:txBody>
      </p:sp>
      <p:sp>
        <p:nvSpPr>
          <p:cNvPr id="11" name="矩形 10"/>
          <p:cNvSpPr>
            <a:spLocks noGrp="1"/>
          </p:cNvSpPr>
          <p:nvPr/>
        </p:nvSpPr>
        <p:spPr>
          <a:xfrm>
            <a:off x="6312535" y="2466975"/>
            <a:ext cx="2432685" cy="400050"/>
          </a:xfrm>
          <a:prstGeom prst="rect">
            <a:avLst/>
          </a:prstGeom>
          <a:noFill/>
          <a:ln w="0">
            <a:noFill/>
          </a:ln>
        </p:spPr>
        <p:txBody>
          <a:bodyPr anchor="t">
            <a:noAutofit/>
          </a:bodyPr>
          <a:lstStyle>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a:pPr algn="l">
              <a:buNone/>
              <a:defRPr sz="1350"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clips with valid landmarks</a:t>
            </a:r>
            <a:endParaRPr sz="1275" b="0">
              <a:solidFill>
                <a:srgbClr val="243B53"/>
              </a:solidFill>
              <a:latin typeface="Helvetica Neue"/>
              <a:ea typeface="Helvetica Neue"/>
              <a:cs typeface="Helvetica Neue"/>
            </a:endParaRPr>
          </a:p>
        </p:txBody>
      </p:sp>
      <p:sp>
        <p:nvSpPr>
          <p:cNvPr id="12" name="矩形 11"/>
          <p:cNvSpPr>
            <a:spLocks noGrp="1"/>
          </p:cNvSpPr>
          <p:nvPr/>
        </p:nvSpPr>
        <p:spPr>
          <a:xfrm>
            <a:off x="9048750" y="1857375"/>
            <a:ext cx="2095500" cy="571500"/>
          </a:xfrm>
          <a:prstGeom prst="rect">
            <a:avLst/>
          </a:prstGeom>
          <a:noFill/>
          <a:ln w="0">
            <a:noFill/>
          </a:ln>
        </p:spPr>
        <p:txBody>
          <a:bodyPr anchor="ctr">
            <a:noAutofit/>
          </a:bodyPr>
          <a:lstStyle>
            <a:defPPr algn="l">
              <a:defRPr sz="2850" b="1">
                <a:solidFill>
                  <a:srgbClr val="159E9C"/>
                </a:solidFill>
                <a:latin typeface="Helvetica Neue"/>
                <a:ea typeface="Helvetica Neue"/>
                <a:cs typeface="Helvetica Neue"/>
              </a:defRPr>
            </a:defPPr>
            <a:lvl1pPr algn="l">
              <a:buNone/>
              <a:defRPr sz="2850" b="1">
                <a:solidFill>
                  <a:srgbClr val="159E9C"/>
                </a:solidFill>
                <a:latin typeface="Helvetica Neue"/>
                <a:ea typeface="Helvetica Neue"/>
                <a:cs typeface="Helvetica Neue"/>
              </a:defRPr>
            </a:lvl1pPr>
            <a:lvl2pPr algn="l">
              <a:buNone/>
              <a:defRPr sz="2850" b="1">
                <a:solidFill>
                  <a:srgbClr val="159E9C"/>
                </a:solidFill>
                <a:latin typeface="Helvetica Neue"/>
                <a:ea typeface="Helvetica Neue"/>
                <a:cs typeface="Helvetica Neue"/>
              </a:defRPr>
            </a:lvl2pPr>
            <a:lvl3pPr algn="l">
              <a:buNone/>
              <a:defRPr sz="2850" b="1">
                <a:solidFill>
                  <a:srgbClr val="159E9C"/>
                </a:solidFill>
                <a:latin typeface="Helvetica Neue"/>
                <a:ea typeface="Helvetica Neue"/>
                <a:cs typeface="Helvetica Neue"/>
              </a:defRPr>
            </a:lvl3pPr>
            <a:lvl4pPr algn="l">
              <a:buNone/>
              <a:defRPr sz="2850" b="1">
                <a:solidFill>
                  <a:srgbClr val="159E9C"/>
                </a:solidFill>
                <a:latin typeface="Helvetica Neue"/>
                <a:ea typeface="Helvetica Neue"/>
                <a:cs typeface="Helvetica Neue"/>
              </a:defRPr>
            </a:lvl4pPr>
            <a:lvl5pPr algn="l">
              <a:buNone/>
              <a:defRPr sz="2850" b="1">
                <a:solidFill>
                  <a:srgbClr val="159E9C"/>
                </a:solidFill>
                <a:latin typeface="Helvetica Neue"/>
                <a:ea typeface="Helvetica Neue"/>
                <a:cs typeface="Helvetica Neue"/>
              </a:defRPr>
            </a:lvl5pPr>
            <a:lvl6pPr algn="l">
              <a:buNone/>
              <a:defRPr sz="2850" b="1">
                <a:solidFill>
                  <a:srgbClr val="159E9C"/>
                </a:solidFill>
                <a:latin typeface="Helvetica Neue"/>
                <a:ea typeface="Helvetica Neue"/>
                <a:cs typeface="Helvetica Neue"/>
              </a:defRPr>
            </a:lvl6pPr>
            <a:lvl7pPr algn="l">
              <a:buNone/>
              <a:defRPr sz="2850" b="1">
                <a:solidFill>
                  <a:srgbClr val="159E9C"/>
                </a:solidFill>
                <a:latin typeface="Helvetica Neue"/>
                <a:ea typeface="Helvetica Neue"/>
                <a:cs typeface="Helvetica Neue"/>
              </a:defRPr>
            </a:lvl7pPr>
            <a:lvl8pPr algn="l">
              <a:buNone/>
              <a:defRPr sz="2850" b="1">
                <a:solidFill>
                  <a:srgbClr val="159E9C"/>
                </a:solidFill>
                <a:latin typeface="Helvetica Neue"/>
                <a:ea typeface="Helvetica Neue"/>
                <a:cs typeface="Helvetica Neue"/>
              </a:defRPr>
            </a:lvl8pPr>
            <a:lvl9pPr algn="l">
              <a:buNone/>
              <a:defRPr sz="2850" b="1">
                <a:solidFill>
                  <a:srgbClr val="159E9C"/>
                </a:solidFill>
                <a:latin typeface="Helvetica Neue"/>
                <a:ea typeface="Helvetica Neue"/>
                <a:cs typeface="Helvetica Neue"/>
              </a:defRPr>
            </a:lvl9pPr>
          </a:lstStyle>
          <a:p>
            <a:pPr algn="ctr">
              <a:buNone/>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36/18/18</a:t>
            </a:r>
            <a:endParaRPr sz="2850" b="1">
              <a:solidFill>
                <a:srgbClr val="159E9C"/>
              </a:solidFill>
              <a:latin typeface="Helvetica Neue"/>
              <a:ea typeface="Helvetica Neue"/>
              <a:cs typeface="Helvetica Neue"/>
            </a:endParaRPr>
          </a:p>
        </p:txBody>
      </p:sp>
      <p:sp>
        <p:nvSpPr>
          <p:cNvPr id="13" name="矩形 12"/>
          <p:cNvSpPr>
            <a:spLocks noGrp="1"/>
          </p:cNvSpPr>
          <p:nvPr/>
        </p:nvSpPr>
        <p:spPr>
          <a:xfrm>
            <a:off x="9048750" y="2466975"/>
            <a:ext cx="2714625" cy="400050"/>
          </a:xfrm>
          <a:prstGeom prst="rect">
            <a:avLst/>
          </a:prstGeom>
          <a:noFill/>
          <a:ln w="0">
            <a:noFill/>
          </a:ln>
        </p:spPr>
        <p:txBody>
          <a:bodyPr anchor="t">
            <a:noAutofit/>
          </a:bodyPr>
          <a:lstStyle>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a:pPr algn="ctr">
              <a:buNone/>
              <a:defRPr sz="1350"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split: train/val/test</a:t>
            </a:r>
            <a:endParaRPr sz="1275" b="0">
              <a:solidFill>
                <a:srgbClr val="243B53"/>
              </a:solidFill>
              <a:latin typeface="Helvetica Neue"/>
              <a:ea typeface="Helvetica Neue"/>
              <a:cs typeface="Helvetica Neue"/>
            </a:endParaRPr>
          </a:p>
        </p:txBody>
      </p:sp>
      <p:sp>
        <p:nvSpPr>
          <p:cNvPr id="14" name="矩形 13"/>
          <p:cNvSpPr>
            <a:spLocks noGrp="1"/>
          </p:cNvSpPr>
          <p:nvPr/>
        </p:nvSpPr>
        <p:spPr>
          <a:xfrm>
            <a:off x="6477000" y="3571875"/>
            <a:ext cx="2095500" cy="571500"/>
          </a:xfrm>
          <a:prstGeom prst="rect">
            <a:avLst/>
          </a:prstGeom>
          <a:noFill/>
          <a:ln w="0">
            <a:noFill/>
          </a:ln>
        </p:spPr>
        <p:txBody>
          <a:bodyPr anchor="ctr">
            <a:noAutofit/>
          </a:bodyPr>
          <a:lstStyle>
            <a:defPPr algn="l">
              <a:defRPr sz="2850" b="1">
                <a:solidFill>
                  <a:srgbClr val="E67E22"/>
                </a:solidFill>
                <a:latin typeface="Helvetica Neue"/>
                <a:ea typeface="Helvetica Neue"/>
                <a:cs typeface="Helvetica Neue"/>
              </a:defRPr>
            </a:defPPr>
            <a:lvl1pPr algn="l">
              <a:buNone/>
              <a:defRPr sz="2850" b="1">
                <a:solidFill>
                  <a:srgbClr val="E67E22"/>
                </a:solidFill>
                <a:latin typeface="Helvetica Neue"/>
                <a:ea typeface="Helvetica Neue"/>
                <a:cs typeface="Helvetica Neue"/>
              </a:defRPr>
            </a:lvl1pPr>
            <a:lvl2pPr algn="l">
              <a:buNone/>
              <a:defRPr sz="2850" b="1">
                <a:solidFill>
                  <a:srgbClr val="E67E22"/>
                </a:solidFill>
                <a:latin typeface="Helvetica Neue"/>
                <a:ea typeface="Helvetica Neue"/>
                <a:cs typeface="Helvetica Neue"/>
              </a:defRPr>
            </a:lvl2pPr>
            <a:lvl3pPr algn="l">
              <a:buNone/>
              <a:defRPr sz="2850" b="1">
                <a:solidFill>
                  <a:srgbClr val="E67E22"/>
                </a:solidFill>
                <a:latin typeface="Helvetica Neue"/>
                <a:ea typeface="Helvetica Neue"/>
                <a:cs typeface="Helvetica Neue"/>
              </a:defRPr>
            </a:lvl3pPr>
            <a:lvl4pPr algn="l">
              <a:buNone/>
              <a:defRPr sz="2850" b="1">
                <a:solidFill>
                  <a:srgbClr val="E67E22"/>
                </a:solidFill>
                <a:latin typeface="Helvetica Neue"/>
                <a:ea typeface="Helvetica Neue"/>
                <a:cs typeface="Helvetica Neue"/>
              </a:defRPr>
            </a:lvl4pPr>
            <a:lvl5pPr algn="l">
              <a:buNone/>
              <a:defRPr sz="2850" b="1">
                <a:solidFill>
                  <a:srgbClr val="E67E22"/>
                </a:solidFill>
                <a:latin typeface="Helvetica Neue"/>
                <a:ea typeface="Helvetica Neue"/>
                <a:cs typeface="Helvetica Neue"/>
              </a:defRPr>
            </a:lvl5pPr>
            <a:lvl6pPr algn="l">
              <a:buNone/>
              <a:defRPr sz="2850" b="1">
                <a:solidFill>
                  <a:srgbClr val="E67E22"/>
                </a:solidFill>
                <a:latin typeface="Helvetica Neue"/>
                <a:ea typeface="Helvetica Neue"/>
                <a:cs typeface="Helvetica Neue"/>
              </a:defRPr>
            </a:lvl6pPr>
            <a:lvl7pPr algn="l">
              <a:buNone/>
              <a:defRPr sz="2850" b="1">
                <a:solidFill>
                  <a:srgbClr val="E67E22"/>
                </a:solidFill>
                <a:latin typeface="Helvetica Neue"/>
                <a:ea typeface="Helvetica Neue"/>
                <a:cs typeface="Helvetica Neue"/>
              </a:defRPr>
            </a:lvl7pPr>
            <a:lvl8pPr algn="l">
              <a:buNone/>
              <a:defRPr sz="2850" b="1">
                <a:solidFill>
                  <a:srgbClr val="E67E22"/>
                </a:solidFill>
                <a:latin typeface="Helvetica Neue"/>
                <a:ea typeface="Helvetica Neue"/>
                <a:cs typeface="Helvetica Neue"/>
              </a:defRPr>
            </a:lvl8pPr>
            <a:lvl9pPr algn="l">
              <a:buNone/>
              <a:defRPr sz="2850" b="1">
                <a:solidFill>
                  <a:srgbClr val="E67E22"/>
                </a:solidFill>
                <a:latin typeface="Helvetica Neue"/>
                <a:ea typeface="Helvetica Neue"/>
                <a:cs typeface="Helvetica Neue"/>
              </a:defRPr>
            </a:lvl9pPr>
          </a:lstStyle>
          <a:p>
            <a:pPr algn="ctr">
              <a:buNone/>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46</a:t>
            </a:r>
            <a:endParaRPr sz="2850" b="1">
              <a:solidFill>
                <a:srgbClr val="E67E22"/>
              </a:solidFill>
              <a:latin typeface="Helvetica Neue"/>
              <a:ea typeface="Helvetica Neue"/>
              <a:cs typeface="Helvetica Neue"/>
            </a:endParaRPr>
          </a:p>
        </p:txBody>
      </p:sp>
      <p:sp>
        <p:nvSpPr>
          <p:cNvPr id="15" name="矩形 14"/>
          <p:cNvSpPr>
            <a:spLocks noGrp="1"/>
          </p:cNvSpPr>
          <p:nvPr/>
        </p:nvSpPr>
        <p:spPr>
          <a:xfrm>
            <a:off x="6171565" y="4181475"/>
            <a:ext cx="2714625" cy="400050"/>
          </a:xfrm>
          <a:prstGeom prst="rect">
            <a:avLst/>
          </a:prstGeom>
          <a:noFill/>
          <a:ln w="0">
            <a:noFill/>
          </a:ln>
        </p:spPr>
        <p:txBody>
          <a:bodyPr anchor="t">
            <a:noAutofit/>
          </a:bodyPr>
          <a:lstStyle>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a:pPr algn="ctr">
              <a:buNone/>
              <a:defRPr sz="1350"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software regression tests</a:t>
            </a:r>
            <a:endParaRPr sz="1275" b="0">
              <a:solidFill>
                <a:srgbClr val="243B53"/>
              </a:solidFill>
              <a:latin typeface="Helvetica Neue"/>
              <a:ea typeface="Helvetica Neue"/>
              <a:cs typeface="Helvetica Neue"/>
            </a:endParaRPr>
          </a:p>
        </p:txBody>
      </p:sp>
      <p:sp>
        <p:nvSpPr>
          <p:cNvPr id="16" name="矩形 15"/>
          <p:cNvSpPr>
            <a:spLocks noGrp="1"/>
          </p:cNvSpPr>
          <p:nvPr/>
        </p:nvSpPr>
        <p:spPr>
          <a:xfrm>
            <a:off x="9048750" y="3571875"/>
            <a:ext cx="2095500" cy="571500"/>
          </a:xfrm>
          <a:prstGeom prst="rect">
            <a:avLst/>
          </a:prstGeom>
          <a:noFill/>
          <a:ln w="0">
            <a:noFill/>
          </a:ln>
        </p:spPr>
        <p:txBody>
          <a:bodyPr anchor="ctr">
            <a:noAutofit/>
          </a:bodyPr>
          <a:lstStyle>
            <a:defPPr algn="l">
              <a:defRPr sz="2850" b="1">
                <a:solidFill>
                  <a:srgbClr val="D64545"/>
                </a:solidFill>
                <a:latin typeface="Helvetica Neue"/>
                <a:ea typeface="Helvetica Neue"/>
                <a:cs typeface="Helvetica Neue"/>
              </a:defRPr>
            </a:defPPr>
            <a:lvl1pPr algn="l">
              <a:buNone/>
              <a:defRPr sz="2850" b="1">
                <a:solidFill>
                  <a:srgbClr val="D64545"/>
                </a:solidFill>
                <a:latin typeface="Helvetica Neue"/>
                <a:ea typeface="Helvetica Neue"/>
                <a:cs typeface="Helvetica Neue"/>
              </a:defRPr>
            </a:lvl1pPr>
            <a:lvl2pPr algn="l">
              <a:buNone/>
              <a:defRPr sz="2850" b="1">
                <a:solidFill>
                  <a:srgbClr val="D64545"/>
                </a:solidFill>
                <a:latin typeface="Helvetica Neue"/>
                <a:ea typeface="Helvetica Neue"/>
                <a:cs typeface="Helvetica Neue"/>
              </a:defRPr>
            </a:lvl2pPr>
            <a:lvl3pPr algn="l">
              <a:buNone/>
              <a:defRPr sz="2850" b="1">
                <a:solidFill>
                  <a:srgbClr val="D64545"/>
                </a:solidFill>
                <a:latin typeface="Helvetica Neue"/>
                <a:ea typeface="Helvetica Neue"/>
                <a:cs typeface="Helvetica Neue"/>
              </a:defRPr>
            </a:lvl3pPr>
            <a:lvl4pPr algn="l">
              <a:buNone/>
              <a:defRPr sz="2850" b="1">
                <a:solidFill>
                  <a:srgbClr val="D64545"/>
                </a:solidFill>
                <a:latin typeface="Helvetica Neue"/>
                <a:ea typeface="Helvetica Neue"/>
                <a:cs typeface="Helvetica Neue"/>
              </a:defRPr>
            </a:lvl4pPr>
            <a:lvl5pPr algn="l">
              <a:buNone/>
              <a:defRPr sz="2850" b="1">
                <a:solidFill>
                  <a:srgbClr val="D64545"/>
                </a:solidFill>
                <a:latin typeface="Helvetica Neue"/>
                <a:ea typeface="Helvetica Neue"/>
                <a:cs typeface="Helvetica Neue"/>
              </a:defRPr>
            </a:lvl5pPr>
            <a:lvl6pPr algn="l">
              <a:buNone/>
              <a:defRPr sz="2850" b="1">
                <a:solidFill>
                  <a:srgbClr val="D64545"/>
                </a:solidFill>
                <a:latin typeface="Helvetica Neue"/>
                <a:ea typeface="Helvetica Neue"/>
                <a:cs typeface="Helvetica Neue"/>
              </a:defRPr>
            </a:lvl6pPr>
            <a:lvl7pPr algn="l">
              <a:buNone/>
              <a:defRPr sz="2850" b="1">
                <a:solidFill>
                  <a:srgbClr val="D64545"/>
                </a:solidFill>
                <a:latin typeface="Helvetica Neue"/>
                <a:ea typeface="Helvetica Neue"/>
                <a:cs typeface="Helvetica Neue"/>
              </a:defRPr>
            </a:lvl7pPr>
            <a:lvl8pPr algn="l">
              <a:buNone/>
              <a:defRPr sz="2850" b="1">
                <a:solidFill>
                  <a:srgbClr val="D64545"/>
                </a:solidFill>
                <a:latin typeface="Helvetica Neue"/>
                <a:ea typeface="Helvetica Neue"/>
                <a:cs typeface="Helvetica Neue"/>
              </a:defRPr>
            </a:lvl8pPr>
            <a:lvl9pPr algn="l">
              <a:buNone/>
              <a:defRPr sz="2850" b="1">
                <a:solidFill>
                  <a:srgbClr val="D64545"/>
                </a:solidFill>
                <a:latin typeface="Helvetica Neue"/>
                <a:ea typeface="Helvetica Neue"/>
                <a:cs typeface="Helvetica Neue"/>
              </a:defRPr>
            </a:lvl9pPr>
          </a:lstStyle>
          <a:p>
            <a:pPr algn="ctr">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endParaRPr sz="2850" b="1">
              <a:solidFill>
                <a:srgbClr val="D64545"/>
              </a:solidFill>
              <a:latin typeface="Helvetica Neue"/>
              <a:ea typeface="Helvetica Neue"/>
              <a:cs typeface="Helvetica Neue"/>
            </a:endParaRPr>
          </a:p>
        </p:txBody>
      </p:sp>
      <p:sp>
        <p:nvSpPr>
          <p:cNvPr id="17" name="矩形 16"/>
          <p:cNvSpPr>
            <a:spLocks noGrp="1"/>
          </p:cNvSpPr>
          <p:nvPr/>
        </p:nvSpPr>
        <p:spPr>
          <a:xfrm>
            <a:off x="8886190" y="4181475"/>
            <a:ext cx="2667000" cy="400050"/>
          </a:xfrm>
          <a:prstGeom prst="rect">
            <a:avLst/>
          </a:prstGeom>
          <a:noFill/>
          <a:ln w="0">
            <a:noFill/>
          </a:ln>
        </p:spPr>
        <p:txBody>
          <a:bodyPr anchor="t">
            <a:noAutofit/>
          </a:bodyPr>
          <a:lstStyle>
            <a:defPPr algn="l">
              <a:defRPr sz="1350" b="0">
                <a:solidFill>
                  <a:srgbClr val="243B53"/>
                </a:solidFill>
                <a:latin typeface="Helvetica Neue"/>
                <a:ea typeface="Helvetica Neue"/>
                <a:cs typeface="Helvetica Neue"/>
              </a:defRPr>
            </a:defPPr>
            <a:lvl1pPr algn="l">
              <a:buNone/>
              <a:defRPr sz="1350" b="0">
                <a:solidFill>
                  <a:srgbClr val="243B53"/>
                </a:solidFill>
                <a:latin typeface="Helvetica Neue"/>
                <a:ea typeface="Helvetica Neue"/>
                <a:cs typeface="Helvetica Neue"/>
              </a:defRPr>
            </a:lvl1pPr>
            <a:lvl2pPr algn="l">
              <a:buNone/>
              <a:defRPr sz="1350" b="0">
                <a:solidFill>
                  <a:srgbClr val="243B53"/>
                </a:solidFill>
                <a:latin typeface="Helvetica Neue"/>
                <a:ea typeface="Helvetica Neue"/>
                <a:cs typeface="Helvetica Neue"/>
              </a:defRPr>
            </a:lvl2pPr>
            <a:lvl3pPr algn="l">
              <a:buNone/>
              <a:defRPr sz="1350" b="0">
                <a:solidFill>
                  <a:srgbClr val="243B53"/>
                </a:solidFill>
                <a:latin typeface="Helvetica Neue"/>
                <a:ea typeface="Helvetica Neue"/>
                <a:cs typeface="Helvetica Neue"/>
              </a:defRPr>
            </a:lvl3pPr>
            <a:lvl4pPr algn="l">
              <a:buNone/>
              <a:defRPr sz="1350" b="0">
                <a:solidFill>
                  <a:srgbClr val="243B53"/>
                </a:solidFill>
                <a:latin typeface="Helvetica Neue"/>
                <a:ea typeface="Helvetica Neue"/>
                <a:cs typeface="Helvetica Neue"/>
              </a:defRPr>
            </a:lvl4pPr>
            <a:lvl5pPr algn="l">
              <a:buNone/>
              <a:defRPr sz="1350" b="0">
                <a:solidFill>
                  <a:srgbClr val="243B53"/>
                </a:solidFill>
                <a:latin typeface="Helvetica Neue"/>
                <a:ea typeface="Helvetica Neue"/>
                <a:cs typeface="Helvetica Neue"/>
              </a:defRPr>
            </a:lvl5pPr>
            <a:lvl6pPr algn="l">
              <a:buNone/>
              <a:defRPr sz="1350" b="0">
                <a:solidFill>
                  <a:srgbClr val="243B53"/>
                </a:solidFill>
                <a:latin typeface="Helvetica Neue"/>
                <a:ea typeface="Helvetica Neue"/>
                <a:cs typeface="Helvetica Neue"/>
              </a:defRPr>
            </a:lvl6pPr>
            <a:lvl7pPr algn="l">
              <a:buNone/>
              <a:defRPr sz="1350" b="0">
                <a:solidFill>
                  <a:srgbClr val="243B53"/>
                </a:solidFill>
                <a:latin typeface="Helvetica Neue"/>
                <a:ea typeface="Helvetica Neue"/>
                <a:cs typeface="Helvetica Neue"/>
              </a:defRPr>
            </a:lvl7pPr>
            <a:lvl8pPr algn="l">
              <a:buNone/>
              <a:defRPr sz="1350" b="0">
                <a:solidFill>
                  <a:srgbClr val="243B53"/>
                </a:solidFill>
                <a:latin typeface="Helvetica Neue"/>
                <a:ea typeface="Helvetica Neue"/>
                <a:cs typeface="Helvetica Neue"/>
              </a:defRPr>
            </a:lvl8pPr>
            <a:lvl9pPr algn="l">
              <a:buNone/>
              <a:defRPr sz="1350" b="0">
                <a:solidFill>
                  <a:srgbClr val="243B53"/>
                </a:solidFill>
                <a:latin typeface="Helvetica Neue"/>
                <a:ea typeface="Helvetica Neue"/>
                <a:cs typeface="Helvetica Neue"/>
              </a:defRPr>
            </a:lvl9pPr>
          </a:lstStyle>
          <a:p>
            <a:pPr algn="ctr">
              <a:buNone/>
              <a:defRPr sz="1350"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post-processing conditions</a:t>
            </a:r>
            <a:endParaRPr sz="1275" b="0">
              <a:solidFill>
                <a:srgbClr val="243B53"/>
              </a:solidFill>
              <a:latin typeface="Helvetica Neue"/>
              <a:ea typeface="Helvetica Neue"/>
              <a:cs typeface="Helvetica Neue"/>
            </a:endParaRPr>
          </a:p>
        </p:txBody>
      </p:sp>
      <p:sp>
        <p:nvSpPr>
          <p:cNvPr id="18" name="矩形 17"/>
          <p:cNvSpPr>
            <a:spLocks noGrp="1"/>
          </p:cNvSpPr>
          <p:nvPr/>
        </p:nvSpPr>
        <p:spPr>
          <a:xfrm>
            <a:off x="6477000" y="5334000"/>
            <a:ext cx="5048250" cy="409575"/>
          </a:xfrm>
          <a:prstGeom prst="rect">
            <a:avLst/>
          </a:prstGeom>
          <a:noFill/>
          <a:ln w="0">
            <a:noFill/>
          </a:ln>
        </p:spPr>
        <p:txBody>
          <a:bodyPr anchor="ctr">
            <a:noAutofit/>
          </a:bodyPr>
          <a:lstStyle>
            <a:defPPr algn="l">
              <a:defRPr sz="1500" b="1">
                <a:solidFill>
                  <a:srgbClr val="102A43"/>
                </a:solidFill>
                <a:latin typeface="Helvetica Neue"/>
                <a:ea typeface="Helvetica Neue"/>
                <a:cs typeface="Helvetica Neue"/>
              </a:defRPr>
            </a:defPPr>
            <a:lvl1pPr algn="l">
              <a:buNone/>
              <a:defRPr sz="1500" b="1">
                <a:solidFill>
                  <a:srgbClr val="102A43"/>
                </a:solidFill>
                <a:latin typeface="Helvetica Neue"/>
                <a:ea typeface="Helvetica Neue"/>
                <a:cs typeface="Helvetica Neue"/>
              </a:defRPr>
            </a:lvl1pPr>
            <a:lvl2pPr algn="l">
              <a:buNone/>
              <a:defRPr sz="1500" b="1">
                <a:solidFill>
                  <a:srgbClr val="102A43"/>
                </a:solidFill>
                <a:latin typeface="Helvetica Neue"/>
                <a:ea typeface="Helvetica Neue"/>
                <a:cs typeface="Helvetica Neue"/>
              </a:defRPr>
            </a:lvl2pPr>
            <a:lvl3pPr algn="l">
              <a:buNone/>
              <a:defRPr sz="1500" b="1">
                <a:solidFill>
                  <a:srgbClr val="102A43"/>
                </a:solidFill>
                <a:latin typeface="Helvetica Neue"/>
                <a:ea typeface="Helvetica Neue"/>
                <a:cs typeface="Helvetica Neue"/>
              </a:defRPr>
            </a:lvl3pPr>
            <a:lvl4pPr algn="l">
              <a:buNone/>
              <a:defRPr sz="1500" b="1">
                <a:solidFill>
                  <a:srgbClr val="102A43"/>
                </a:solidFill>
                <a:latin typeface="Helvetica Neue"/>
                <a:ea typeface="Helvetica Neue"/>
                <a:cs typeface="Helvetica Neue"/>
              </a:defRPr>
            </a:lvl4pPr>
            <a:lvl5pPr algn="l">
              <a:buNone/>
              <a:defRPr sz="1500" b="1">
                <a:solidFill>
                  <a:srgbClr val="102A43"/>
                </a:solidFill>
                <a:latin typeface="Helvetica Neue"/>
                <a:ea typeface="Helvetica Neue"/>
                <a:cs typeface="Helvetica Neue"/>
              </a:defRPr>
            </a:lvl5pPr>
            <a:lvl6pPr algn="l">
              <a:buNone/>
              <a:defRPr sz="1500" b="1">
                <a:solidFill>
                  <a:srgbClr val="102A43"/>
                </a:solidFill>
                <a:latin typeface="Helvetica Neue"/>
                <a:ea typeface="Helvetica Neue"/>
                <a:cs typeface="Helvetica Neue"/>
              </a:defRPr>
            </a:lvl6pPr>
            <a:lvl7pPr algn="l">
              <a:buNone/>
              <a:defRPr sz="1500" b="1">
                <a:solidFill>
                  <a:srgbClr val="102A43"/>
                </a:solidFill>
                <a:latin typeface="Helvetica Neue"/>
                <a:ea typeface="Helvetica Neue"/>
                <a:cs typeface="Helvetica Neue"/>
              </a:defRPr>
            </a:lvl7pPr>
            <a:lvl8pPr algn="l">
              <a:buNone/>
              <a:defRPr sz="1500" b="1">
                <a:solidFill>
                  <a:srgbClr val="102A43"/>
                </a:solidFill>
                <a:latin typeface="Helvetica Neue"/>
                <a:ea typeface="Helvetica Neue"/>
                <a:cs typeface="Helvetica Neue"/>
              </a:defRPr>
            </a:lvl8pPr>
            <a:lvl9pPr algn="l">
              <a:buNone/>
              <a:defRPr sz="1500" b="1">
                <a:solidFill>
                  <a:srgbClr val="102A43"/>
                </a:solidFill>
                <a:latin typeface="Helvetica Neue"/>
                <a:ea typeface="Helvetica Neue"/>
                <a:cs typeface="Helvetica Neue"/>
              </a:defRPr>
            </a:lvl9pPr>
          </a:lstStyle>
          <a:p>
            <a:pPr algn="ctr">
              <a:buNone/>
              <a:defRPr sz="150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36 matched real/fake pairs + one attacked peer pair</a:t>
            </a:r>
            <a:endParaRPr sz="1350" b="1">
              <a:solidFill>
                <a:srgbClr val="102A43"/>
              </a:solidFill>
              <a:latin typeface="Helvetica Neue"/>
              <a:ea typeface="Helvetica Neue"/>
              <a:cs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矩形 28"/>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Two-channel experimental framework</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endParaRPr sz="900" b="0">
              <a:solidFill>
                <a:srgbClr val="627D98"/>
              </a:solidFill>
              <a:latin typeface="Helvetica Neue"/>
              <a:ea typeface="Helvetica Neue"/>
              <a:cs typeface="Helvetica Neue"/>
            </a:endParaRPr>
          </a:p>
        </p:txBody>
      </p:sp>
      <p:sp>
        <p:nvSpPr>
          <p:cNvPr id="6" name="圆角矩形 5"/>
          <p:cNvSpPr>
            <a:spLocks noGrp="1"/>
          </p:cNvSpPr>
          <p:nvPr/>
        </p:nvSpPr>
        <p:spPr>
          <a:xfrm>
            <a:off x="628650" y="1381125"/>
            <a:ext cx="2333625" cy="1333500"/>
          </a:xfrm>
          <a:prstGeom prst="roundRect">
            <a:avLst>
              <a:gd name="adj" fmla="val 5714"/>
            </a:avLst>
          </a:prstGeom>
          <a:solidFill>
            <a:srgbClr val="EAF1FF"/>
          </a:solidFill>
          <a:ln w="19050">
            <a:solidFill>
              <a:srgbClr val="2F6BFF"/>
            </a:solidFill>
          </a:ln>
        </p:spPr>
      </p:sp>
      <p:sp>
        <p:nvSpPr>
          <p:cNvPr id="7" name="矩形 6"/>
          <p:cNvSpPr>
            <a:spLocks noGrp="1"/>
          </p:cNvSpPr>
          <p:nvPr/>
        </p:nvSpPr>
        <p:spPr>
          <a:xfrm>
            <a:off x="800100" y="1495425"/>
            <a:ext cx="1990725" cy="323850"/>
          </a:xfrm>
          <a:prstGeom prst="rect">
            <a:avLst/>
          </a:prstGeom>
          <a:noFill/>
          <a:ln w="0">
            <a:noFill/>
          </a:ln>
        </p:spPr>
        <p:txBody>
          <a:bodyPr anchor="ctr">
            <a:noAutofit/>
          </a:bodyPr>
          <a:lstStyle>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Matched video pairs</a:t>
            </a:r>
            <a:endParaRPr sz="1650" b="1">
              <a:solidFill>
                <a:srgbClr val="2F6BFF"/>
              </a:solidFill>
              <a:latin typeface="Helvetica Neue"/>
              <a:ea typeface="Helvetica Neue"/>
              <a:cs typeface="Helvetica Neue"/>
            </a:endParaRPr>
          </a:p>
        </p:txBody>
      </p:sp>
      <p:sp>
        <p:nvSpPr>
          <p:cNvPr id="8" name="矩形 7"/>
          <p:cNvSpPr>
            <a:spLocks noGrp="1"/>
          </p:cNvSpPr>
          <p:nvPr/>
        </p:nvSpPr>
        <p:spPr>
          <a:xfrm>
            <a:off x="800100" y="1876425"/>
            <a:ext cx="1990725" cy="7239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speakers × 3 segments</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36 real + 36 SadTalker</a:t>
            </a:r>
            <a:endParaRPr sz="1275" b="0">
              <a:solidFill>
                <a:srgbClr val="243B53"/>
              </a:solidFill>
              <a:latin typeface="Helvetica Neue"/>
              <a:ea typeface="Helvetica Neue"/>
              <a:cs typeface="Helvetica Neue"/>
            </a:endParaRPr>
          </a:p>
        </p:txBody>
      </p:sp>
      <p:sp>
        <p:nvSpPr>
          <p:cNvPr id="9" name="圆角矩形 8"/>
          <p:cNvSpPr>
            <a:spLocks noGrp="1"/>
          </p:cNvSpPr>
          <p:nvPr/>
        </p:nvSpPr>
        <p:spPr>
          <a:xfrm>
            <a:off x="628650" y="4048125"/>
            <a:ext cx="2333625" cy="1333500"/>
          </a:xfrm>
          <a:prstGeom prst="roundRect">
            <a:avLst>
              <a:gd name="adj" fmla="val 5714"/>
            </a:avLst>
          </a:prstGeom>
          <a:solidFill>
            <a:srgbClr val="FFF2E2"/>
          </a:solidFill>
          <a:ln w="19050">
            <a:solidFill>
              <a:srgbClr val="E67E22"/>
            </a:solidFill>
          </a:ln>
        </p:spPr>
      </p:sp>
      <p:sp>
        <p:nvSpPr>
          <p:cNvPr id="10" name="矩形 9"/>
          <p:cNvSpPr>
            <a:spLocks noGrp="1"/>
          </p:cNvSpPr>
          <p:nvPr/>
        </p:nvSpPr>
        <p:spPr>
          <a:xfrm>
            <a:off x="800100" y="4162425"/>
            <a:ext cx="1990725" cy="323850"/>
          </a:xfrm>
          <a:prstGeom prst="rect">
            <a:avLst/>
          </a:prstGeom>
          <a:noFill/>
          <a:ln w="0">
            <a:noFill/>
          </a:ln>
        </p:spPr>
        <p:txBody>
          <a:bodyPr anchor="ctr">
            <a:noAutofit/>
          </a:bodyPr>
          <a:lstStyle>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M2 peer videos</a:t>
            </a:r>
            <a:endParaRPr sz="1650" b="1">
              <a:solidFill>
                <a:srgbClr val="E67E22"/>
              </a:solidFill>
              <a:latin typeface="Helvetica Neue"/>
              <a:ea typeface="Helvetica Neue"/>
              <a:cs typeface="Helvetica Neue"/>
            </a:endParaRPr>
          </a:p>
        </p:txBody>
      </p:sp>
      <p:sp>
        <p:nvSpPr>
          <p:cNvPr id="11" name="矩形 10"/>
          <p:cNvSpPr>
            <a:spLocks noGrp="1"/>
          </p:cNvSpPr>
          <p:nvPr/>
        </p:nvSpPr>
        <p:spPr>
          <a:xfrm>
            <a:off x="800100" y="4543425"/>
            <a:ext cx="1990725" cy="7239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Control + A=1 modified</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Private files, hash provenance</a:t>
            </a:r>
            <a:endParaRPr sz="1275" b="0">
              <a:solidFill>
                <a:srgbClr val="243B53"/>
              </a:solidFill>
              <a:latin typeface="Helvetica Neue"/>
              <a:ea typeface="Helvetica Neue"/>
              <a:cs typeface="Helvetica Neue"/>
            </a:endParaRPr>
          </a:p>
        </p:txBody>
      </p:sp>
      <p:sp>
        <p:nvSpPr>
          <p:cNvPr id="12" name="圆角矩形 11"/>
          <p:cNvSpPr>
            <a:spLocks noGrp="1"/>
          </p:cNvSpPr>
          <p:nvPr/>
        </p:nvSpPr>
        <p:spPr>
          <a:xfrm>
            <a:off x="4095750" y="1381125"/>
            <a:ext cx="2952750" cy="1333500"/>
          </a:xfrm>
          <a:prstGeom prst="roundRect">
            <a:avLst>
              <a:gd name="adj" fmla="val 5714"/>
            </a:avLst>
          </a:prstGeom>
          <a:solidFill>
            <a:srgbClr val="E7F7F5"/>
          </a:solidFill>
          <a:ln w="19050">
            <a:solidFill>
              <a:srgbClr val="159E9C"/>
            </a:solidFill>
          </a:ln>
        </p:spPr>
      </p:sp>
      <p:sp>
        <p:nvSpPr>
          <p:cNvPr id="13" name="矩形 12"/>
          <p:cNvSpPr>
            <a:spLocks noGrp="1"/>
          </p:cNvSpPr>
          <p:nvPr/>
        </p:nvSpPr>
        <p:spPr>
          <a:xfrm>
            <a:off x="4267200" y="1495425"/>
            <a:ext cx="2609850" cy="323850"/>
          </a:xfrm>
          <a:prstGeom prst="rect">
            <a:avLst/>
          </a:prstGeom>
          <a:noFill/>
          <a:ln w="0">
            <a:noFill/>
          </a:ln>
        </p:spPr>
        <p:txBody>
          <a:bodyPr anchor="ctr">
            <a:noAutofit/>
          </a:bodyPr>
          <a:lstStyle>
            <a:defPPr algn="l">
              <a:defRPr sz="1650" b="1">
                <a:solidFill>
                  <a:srgbClr val="159E9C"/>
                </a:solidFill>
                <a:latin typeface="Helvetica Neue"/>
                <a:ea typeface="Helvetica Neue"/>
                <a:cs typeface="Helvetica Neue"/>
              </a:defRPr>
            </a:defPPr>
            <a:lvl1pPr algn="l">
              <a:buNone/>
              <a:defRPr sz="1650" b="1">
                <a:solidFill>
                  <a:srgbClr val="159E9C"/>
                </a:solidFill>
                <a:latin typeface="Helvetica Neue"/>
                <a:ea typeface="Helvetica Neue"/>
                <a:cs typeface="Helvetica Neue"/>
              </a:defRPr>
            </a:lvl1pPr>
            <a:lvl2pPr algn="l">
              <a:buNone/>
              <a:defRPr sz="1650" b="1">
                <a:solidFill>
                  <a:srgbClr val="159E9C"/>
                </a:solidFill>
                <a:latin typeface="Helvetica Neue"/>
                <a:ea typeface="Helvetica Neue"/>
                <a:cs typeface="Helvetica Neue"/>
              </a:defRPr>
            </a:lvl2pPr>
            <a:lvl3pPr algn="l">
              <a:buNone/>
              <a:defRPr sz="1650" b="1">
                <a:solidFill>
                  <a:srgbClr val="159E9C"/>
                </a:solidFill>
                <a:latin typeface="Helvetica Neue"/>
                <a:ea typeface="Helvetica Neue"/>
                <a:cs typeface="Helvetica Neue"/>
              </a:defRPr>
            </a:lvl3pPr>
            <a:lvl4pPr algn="l">
              <a:buNone/>
              <a:defRPr sz="1650" b="1">
                <a:solidFill>
                  <a:srgbClr val="159E9C"/>
                </a:solidFill>
                <a:latin typeface="Helvetica Neue"/>
                <a:ea typeface="Helvetica Neue"/>
                <a:cs typeface="Helvetica Neue"/>
              </a:defRPr>
            </a:lvl4pPr>
            <a:lvl5pPr algn="l">
              <a:buNone/>
              <a:defRPr sz="1650" b="1">
                <a:solidFill>
                  <a:srgbClr val="159E9C"/>
                </a:solidFill>
                <a:latin typeface="Helvetica Neue"/>
                <a:ea typeface="Helvetica Neue"/>
                <a:cs typeface="Helvetica Neue"/>
              </a:defRPr>
            </a:lvl5pPr>
            <a:lvl6pPr algn="l">
              <a:buNone/>
              <a:defRPr sz="1650" b="1">
                <a:solidFill>
                  <a:srgbClr val="159E9C"/>
                </a:solidFill>
                <a:latin typeface="Helvetica Neue"/>
                <a:ea typeface="Helvetica Neue"/>
                <a:cs typeface="Helvetica Neue"/>
              </a:defRPr>
            </a:lvl6pPr>
            <a:lvl7pPr algn="l">
              <a:buNone/>
              <a:defRPr sz="1650" b="1">
                <a:solidFill>
                  <a:srgbClr val="159E9C"/>
                </a:solidFill>
                <a:latin typeface="Helvetica Neue"/>
                <a:ea typeface="Helvetica Neue"/>
                <a:cs typeface="Helvetica Neue"/>
              </a:defRPr>
            </a:lvl7pPr>
            <a:lvl8pPr algn="l">
              <a:buNone/>
              <a:defRPr sz="1650" b="1">
                <a:solidFill>
                  <a:srgbClr val="159E9C"/>
                </a:solidFill>
                <a:latin typeface="Helvetica Neue"/>
                <a:ea typeface="Helvetica Neue"/>
                <a:cs typeface="Helvetica Neue"/>
              </a:defRPr>
            </a:lvl8pPr>
            <a:lvl9pPr algn="l">
              <a:buNone/>
              <a:defRPr sz="1650" b="1">
                <a:solidFill>
                  <a:srgbClr val="159E9C"/>
                </a:solidFill>
                <a:latin typeface="Helvetica Neue"/>
                <a:ea typeface="Helvetica Neue"/>
                <a:cs typeface="Helvetica Neue"/>
              </a:defRPr>
            </a:lvl9pPr>
          </a:lstStyle>
          <a:p>
            <a:pPr algn="l">
              <a:buNone/>
              <a:defRPr sz="165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Strategy A: mouth motion</a:t>
            </a:r>
            <a:endParaRPr sz="1500" b="1">
              <a:solidFill>
                <a:srgbClr val="159E9C"/>
              </a:solidFill>
              <a:latin typeface="Helvetica Neue"/>
              <a:ea typeface="Helvetica Neue"/>
              <a:cs typeface="Helvetica Neue"/>
            </a:endParaRPr>
          </a:p>
        </p:txBody>
      </p:sp>
      <p:sp>
        <p:nvSpPr>
          <p:cNvPr id="14" name="矩形 13"/>
          <p:cNvSpPr>
            <a:spLocks noGrp="1"/>
          </p:cNvSpPr>
          <p:nvPr/>
        </p:nvSpPr>
        <p:spPr>
          <a:xfrm>
            <a:off x="4267200" y="1876425"/>
            <a:ext cx="2609850" cy="7239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vs compact windows</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Viseme and shuffled controls</a:t>
            </a:r>
            <a:endParaRPr sz="1275" b="0">
              <a:solidFill>
                <a:srgbClr val="243B53"/>
              </a:solidFill>
              <a:latin typeface="Helvetica Neue"/>
              <a:ea typeface="Helvetica Neue"/>
              <a:cs typeface="Helvetica Neue"/>
            </a:endParaRPr>
          </a:p>
        </p:txBody>
      </p:sp>
      <p:sp>
        <p:nvSpPr>
          <p:cNvPr id="15" name="圆角矩形 14"/>
          <p:cNvSpPr>
            <a:spLocks noGrp="1"/>
          </p:cNvSpPr>
          <p:nvPr/>
        </p:nvSpPr>
        <p:spPr>
          <a:xfrm>
            <a:off x="4095750" y="4048125"/>
            <a:ext cx="2952750" cy="1333500"/>
          </a:xfrm>
          <a:prstGeom prst="roundRect">
            <a:avLst>
              <a:gd name="adj" fmla="val 5714"/>
            </a:avLst>
          </a:prstGeom>
          <a:solidFill>
            <a:srgbClr val="FCECEC"/>
          </a:solidFill>
          <a:ln w="19050">
            <a:solidFill>
              <a:srgbClr val="D64545"/>
            </a:solidFill>
          </a:ln>
        </p:spPr>
      </p:sp>
      <p:sp>
        <p:nvSpPr>
          <p:cNvPr id="16" name="矩形 15"/>
          <p:cNvSpPr>
            <a:spLocks noGrp="1"/>
          </p:cNvSpPr>
          <p:nvPr/>
        </p:nvSpPr>
        <p:spPr>
          <a:xfrm>
            <a:off x="4267200" y="4162425"/>
            <a:ext cx="2609850" cy="323850"/>
          </a:xfrm>
          <a:prstGeom prst="rect">
            <a:avLst/>
          </a:prstGeom>
          <a:noFill/>
          <a:ln w="0">
            <a:noFill/>
          </a:ln>
        </p:spPr>
        <p:txBody>
          <a:bodyPr anchor="ctr">
            <a:noAutofit/>
          </a:bodyPr>
          <a:lstStyle>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a:pPr algn="l">
              <a:buNone/>
              <a:defRPr sz="165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Strategy B: colour traces</a:t>
            </a:r>
            <a:endParaRPr sz="1500" b="1">
              <a:solidFill>
                <a:srgbClr val="D64545"/>
              </a:solidFill>
              <a:latin typeface="Helvetica Neue"/>
              <a:ea typeface="Helvetica Neue"/>
              <a:cs typeface="Helvetica Neue"/>
            </a:endParaRPr>
          </a:p>
        </p:txBody>
      </p:sp>
      <p:sp>
        <p:nvSpPr>
          <p:cNvPr id="17" name="矩形 16"/>
          <p:cNvSpPr>
            <a:spLocks noGrp="1"/>
          </p:cNvSpPr>
          <p:nvPr/>
        </p:nvSpPr>
        <p:spPr>
          <a:xfrm>
            <a:off x="4267200" y="4543425"/>
            <a:ext cx="2609850" cy="7239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RGB difference + FFT</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Neutral re-encode control</a:t>
            </a:r>
            <a:endParaRPr sz="1275" b="0">
              <a:solidFill>
                <a:srgbClr val="243B53"/>
              </a:solidFill>
              <a:latin typeface="Helvetica Neue"/>
              <a:ea typeface="Helvetica Neue"/>
              <a:cs typeface="Helvetica Neue"/>
            </a:endParaRPr>
          </a:p>
        </p:txBody>
      </p:sp>
      <p:sp>
        <p:nvSpPr>
          <p:cNvPr id="18" name="圆角矩形 17"/>
          <p:cNvSpPr>
            <a:spLocks noGrp="1"/>
          </p:cNvSpPr>
          <p:nvPr/>
        </p:nvSpPr>
        <p:spPr>
          <a:xfrm>
            <a:off x="8334375" y="1381125"/>
            <a:ext cx="2857500" cy="1333500"/>
          </a:xfrm>
          <a:prstGeom prst="roundRect">
            <a:avLst>
              <a:gd name="adj" fmla="val 5714"/>
            </a:avLst>
          </a:prstGeom>
          <a:solidFill>
            <a:srgbClr val="F4F7FB"/>
          </a:solidFill>
          <a:ln w="19050">
            <a:solidFill>
              <a:srgbClr val="102A43"/>
            </a:solidFill>
          </a:ln>
        </p:spPr>
      </p:sp>
      <p:sp>
        <p:nvSpPr>
          <p:cNvPr id="19" name="矩形 18"/>
          <p:cNvSpPr>
            <a:spLocks noGrp="1"/>
          </p:cNvSpPr>
          <p:nvPr/>
        </p:nvSpPr>
        <p:spPr>
          <a:xfrm>
            <a:off x="8505825" y="1495425"/>
            <a:ext cx="2514600"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Speaker-grouped CV</a:t>
            </a:r>
            <a:endParaRPr sz="1500" b="1">
              <a:solidFill>
                <a:srgbClr val="102A43"/>
              </a:solidFill>
              <a:latin typeface="Helvetica Neue"/>
              <a:ea typeface="Helvetica Neue"/>
              <a:cs typeface="Helvetica Neue"/>
            </a:endParaRPr>
          </a:p>
        </p:txBody>
      </p:sp>
      <p:sp>
        <p:nvSpPr>
          <p:cNvPr id="20" name="矩形 19"/>
          <p:cNvSpPr>
            <a:spLocks noGrp="1"/>
          </p:cNvSpPr>
          <p:nvPr/>
        </p:nvSpPr>
        <p:spPr>
          <a:xfrm>
            <a:off x="8505825" y="1876425"/>
            <a:ext cx="2514600" cy="7239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20 × four-fold outer</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3-fold inner log-loss</a:t>
            </a:r>
            <a:endParaRPr sz="1275" b="0">
              <a:solidFill>
                <a:srgbClr val="243B53"/>
              </a:solidFill>
              <a:latin typeface="Helvetica Neue"/>
              <a:ea typeface="Helvetica Neue"/>
              <a:cs typeface="Helvetica Neue"/>
            </a:endParaRPr>
          </a:p>
        </p:txBody>
      </p:sp>
      <p:sp>
        <p:nvSpPr>
          <p:cNvPr id="21" name="圆角矩形 20"/>
          <p:cNvSpPr>
            <a:spLocks noGrp="1"/>
          </p:cNvSpPr>
          <p:nvPr/>
        </p:nvSpPr>
        <p:spPr>
          <a:xfrm>
            <a:off x="8334375" y="4048125"/>
            <a:ext cx="2857500" cy="1333500"/>
          </a:xfrm>
          <a:prstGeom prst="roundRect">
            <a:avLst>
              <a:gd name="adj" fmla="val 5714"/>
            </a:avLst>
          </a:prstGeom>
          <a:solidFill>
            <a:srgbClr val="F4F7FB"/>
          </a:solidFill>
          <a:ln w="19050">
            <a:solidFill>
              <a:srgbClr val="102A43"/>
            </a:solidFill>
          </a:ln>
        </p:spPr>
      </p:sp>
      <p:sp>
        <p:nvSpPr>
          <p:cNvPr id="22" name="矩形 21"/>
          <p:cNvSpPr>
            <a:spLocks noGrp="1"/>
          </p:cNvSpPr>
          <p:nvPr/>
        </p:nvSpPr>
        <p:spPr>
          <a:xfrm>
            <a:off x="8505825" y="4162425"/>
            <a:ext cx="2514600"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endParaRPr sz="1650" b="1">
              <a:solidFill>
                <a:srgbClr val="102A43"/>
              </a:solidFill>
              <a:latin typeface="Helvetica Neue"/>
              <a:ea typeface="Helvetica Neue"/>
              <a:cs typeface="Helvetica Neue"/>
            </a:endParaRPr>
          </a:p>
        </p:txBody>
      </p:sp>
      <p:sp>
        <p:nvSpPr>
          <p:cNvPr id="23" name="矩形 22"/>
          <p:cNvSpPr>
            <a:spLocks noGrp="1"/>
          </p:cNvSpPr>
          <p:nvPr/>
        </p:nvSpPr>
        <p:spPr>
          <a:xfrm>
            <a:off x="8505825" y="4543425"/>
            <a:ext cx="2514600" cy="7239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Hz energy</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Compression, resize, 15 FPS</a:t>
            </a:r>
            <a:endParaRPr sz="1275" b="0">
              <a:solidFill>
                <a:srgbClr val="243B53"/>
              </a:solidFill>
              <a:latin typeface="Helvetica Neue"/>
              <a:ea typeface="Helvetica Neue"/>
              <a:cs typeface="Helvetica Neue"/>
            </a:endParaRPr>
          </a:p>
        </p:txBody>
      </p:sp>
      <p:sp>
        <p:nvSpPr>
          <p:cNvPr id="24" name="直接连接符 23"/>
          <p:cNvSpPr>
            <a:spLocks noGrp="1"/>
          </p:cNvSpPr>
          <p:nvPr/>
        </p:nvSpPr>
        <p:spPr>
          <a:xfrm>
            <a:off x="2962275" y="2047875"/>
            <a:ext cx="1133475" cy="0"/>
          </a:xfrm>
          <a:prstGeom prst="line">
            <a:avLst/>
          </a:prstGeom>
          <a:noFill/>
          <a:ln w="19050">
            <a:solidFill>
              <a:srgbClr val="2F6BFF"/>
            </a:solidFill>
          </a:ln>
        </p:spPr>
      </p:sp>
      <p:sp>
        <p:nvSpPr>
          <p:cNvPr id="25" name="直接连接符 24"/>
          <p:cNvSpPr>
            <a:spLocks noGrp="1"/>
          </p:cNvSpPr>
          <p:nvPr/>
        </p:nvSpPr>
        <p:spPr>
          <a:xfrm>
            <a:off x="7048500" y="2047875"/>
            <a:ext cx="1285875" cy="0"/>
          </a:xfrm>
          <a:prstGeom prst="line">
            <a:avLst/>
          </a:prstGeom>
          <a:noFill/>
          <a:ln w="19050">
            <a:solidFill>
              <a:srgbClr val="159E9C"/>
            </a:solidFill>
          </a:ln>
        </p:spPr>
      </p:sp>
      <p:sp>
        <p:nvSpPr>
          <p:cNvPr id="26" name="直接连接符 25"/>
          <p:cNvSpPr>
            <a:spLocks noGrp="1"/>
          </p:cNvSpPr>
          <p:nvPr/>
        </p:nvSpPr>
        <p:spPr>
          <a:xfrm>
            <a:off x="2962275" y="4714875"/>
            <a:ext cx="1133475" cy="0"/>
          </a:xfrm>
          <a:prstGeom prst="line">
            <a:avLst/>
          </a:prstGeom>
          <a:noFill/>
          <a:ln w="19050">
            <a:solidFill>
              <a:srgbClr val="E67E22"/>
            </a:solidFill>
          </a:ln>
        </p:spPr>
      </p:sp>
      <p:sp>
        <p:nvSpPr>
          <p:cNvPr id="27" name="直接连接符 26"/>
          <p:cNvSpPr>
            <a:spLocks noGrp="1"/>
          </p:cNvSpPr>
          <p:nvPr/>
        </p:nvSpPr>
        <p:spPr>
          <a:xfrm>
            <a:off x="7048500" y="4714875"/>
            <a:ext cx="1285875" cy="0"/>
          </a:xfrm>
          <a:prstGeom prst="line">
            <a:avLst/>
          </a:prstGeom>
          <a:noFill/>
          <a:ln w="19050">
            <a:solidFill>
              <a:srgbClr val="D64545"/>
            </a:solidFill>
          </a:ln>
        </p:spPr>
      </p:sp>
      <p:sp>
        <p:nvSpPr>
          <p:cNvPr id="28" name="矩形 27"/>
          <p:cNvSpPr>
            <a:spLocks noGrp="1"/>
          </p:cNvSpPr>
          <p:nvPr/>
        </p:nvSpPr>
        <p:spPr>
          <a:xfrm>
            <a:off x="2476500" y="5857875"/>
            <a:ext cx="7620000" cy="342900"/>
          </a:xfrm>
          <a:prstGeom prst="rect">
            <a:avLst/>
          </a:prstGeom>
          <a:noFill/>
          <a:ln w="0">
            <a:noFill/>
          </a:ln>
        </p:spPr>
        <p:txBody>
          <a:bodyPr anchor="ctr">
            <a:noAutofit/>
          </a:bodyPr>
          <a:lstStyle>
            <a:defPPr algn="ctr">
              <a:defRPr sz="1425" b="1">
                <a:solidFill>
                  <a:srgbClr val="102A43"/>
                </a:solidFill>
                <a:latin typeface="Helvetica Neue"/>
                <a:ea typeface="Helvetica Neue"/>
                <a:cs typeface="Helvetica Neue"/>
              </a:defRPr>
            </a:defPPr>
            <a:lvl1pPr algn="ctr">
              <a:buNone/>
              <a:defRPr sz="1425" b="1">
                <a:solidFill>
                  <a:srgbClr val="102A43"/>
                </a:solidFill>
                <a:latin typeface="Helvetica Neue"/>
                <a:ea typeface="Helvetica Neue"/>
                <a:cs typeface="Helvetica Neue"/>
              </a:defRPr>
            </a:lvl1pPr>
            <a:lvl2pPr algn="ctr">
              <a:buNone/>
              <a:defRPr sz="1425" b="1">
                <a:solidFill>
                  <a:srgbClr val="102A43"/>
                </a:solidFill>
                <a:latin typeface="Helvetica Neue"/>
                <a:ea typeface="Helvetica Neue"/>
                <a:cs typeface="Helvetica Neue"/>
              </a:defRPr>
            </a:lvl2pPr>
            <a:lvl3pPr algn="ctr">
              <a:buNone/>
              <a:defRPr sz="1425" b="1">
                <a:solidFill>
                  <a:srgbClr val="102A43"/>
                </a:solidFill>
                <a:latin typeface="Helvetica Neue"/>
                <a:ea typeface="Helvetica Neue"/>
                <a:cs typeface="Helvetica Neue"/>
              </a:defRPr>
            </a:lvl3pPr>
            <a:lvl4pPr algn="ctr">
              <a:buNone/>
              <a:defRPr sz="1425" b="1">
                <a:solidFill>
                  <a:srgbClr val="102A43"/>
                </a:solidFill>
                <a:latin typeface="Helvetica Neue"/>
                <a:ea typeface="Helvetica Neue"/>
                <a:cs typeface="Helvetica Neue"/>
              </a:defRPr>
            </a:lvl4pPr>
            <a:lvl5pPr algn="ctr">
              <a:buNone/>
              <a:defRPr sz="1425" b="1">
                <a:solidFill>
                  <a:srgbClr val="102A43"/>
                </a:solidFill>
                <a:latin typeface="Helvetica Neue"/>
                <a:ea typeface="Helvetica Neue"/>
                <a:cs typeface="Helvetica Neue"/>
              </a:defRPr>
            </a:lvl5pPr>
            <a:lvl6pPr algn="ctr">
              <a:buNone/>
              <a:defRPr sz="1425" b="1">
                <a:solidFill>
                  <a:srgbClr val="102A43"/>
                </a:solidFill>
                <a:latin typeface="Helvetica Neue"/>
                <a:ea typeface="Helvetica Neue"/>
                <a:cs typeface="Helvetica Neue"/>
              </a:defRPr>
            </a:lvl6pPr>
            <a:lvl7pPr algn="ctr">
              <a:buNone/>
              <a:defRPr sz="1425" b="1">
                <a:solidFill>
                  <a:srgbClr val="102A43"/>
                </a:solidFill>
                <a:latin typeface="Helvetica Neue"/>
                <a:ea typeface="Helvetica Neue"/>
                <a:cs typeface="Helvetica Neue"/>
              </a:defRPr>
            </a:lvl7pPr>
            <a:lvl8pPr algn="ctr">
              <a:buNone/>
              <a:defRPr sz="1425" b="1">
                <a:solidFill>
                  <a:srgbClr val="102A43"/>
                </a:solidFill>
                <a:latin typeface="Helvetica Neue"/>
                <a:ea typeface="Helvetica Neue"/>
                <a:cs typeface="Helvetica Neue"/>
              </a:defRPr>
            </a:lvl8pPr>
            <a:lvl9pPr algn="ctr">
              <a:buNone/>
              <a:defRPr sz="1425" b="1">
                <a:solidFill>
                  <a:srgbClr val="102A43"/>
                </a:solidFill>
                <a:latin typeface="Helvetica Neue"/>
                <a:ea typeface="Helvetica Neue"/>
                <a:cs typeface="Helvetica Neue"/>
              </a:defRPr>
            </a:lvl9pPr>
          </a:lstStyle>
          <a:p>
            <a:pPr algn="ctr">
              <a:buNone/>
              <a:defRPr sz="1425"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Two evidence channels; one attacked pair cannot calibrate fusion.</a:t>
            </a:r>
            <a:endParaRPr sz="1350" b="1">
              <a:solidFill>
                <a:srgbClr val="102A43"/>
              </a:solidFill>
              <a:latin typeface="Helvetica Neue"/>
              <a:ea typeface="Helvetica Neue"/>
              <a:cs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矩形 21"/>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goal and our response</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endParaRPr sz="900" b="0">
              <a:solidFill>
                <a:srgbClr val="627D98"/>
              </a:solidFill>
              <a:latin typeface="Helvetica Neue"/>
              <a:ea typeface="Helvetica Neue"/>
              <a:cs typeface="Helvetica Neue"/>
            </a:endParaRPr>
          </a:p>
        </p:txBody>
      </p:sp>
      <p:sp>
        <p:nvSpPr>
          <p:cNvPr id="6" name="圆角矩形 5"/>
          <p:cNvSpPr>
            <a:spLocks noGrp="1"/>
          </p:cNvSpPr>
          <p:nvPr/>
        </p:nvSpPr>
        <p:spPr>
          <a:xfrm>
            <a:off x="666750" y="1666875"/>
            <a:ext cx="2619375" cy="1238250"/>
          </a:xfrm>
          <a:prstGeom prst="roundRect">
            <a:avLst>
              <a:gd name="adj" fmla="val 6154"/>
            </a:avLst>
          </a:prstGeom>
          <a:solidFill>
            <a:srgbClr val="F4F7FB"/>
          </a:solidFill>
          <a:ln w="19050">
            <a:solidFill>
              <a:srgbClr val="102A43"/>
            </a:solidFill>
          </a:ln>
        </p:spPr>
      </p:sp>
      <p:sp>
        <p:nvSpPr>
          <p:cNvPr id="7" name="矩形 6"/>
          <p:cNvSpPr>
            <a:spLocks noGrp="1"/>
          </p:cNvSpPr>
          <p:nvPr/>
        </p:nvSpPr>
        <p:spPr>
          <a:xfrm>
            <a:off x="838200" y="1781175"/>
            <a:ext cx="2276475"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endParaRPr sz="1650" b="1">
              <a:solidFill>
                <a:srgbClr val="102A43"/>
              </a:solidFill>
              <a:latin typeface="Helvetica Neue"/>
              <a:ea typeface="Helvetica Neue"/>
              <a:cs typeface="Helvetica Neue"/>
            </a:endParaRPr>
          </a:p>
        </p:txBody>
      </p:sp>
      <p:sp>
        <p:nvSpPr>
          <p:cNvPr id="8" name="矩形 7"/>
          <p:cNvSpPr>
            <a:spLocks noGrp="1"/>
          </p:cNvSpPr>
          <p:nvPr/>
        </p:nvSpPr>
        <p:spPr>
          <a:xfrm>
            <a:off x="838200" y="2162175"/>
            <a:ext cx="2276475" cy="62865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SadTalker-style speech-to-face output</a:t>
            </a:r>
            <a:endParaRPr sz="1275" b="0">
              <a:solidFill>
                <a:srgbClr val="243B53"/>
              </a:solidFill>
              <a:latin typeface="Helvetica Neue"/>
              <a:ea typeface="Helvetica Neue"/>
              <a:cs typeface="Helvetica Neue"/>
            </a:endParaRPr>
          </a:p>
        </p:txBody>
      </p:sp>
      <p:sp>
        <p:nvSpPr>
          <p:cNvPr id="9" name="圆角矩形 8"/>
          <p:cNvSpPr>
            <a:spLocks noGrp="1"/>
          </p:cNvSpPr>
          <p:nvPr/>
        </p:nvSpPr>
        <p:spPr>
          <a:xfrm>
            <a:off x="4810125" y="1666875"/>
            <a:ext cx="2619375" cy="1238250"/>
          </a:xfrm>
          <a:prstGeom prst="roundRect">
            <a:avLst>
              <a:gd name="adj" fmla="val 6154"/>
            </a:avLst>
          </a:prstGeom>
          <a:solidFill>
            <a:srgbClr val="FFF2E2"/>
          </a:solidFill>
          <a:ln w="19050">
            <a:solidFill>
              <a:srgbClr val="E67E22"/>
            </a:solidFill>
          </a:ln>
        </p:spPr>
      </p:sp>
      <p:sp>
        <p:nvSpPr>
          <p:cNvPr id="10" name="矩形 9"/>
          <p:cNvSpPr>
            <a:spLocks noGrp="1"/>
          </p:cNvSpPr>
          <p:nvPr/>
        </p:nvSpPr>
        <p:spPr>
          <a:xfrm>
            <a:off x="4981575" y="1781175"/>
            <a:ext cx="2276475" cy="323850"/>
          </a:xfrm>
          <a:prstGeom prst="rect">
            <a:avLst/>
          </a:prstGeom>
          <a:noFill/>
          <a:ln w="0">
            <a:noFill/>
          </a:ln>
        </p:spPr>
        <p:txBody>
          <a:bodyPr anchor="ctr">
            <a:noAutofit/>
          </a:bodyPr>
          <a:lstStyle>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endParaRPr sz="1650" b="1">
              <a:solidFill>
                <a:srgbClr val="E67E22"/>
              </a:solidFill>
              <a:latin typeface="Helvetica Neue"/>
              <a:ea typeface="Helvetica Neue"/>
              <a:cs typeface="Helvetica Neue"/>
            </a:endParaRPr>
          </a:p>
        </p:txBody>
      </p:sp>
      <p:sp>
        <p:nvSpPr>
          <p:cNvPr id="11" name="矩形 10"/>
          <p:cNvSpPr>
            <a:spLocks noGrp="1"/>
          </p:cNvSpPr>
          <p:nvPr/>
        </p:nvSpPr>
        <p:spPr>
          <a:xfrm>
            <a:off x="4981575" y="2162175"/>
            <a:ext cx="2276475" cy="62865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A=1 periodic colour injection</a:t>
            </a:r>
            <a:endParaRPr sz="1275" b="0">
              <a:solidFill>
                <a:srgbClr val="243B53"/>
              </a:solidFill>
              <a:latin typeface="Helvetica Neue"/>
              <a:ea typeface="Helvetica Neue"/>
              <a:cs typeface="Helvetica Neue"/>
            </a:endParaRPr>
          </a:p>
        </p:txBody>
      </p:sp>
      <p:sp>
        <p:nvSpPr>
          <p:cNvPr id="12" name="圆角矩形 11"/>
          <p:cNvSpPr>
            <a:spLocks noGrp="1"/>
          </p:cNvSpPr>
          <p:nvPr/>
        </p:nvSpPr>
        <p:spPr>
          <a:xfrm>
            <a:off x="8905875" y="1666875"/>
            <a:ext cx="2619375" cy="1238250"/>
          </a:xfrm>
          <a:prstGeom prst="roundRect">
            <a:avLst>
              <a:gd name="adj" fmla="val 6154"/>
            </a:avLst>
          </a:prstGeom>
          <a:solidFill>
            <a:srgbClr val="EAF1FF"/>
          </a:solidFill>
          <a:ln w="19050">
            <a:solidFill>
              <a:srgbClr val="2F6BFF"/>
            </a:solidFill>
          </a:ln>
        </p:spPr>
      </p:sp>
      <p:sp>
        <p:nvSpPr>
          <p:cNvPr id="13" name="矩形 12"/>
          <p:cNvSpPr>
            <a:spLocks noGrp="1"/>
          </p:cNvSpPr>
          <p:nvPr/>
        </p:nvSpPr>
        <p:spPr>
          <a:xfrm>
            <a:off x="9077325" y="1781175"/>
            <a:ext cx="2276475" cy="323850"/>
          </a:xfrm>
          <a:prstGeom prst="rect">
            <a:avLst/>
          </a:prstGeom>
          <a:noFill/>
          <a:ln w="0">
            <a:noFill/>
          </a:ln>
        </p:spPr>
        <p:txBody>
          <a:bodyPr anchor="ctr">
            <a:noAutofit/>
          </a:bodyPr>
          <a:lstStyle>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endParaRPr sz="1650" b="1">
              <a:solidFill>
                <a:srgbClr val="2F6BFF"/>
              </a:solidFill>
              <a:latin typeface="Helvetica Neue"/>
              <a:ea typeface="Helvetica Neue"/>
              <a:cs typeface="Helvetica Neue"/>
            </a:endParaRPr>
          </a:p>
        </p:txBody>
      </p:sp>
      <p:sp>
        <p:nvSpPr>
          <p:cNvPr id="14" name="矩形 13"/>
          <p:cNvSpPr>
            <a:spLocks noGrp="1"/>
          </p:cNvSpPr>
          <p:nvPr/>
        </p:nvSpPr>
        <p:spPr>
          <a:xfrm>
            <a:off x="9077325" y="2162175"/>
            <a:ext cx="2276475" cy="62865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Goal: make the fake look physiologically plausible</a:t>
            </a:r>
            <a:endParaRPr sz="1275" b="0">
              <a:solidFill>
                <a:srgbClr val="243B53"/>
              </a:solidFill>
              <a:latin typeface="Helvetica Neue"/>
              <a:ea typeface="Helvetica Neue"/>
              <a:cs typeface="Helvetica Neue"/>
            </a:endParaRPr>
          </a:p>
        </p:txBody>
      </p:sp>
      <p:sp>
        <p:nvSpPr>
          <p:cNvPr id="15" name="直接连接符 14"/>
          <p:cNvSpPr>
            <a:spLocks noGrp="1"/>
          </p:cNvSpPr>
          <p:nvPr/>
        </p:nvSpPr>
        <p:spPr>
          <a:xfrm>
            <a:off x="3286125" y="2286000"/>
            <a:ext cx="1524000" cy="0"/>
          </a:xfrm>
          <a:prstGeom prst="line">
            <a:avLst/>
          </a:prstGeom>
          <a:noFill/>
          <a:ln w="19050">
            <a:solidFill>
              <a:srgbClr val="E67E22"/>
            </a:solidFill>
          </a:ln>
        </p:spPr>
      </p:sp>
      <p:sp>
        <p:nvSpPr>
          <p:cNvPr id="16" name="直接连接符 15"/>
          <p:cNvSpPr>
            <a:spLocks noGrp="1"/>
          </p:cNvSpPr>
          <p:nvPr/>
        </p:nvSpPr>
        <p:spPr>
          <a:xfrm>
            <a:off x="7429500" y="2286000"/>
            <a:ext cx="1476375" cy="0"/>
          </a:xfrm>
          <a:prstGeom prst="line">
            <a:avLst/>
          </a:prstGeom>
          <a:noFill/>
          <a:ln w="19050">
            <a:solidFill>
              <a:srgbClr val="2F6BFF"/>
            </a:solidFill>
          </a:ln>
        </p:spPr>
      </p:sp>
      <p:sp>
        <p:nvSpPr>
          <p:cNvPr id="17" name="矩形 16"/>
          <p:cNvSpPr>
            <a:spLocks noGrp="1"/>
          </p:cNvSpPr>
          <p:nvPr/>
        </p:nvSpPr>
        <p:spPr>
          <a:xfrm>
            <a:off x="1666875" y="3714750"/>
            <a:ext cx="8858250" cy="38100"/>
          </a:xfrm>
          <a:prstGeom prst="rect">
            <a:avLst/>
          </a:prstGeom>
          <a:solidFill>
            <a:srgbClr val="159E9C"/>
          </a:solidFill>
          <a:ln w="0">
            <a:noFill/>
          </a:ln>
        </p:spPr>
      </p:sp>
      <p:sp>
        <p:nvSpPr>
          <p:cNvPr id="18" name="矩形 17"/>
          <p:cNvSpPr>
            <a:spLocks noGrp="1"/>
          </p:cNvSpPr>
          <p:nvPr/>
        </p:nvSpPr>
        <p:spPr>
          <a:xfrm>
            <a:off x="666750" y="4048125"/>
            <a:ext cx="2619375" cy="381000"/>
          </a:xfrm>
          <a:prstGeom prst="rect">
            <a:avLst/>
          </a:prstGeom>
          <a:noFill/>
          <a:ln w="0">
            <a:noFill/>
          </a:ln>
        </p:spPr>
        <p:txBody>
          <a:bodyPr anchor="ctr">
            <a:noAutofit/>
          </a:bodyPr>
          <a:lstStyle>
            <a:defPPr algn="l">
              <a:defRPr sz="1800" b="1">
                <a:solidFill>
                  <a:srgbClr val="159E9C"/>
                </a:solidFill>
                <a:latin typeface="Helvetica Neue"/>
                <a:ea typeface="Helvetica Neue"/>
                <a:cs typeface="Helvetica Neue"/>
              </a:defRPr>
            </a:defPPr>
            <a:lvl1pPr algn="l">
              <a:buNone/>
              <a:defRPr sz="1800" b="1">
                <a:solidFill>
                  <a:srgbClr val="159E9C"/>
                </a:solidFill>
                <a:latin typeface="Helvetica Neue"/>
                <a:ea typeface="Helvetica Neue"/>
                <a:cs typeface="Helvetica Neue"/>
              </a:defRPr>
            </a:lvl1pPr>
            <a:lvl2pPr algn="l">
              <a:buNone/>
              <a:defRPr sz="1800" b="1">
                <a:solidFill>
                  <a:srgbClr val="159E9C"/>
                </a:solidFill>
                <a:latin typeface="Helvetica Neue"/>
                <a:ea typeface="Helvetica Neue"/>
                <a:cs typeface="Helvetica Neue"/>
              </a:defRPr>
            </a:lvl2pPr>
            <a:lvl3pPr algn="l">
              <a:buNone/>
              <a:defRPr sz="1800" b="1">
                <a:solidFill>
                  <a:srgbClr val="159E9C"/>
                </a:solidFill>
                <a:latin typeface="Helvetica Neue"/>
                <a:ea typeface="Helvetica Neue"/>
                <a:cs typeface="Helvetica Neue"/>
              </a:defRPr>
            </a:lvl3pPr>
            <a:lvl4pPr algn="l">
              <a:buNone/>
              <a:defRPr sz="1800" b="1">
                <a:solidFill>
                  <a:srgbClr val="159E9C"/>
                </a:solidFill>
                <a:latin typeface="Helvetica Neue"/>
                <a:ea typeface="Helvetica Neue"/>
                <a:cs typeface="Helvetica Neue"/>
              </a:defRPr>
            </a:lvl4pPr>
            <a:lvl5pPr algn="l">
              <a:buNone/>
              <a:defRPr sz="1800" b="1">
                <a:solidFill>
                  <a:srgbClr val="159E9C"/>
                </a:solidFill>
                <a:latin typeface="Helvetica Neue"/>
                <a:ea typeface="Helvetica Neue"/>
                <a:cs typeface="Helvetica Neue"/>
              </a:defRPr>
            </a:lvl5pPr>
            <a:lvl6pPr algn="l">
              <a:buNone/>
              <a:defRPr sz="1800" b="1">
                <a:solidFill>
                  <a:srgbClr val="159E9C"/>
                </a:solidFill>
                <a:latin typeface="Helvetica Neue"/>
                <a:ea typeface="Helvetica Neue"/>
                <a:cs typeface="Helvetica Neue"/>
              </a:defRPr>
            </a:lvl6pPr>
            <a:lvl7pPr algn="l">
              <a:buNone/>
              <a:defRPr sz="1800" b="1">
                <a:solidFill>
                  <a:srgbClr val="159E9C"/>
                </a:solidFill>
                <a:latin typeface="Helvetica Neue"/>
                <a:ea typeface="Helvetica Neue"/>
                <a:cs typeface="Helvetica Neue"/>
              </a:defRPr>
            </a:lvl7pPr>
            <a:lvl8pPr algn="l">
              <a:buNone/>
              <a:defRPr sz="1800" b="1">
                <a:solidFill>
                  <a:srgbClr val="159E9C"/>
                </a:solidFill>
                <a:latin typeface="Helvetica Neue"/>
                <a:ea typeface="Helvetica Neue"/>
                <a:cs typeface="Helvetica Neue"/>
              </a:defRPr>
            </a:lvl8pPr>
            <a:lvl9pPr algn="l">
              <a:buNone/>
              <a:defRPr sz="1800" b="1">
                <a:solidFill>
                  <a:srgbClr val="159E9C"/>
                </a:solidFill>
                <a:latin typeface="Helvetica Neue"/>
                <a:ea typeface="Helvetica Neue"/>
                <a:cs typeface="Helvetica Neue"/>
              </a:defRPr>
            </a:lvl9pPr>
          </a:lstStyle>
          <a:p>
            <a:pPr algn="l">
              <a:buNone/>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endParaRPr sz="1800" b="1">
              <a:solidFill>
                <a:srgbClr val="159E9C"/>
              </a:solidFill>
              <a:latin typeface="Helvetica Neue"/>
              <a:ea typeface="Helvetica Neue"/>
              <a:cs typeface="Helvetica Neue"/>
            </a:endParaRPr>
          </a:p>
        </p:txBody>
      </p:sp>
      <p:sp>
        <p:nvSpPr>
          <p:cNvPr id="19" name="矩形 18"/>
          <p:cNvSpPr>
            <a:spLocks noGrp="1"/>
          </p:cNvSpPr>
          <p:nvPr/>
        </p:nvSpPr>
        <p:spPr>
          <a:xfrm>
            <a:off x="3190875" y="3943350"/>
            <a:ext cx="8239125" cy="523875"/>
          </a:xfrm>
          <a:prstGeom prst="rect">
            <a:avLst/>
          </a:prstGeom>
          <a:noFill/>
          <a:ln w="0">
            <a:noFill/>
          </a:ln>
        </p:spPr>
        <p:txBody>
          <a:bodyPr anchor="ctr">
            <a:noAutofit/>
          </a:bodyPr>
          <a:lstStyle>
            <a:defPPr algn="ctr">
              <a:defRPr sz="2250" b="1">
                <a:solidFill>
                  <a:srgbClr val="102A43"/>
                </a:solidFill>
                <a:latin typeface="Helvetica Neue"/>
                <a:ea typeface="Helvetica Neue"/>
                <a:cs typeface="Helvetica Neue"/>
              </a:defRPr>
            </a:defPPr>
            <a:lvl1pPr algn="ctr">
              <a:buNone/>
              <a:defRPr sz="2250" b="1">
                <a:solidFill>
                  <a:srgbClr val="102A43"/>
                </a:solidFill>
                <a:latin typeface="Helvetica Neue"/>
                <a:ea typeface="Helvetica Neue"/>
                <a:cs typeface="Helvetica Neue"/>
              </a:defRPr>
            </a:lvl1pPr>
            <a:lvl2pPr algn="ctr">
              <a:buNone/>
              <a:defRPr sz="2250" b="1">
                <a:solidFill>
                  <a:srgbClr val="102A43"/>
                </a:solidFill>
                <a:latin typeface="Helvetica Neue"/>
                <a:ea typeface="Helvetica Neue"/>
                <a:cs typeface="Helvetica Neue"/>
              </a:defRPr>
            </a:lvl2pPr>
            <a:lvl3pPr algn="ctr">
              <a:buNone/>
              <a:defRPr sz="2250" b="1">
                <a:solidFill>
                  <a:srgbClr val="102A43"/>
                </a:solidFill>
                <a:latin typeface="Helvetica Neue"/>
                <a:ea typeface="Helvetica Neue"/>
                <a:cs typeface="Helvetica Neue"/>
              </a:defRPr>
            </a:lvl3pPr>
            <a:lvl4pPr algn="ctr">
              <a:buNone/>
              <a:defRPr sz="2250" b="1">
                <a:solidFill>
                  <a:srgbClr val="102A43"/>
                </a:solidFill>
                <a:latin typeface="Helvetica Neue"/>
                <a:ea typeface="Helvetica Neue"/>
                <a:cs typeface="Helvetica Neue"/>
              </a:defRPr>
            </a:lvl4pPr>
            <a:lvl5pPr algn="ctr">
              <a:buNone/>
              <a:defRPr sz="2250" b="1">
                <a:solidFill>
                  <a:srgbClr val="102A43"/>
                </a:solidFill>
                <a:latin typeface="Helvetica Neue"/>
                <a:ea typeface="Helvetica Neue"/>
                <a:cs typeface="Helvetica Neue"/>
              </a:defRPr>
            </a:lvl5pPr>
            <a:lvl6pPr algn="ctr">
              <a:buNone/>
              <a:defRPr sz="2250" b="1">
                <a:solidFill>
                  <a:srgbClr val="102A43"/>
                </a:solidFill>
                <a:latin typeface="Helvetica Neue"/>
                <a:ea typeface="Helvetica Neue"/>
                <a:cs typeface="Helvetica Neue"/>
              </a:defRPr>
            </a:lvl6pPr>
            <a:lvl7pPr algn="ctr">
              <a:buNone/>
              <a:defRPr sz="2250" b="1">
                <a:solidFill>
                  <a:srgbClr val="102A43"/>
                </a:solidFill>
                <a:latin typeface="Helvetica Neue"/>
                <a:ea typeface="Helvetica Neue"/>
                <a:cs typeface="Helvetica Neue"/>
              </a:defRPr>
            </a:lvl7pPr>
            <a:lvl8pPr algn="ctr">
              <a:buNone/>
              <a:defRPr sz="2250" b="1">
                <a:solidFill>
                  <a:srgbClr val="102A43"/>
                </a:solidFill>
                <a:latin typeface="Helvetica Neue"/>
                <a:ea typeface="Helvetica Neue"/>
                <a:cs typeface="Helvetica Neue"/>
              </a:defRPr>
            </a:lvl8pPr>
            <a:lvl9pPr algn="ctr">
              <a:buNone/>
              <a:defRPr sz="2250" b="1">
                <a:solidFill>
                  <a:srgbClr val="102A43"/>
                </a:solidFill>
                <a:latin typeface="Helvetica Neue"/>
                <a:ea typeface="Helvetica Neue"/>
                <a:cs typeface="Helvetica Neue"/>
              </a:defRPr>
            </a:lvl9pPr>
          </a:lstStyle>
          <a:p>
            <a:pPr algn="ctr">
              <a:buNone/>
              <a:defRPr sz="2250" b="1">
                <a:solidFill>
                  <a:srgbClr val="102A43"/>
                </a:solidFill>
                <a:latin typeface="Helvetica Neue"/>
                <a:ea typeface="Helvetica Neue"/>
                <a:cs typeface="Helvetica Neue"/>
              </a:defRPr>
            </a:pPr>
            <a:r>
              <a:rPr lang="en-US" altLang="zh-CN" sz="1875" b="1">
                <a:solidFill>
                  <a:srgbClr val="102A43"/>
                </a:solidFill>
                <a:latin typeface="Helvetica Neue"/>
                <a:ea typeface="Helvetica Neue"/>
                <a:cs typeface="Helvetica Neue"/>
              </a:rPr>
              <a:t>Does the added colour signal leave a trace?</a:t>
            </a:r>
            <a:endParaRPr lang="en-US" altLang="zh-CN" sz="1875" b="1">
              <a:solidFill>
                <a:srgbClr val="102A43"/>
              </a:solidFill>
              <a:latin typeface="Helvetica Neue"/>
              <a:ea typeface="Helvetica Neue"/>
              <a:cs typeface="Helvetica Neue"/>
            </a:endParaRPr>
          </a:p>
        </p:txBody>
      </p:sp>
      <p:sp>
        <p:nvSpPr>
          <p:cNvPr id="20" name="矩形 19"/>
          <p:cNvSpPr>
            <a:spLocks noGrp="1"/>
          </p:cNvSpPr>
          <p:nvPr/>
        </p:nvSpPr>
        <p:spPr>
          <a:xfrm>
            <a:off x="1619250" y="4810125"/>
            <a:ext cx="8953500" cy="438150"/>
          </a:xfrm>
          <a:prstGeom prst="rect">
            <a:avLst/>
          </a:prstGeom>
          <a:noFill/>
          <a:ln w="0">
            <a:noFill/>
          </a:ln>
        </p:spPr>
        <p:txBody>
          <a:bodyPr anchor="ctr">
            <a:noAutofit/>
          </a:bodyPr>
          <a:lstStyle>
            <a:defPPr algn="ctr">
              <a:defRPr sz="1500" b="0">
                <a:solidFill>
                  <a:srgbClr val="243B53"/>
                </a:solidFill>
                <a:latin typeface="Helvetica Neue"/>
                <a:ea typeface="Helvetica Neue"/>
                <a:cs typeface="Helvetica Neue"/>
              </a:defRPr>
            </a:defPPr>
            <a:lvl1pPr algn="ctr">
              <a:buNone/>
              <a:defRPr sz="1500" b="0">
                <a:solidFill>
                  <a:srgbClr val="243B53"/>
                </a:solidFill>
                <a:latin typeface="Helvetica Neue"/>
                <a:ea typeface="Helvetica Neue"/>
                <a:cs typeface="Helvetica Neue"/>
              </a:defRPr>
            </a:lvl1pPr>
            <a:lvl2pPr algn="ctr">
              <a:buNone/>
              <a:defRPr sz="1500" b="0">
                <a:solidFill>
                  <a:srgbClr val="243B53"/>
                </a:solidFill>
                <a:latin typeface="Helvetica Neue"/>
                <a:ea typeface="Helvetica Neue"/>
                <a:cs typeface="Helvetica Neue"/>
              </a:defRPr>
            </a:lvl2pPr>
            <a:lvl3pPr algn="ctr">
              <a:buNone/>
              <a:defRPr sz="1500" b="0">
                <a:solidFill>
                  <a:srgbClr val="243B53"/>
                </a:solidFill>
                <a:latin typeface="Helvetica Neue"/>
                <a:ea typeface="Helvetica Neue"/>
                <a:cs typeface="Helvetica Neue"/>
              </a:defRPr>
            </a:lvl3pPr>
            <a:lvl4pPr algn="ctr">
              <a:buNone/>
              <a:defRPr sz="1500" b="0">
                <a:solidFill>
                  <a:srgbClr val="243B53"/>
                </a:solidFill>
                <a:latin typeface="Helvetica Neue"/>
                <a:ea typeface="Helvetica Neue"/>
                <a:cs typeface="Helvetica Neue"/>
              </a:defRPr>
            </a:lvl4pPr>
            <a:lvl5pPr algn="ctr">
              <a:buNone/>
              <a:defRPr sz="1500" b="0">
                <a:solidFill>
                  <a:srgbClr val="243B53"/>
                </a:solidFill>
                <a:latin typeface="Helvetica Neue"/>
                <a:ea typeface="Helvetica Neue"/>
                <a:cs typeface="Helvetica Neue"/>
              </a:defRPr>
            </a:lvl5pPr>
            <a:lvl6pPr algn="ctr">
              <a:buNone/>
              <a:defRPr sz="1500" b="0">
                <a:solidFill>
                  <a:srgbClr val="243B53"/>
                </a:solidFill>
                <a:latin typeface="Helvetica Neue"/>
                <a:ea typeface="Helvetica Neue"/>
                <a:cs typeface="Helvetica Neue"/>
              </a:defRPr>
            </a:lvl6pPr>
            <a:lvl7pPr algn="ctr">
              <a:buNone/>
              <a:defRPr sz="1500" b="0">
                <a:solidFill>
                  <a:srgbClr val="243B53"/>
                </a:solidFill>
                <a:latin typeface="Helvetica Neue"/>
                <a:ea typeface="Helvetica Neue"/>
                <a:cs typeface="Helvetica Neue"/>
              </a:defRPr>
            </a:lvl7pPr>
            <a:lvl8pPr algn="ctr">
              <a:buNone/>
              <a:defRPr sz="1500" b="0">
                <a:solidFill>
                  <a:srgbClr val="243B53"/>
                </a:solidFill>
                <a:latin typeface="Helvetica Neue"/>
                <a:ea typeface="Helvetica Neue"/>
                <a:cs typeface="Helvetica Neue"/>
              </a:defRPr>
            </a:lvl8pPr>
            <a:lvl9pPr algn="ctr">
              <a:buNone/>
              <a:defRPr sz="1500" b="0">
                <a:solidFill>
                  <a:srgbClr val="243B53"/>
                </a:solidFill>
                <a:latin typeface="Helvetica Neue"/>
                <a:ea typeface="Helvetica Neue"/>
                <a:cs typeface="Helvetica Neue"/>
              </a:defRPr>
            </a:lvl9pPr>
          </a:lstStyle>
          <a:p>
            <a:pPr algn="ctr">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paired check: identical audio and mouth-geometry correlations of 0.997 to 0.999</a:t>
            </a:r>
            <a:endParaRPr sz="1500" b="0">
              <a:solidFill>
                <a:srgbClr val="243B53"/>
              </a:solidFill>
              <a:latin typeface="Helvetica Neue"/>
              <a:ea typeface="Helvetica Neue"/>
              <a:cs typeface="Helvetica Neue"/>
            </a:endParaRPr>
          </a:p>
        </p:txBody>
      </p:sp>
      <p:sp>
        <p:nvSpPr>
          <p:cNvPr id="21" name="矩形 20"/>
          <p:cNvSpPr>
            <a:spLocks noGrp="1"/>
          </p:cNvSpPr>
          <p:nvPr/>
        </p:nvSpPr>
        <p:spPr>
          <a:xfrm>
            <a:off x="1619250" y="5343525"/>
            <a:ext cx="8953500" cy="438150"/>
          </a:xfrm>
          <a:prstGeom prst="rect">
            <a:avLst/>
          </a:prstGeom>
          <a:noFill/>
          <a:ln w="0">
            <a:noFill/>
          </a:ln>
        </p:spPr>
        <p:txBody>
          <a:bodyPr anchor="ctr">
            <a:noAutofit/>
          </a:bodyPr>
          <a:lstStyle>
            <a:defPPr algn="ctr">
              <a:defRPr sz="1500" b="1">
                <a:solidFill>
                  <a:srgbClr val="D64545"/>
                </a:solidFill>
                <a:latin typeface="Helvetica Neue"/>
                <a:ea typeface="Helvetica Neue"/>
                <a:cs typeface="Helvetica Neue"/>
              </a:defRPr>
            </a:defPPr>
            <a:lvl1pPr algn="ctr">
              <a:buNone/>
              <a:defRPr sz="1500" b="1">
                <a:solidFill>
                  <a:srgbClr val="D64545"/>
                </a:solidFill>
                <a:latin typeface="Helvetica Neue"/>
                <a:ea typeface="Helvetica Neue"/>
                <a:cs typeface="Helvetica Neue"/>
              </a:defRPr>
            </a:lvl1pPr>
            <a:lvl2pPr algn="ctr">
              <a:buNone/>
              <a:defRPr sz="1500" b="1">
                <a:solidFill>
                  <a:srgbClr val="D64545"/>
                </a:solidFill>
                <a:latin typeface="Helvetica Neue"/>
                <a:ea typeface="Helvetica Neue"/>
                <a:cs typeface="Helvetica Neue"/>
              </a:defRPr>
            </a:lvl2pPr>
            <a:lvl3pPr algn="ctr">
              <a:buNone/>
              <a:defRPr sz="1500" b="1">
                <a:solidFill>
                  <a:srgbClr val="D64545"/>
                </a:solidFill>
                <a:latin typeface="Helvetica Neue"/>
                <a:ea typeface="Helvetica Neue"/>
                <a:cs typeface="Helvetica Neue"/>
              </a:defRPr>
            </a:lvl3pPr>
            <a:lvl4pPr algn="ctr">
              <a:buNone/>
              <a:defRPr sz="1500" b="1">
                <a:solidFill>
                  <a:srgbClr val="D64545"/>
                </a:solidFill>
                <a:latin typeface="Helvetica Neue"/>
                <a:ea typeface="Helvetica Neue"/>
                <a:cs typeface="Helvetica Neue"/>
              </a:defRPr>
            </a:lvl4pPr>
            <a:lvl5pPr algn="ctr">
              <a:buNone/>
              <a:defRPr sz="1500" b="1">
                <a:solidFill>
                  <a:srgbClr val="D64545"/>
                </a:solidFill>
                <a:latin typeface="Helvetica Neue"/>
                <a:ea typeface="Helvetica Neue"/>
                <a:cs typeface="Helvetica Neue"/>
              </a:defRPr>
            </a:lvl5pPr>
            <a:lvl6pPr algn="ctr">
              <a:buNone/>
              <a:defRPr sz="1500" b="1">
                <a:solidFill>
                  <a:srgbClr val="D64545"/>
                </a:solidFill>
                <a:latin typeface="Helvetica Neue"/>
                <a:ea typeface="Helvetica Neue"/>
                <a:cs typeface="Helvetica Neue"/>
              </a:defRPr>
            </a:lvl6pPr>
            <a:lvl7pPr algn="ctr">
              <a:buNone/>
              <a:defRPr sz="1500" b="1">
                <a:solidFill>
                  <a:srgbClr val="D64545"/>
                </a:solidFill>
                <a:latin typeface="Helvetica Neue"/>
                <a:ea typeface="Helvetica Neue"/>
                <a:cs typeface="Helvetica Neue"/>
              </a:defRPr>
            </a:lvl7pPr>
            <a:lvl8pPr algn="ctr">
              <a:buNone/>
              <a:defRPr sz="1500" b="1">
                <a:solidFill>
                  <a:srgbClr val="D64545"/>
                </a:solidFill>
                <a:latin typeface="Helvetica Neue"/>
                <a:ea typeface="Helvetica Neue"/>
                <a:cs typeface="Helvetica Neue"/>
              </a:defRPr>
            </a:lvl8pPr>
            <a:lvl9pPr algn="ctr">
              <a:buNone/>
              <a:defRPr sz="1500" b="1">
                <a:solidFill>
                  <a:srgbClr val="D64545"/>
                </a:solidFill>
                <a:latin typeface="Helvetica Neue"/>
                <a:ea typeface="Helvetica Neue"/>
                <a:cs typeface="Helvetica Neue"/>
              </a:defRPr>
            </a:lvl9pPr>
          </a:lstStyle>
          <a:p>
            <a:pPr algn="ctr">
              <a:buNone/>
              <a:defRPr sz="1500" b="1">
                <a:solidFill>
                  <a:srgbClr val="D64545"/>
                </a:solidFill>
                <a:latin typeface="Helvetica Neue"/>
                <a:ea typeface="Helvetica Neue"/>
                <a:cs typeface="Helvetica Neue"/>
              </a:defRPr>
            </a:pPr>
            <a:r>
              <a:rPr sz="1350" b="1">
                <a:solidFill>
                  <a:srgbClr val="D64545"/>
                </a:solidFill>
                <a:latin typeface="Helvetica Neue"/>
                <a:ea typeface="Helvetica Neue"/>
                <a:cs typeface="Helvetica Neue"/>
              </a:rPr>
              <a:t>M2 peer videos; M3 adds controls and robustness tests near 1.2 Hz</a:t>
            </a:r>
            <a:endParaRPr sz="1350" b="1">
              <a:solidFill>
                <a:srgbClr val="D64545"/>
              </a:solidFill>
              <a:latin typeface="Helvetica Neue"/>
              <a:ea typeface="Helvetica Neue"/>
              <a:cs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 name="矩形 29"/>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matched mouth-motion experiment</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endParaRPr sz="900" b="0">
              <a:solidFill>
                <a:srgbClr val="627D98"/>
              </a:solidFill>
              <a:latin typeface="Helvetica Neue"/>
              <a:ea typeface="Helvetica Neue"/>
              <a:cs typeface="Helvetica Neue"/>
            </a:endParaRPr>
          </a:p>
        </p:txBody>
      </p:sp>
      <p:sp>
        <p:nvSpPr>
          <p:cNvPr id="6" name="圆角矩形 5"/>
          <p:cNvSpPr>
            <a:spLocks noGrp="1"/>
          </p:cNvSpPr>
          <p:nvPr/>
        </p:nvSpPr>
        <p:spPr>
          <a:xfrm>
            <a:off x="476250" y="2000250"/>
            <a:ext cx="1952625" cy="1524000"/>
          </a:xfrm>
          <a:prstGeom prst="roundRect">
            <a:avLst>
              <a:gd name="adj" fmla="val 5000"/>
            </a:avLst>
          </a:prstGeom>
          <a:solidFill>
            <a:srgbClr val="EAF1FF"/>
          </a:solidFill>
          <a:ln w="19050">
            <a:solidFill>
              <a:srgbClr val="2F6BFF"/>
            </a:solidFill>
          </a:ln>
        </p:spPr>
      </p:sp>
      <p:sp>
        <p:nvSpPr>
          <p:cNvPr id="7" name="矩形 6"/>
          <p:cNvSpPr>
            <a:spLocks noGrp="1"/>
          </p:cNvSpPr>
          <p:nvPr/>
        </p:nvSpPr>
        <p:spPr>
          <a:xfrm>
            <a:off x="647700" y="2114550"/>
            <a:ext cx="1609725" cy="323850"/>
          </a:xfrm>
          <a:prstGeom prst="rect">
            <a:avLst/>
          </a:prstGeom>
          <a:noFill/>
          <a:ln w="0">
            <a:noFill/>
          </a:ln>
        </p:spPr>
        <p:txBody>
          <a:bodyPr anchor="ctr">
            <a:noAutofit/>
          </a:bodyPr>
          <a:lstStyle>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36 pairs</a:t>
            </a:r>
            <a:endParaRPr sz="1650" b="1">
              <a:solidFill>
                <a:srgbClr val="2F6BFF"/>
              </a:solidFill>
              <a:latin typeface="Helvetica Neue"/>
              <a:ea typeface="Helvetica Neue"/>
              <a:cs typeface="Helvetica Neue"/>
            </a:endParaRPr>
          </a:p>
        </p:txBody>
      </p:sp>
      <p:sp>
        <p:nvSpPr>
          <p:cNvPr id="8" name="矩形 7"/>
          <p:cNvSpPr>
            <a:spLocks noGrp="1"/>
          </p:cNvSpPr>
          <p:nvPr/>
        </p:nvSpPr>
        <p:spPr>
          <a:xfrm>
            <a:off x="647700" y="2495550"/>
            <a:ext cx="1609725" cy="9144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Same identity/audio</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72 controlled clips</a:t>
            </a:r>
            <a:endParaRPr sz="1275" b="0">
              <a:solidFill>
                <a:srgbClr val="243B53"/>
              </a:solidFill>
              <a:latin typeface="Helvetica Neue"/>
              <a:ea typeface="Helvetica Neue"/>
              <a:cs typeface="Helvetica Neue"/>
            </a:endParaRPr>
          </a:p>
        </p:txBody>
      </p:sp>
      <p:sp>
        <p:nvSpPr>
          <p:cNvPr id="9" name="直接连接符 8"/>
          <p:cNvSpPr>
            <a:spLocks noGrp="1"/>
          </p:cNvSpPr>
          <p:nvPr/>
        </p:nvSpPr>
        <p:spPr>
          <a:xfrm>
            <a:off x="2428875" y="2762250"/>
            <a:ext cx="381000" cy="0"/>
          </a:xfrm>
          <a:prstGeom prst="line">
            <a:avLst/>
          </a:prstGeom>
          <a:noFill/>
          <a:ln w="19050">
            <a:solidFill>
              <a:srgbClr val="627D98"/>
            </a:solidFill>
          </a:ln>
        </p:spPr>
      </p:sp>
      <p:sp>
        <p:nvSpPr>
          <p:cNvPr id="10" name="圆角矩形 9"/>
          <p:cNvSpPr>
            <a:spLocks noGrp="1"/>
          </p:cNvSpPr>
          <p:nvPr/>
        </p:nvSpPr>
        <p:spPr>
          <a:xfrm>
            <a:off x="2809875" y="2000250"/>
            <a:ext cx="1952625" cy="1524000"/>
          </a:xfrm>
          <a:prstGeom prst="roundRect">
            <a:avLst>
              <a:gd name="adj" fmla="val 5000"/>
            </a:avLst>
          </a:prstGeom>
          <a:solidFill>
            <a:srgbClr val="E7F7F5"/>
          </a:solidFill>
          <a:ln w="19050">
            <a:solidFill>
              <a:srgbClr val="159E9C"/>
            </a:solidFill>
          </a:ln>
        </p:spPr>
      </p:sp>
      <p:sp>
        <p:nvSpPr>
          <p:cNvPr id="11" name="矩形 10"/>
          <p:cNvSpPr>
            <a:spLocks noGrp="1"/>
          </p:cNvSpPr>
          <p:nvPr/>
        </p:nvSpPr>
        <p:spPr>
          <a:xfrm>
            <a:off x="2981325" y="2114550"/>
            <a:ext cx="1609725" cy="323850"/>
          </a:xfrm>
          <a:prstGeom prst="rect">
            <a:avLst/>
          </a:prstGeom>
          <a:noFill/>
          <a:ln w="0">
            <a:noFill/>
          </a:ln>
        </p:spPr>
        <p:txBody>
          <a:bodyPr anchor="ctr">
            <a:noAutofit/>
          </a:bodyPr>
          <a:lstStyle>
            <a:defPPr algn="l">
              <a:defRPr sz="1650" b="1">
                <a:solidFill>
                  <a:srgbClr val="159E9C"/>
                </a:solidFill>
                <a:latin typeface="Helvetica Neue"/>
                <a:ea typeface="Helvetica Neue"/>
                <a:cs typeface="Helvetica Neue"/>
              </a:defRPr>
            </a:defPPr>
            <a:lvl1pPr algn="l">
              <a:buNone/>
              <a:defRPr sz="1650" b="1">
                <a:solidFill>
                  <a:srgbClr val="159E9C"/>
                </a:solidFill>
                <a:latin typeface="Helvetica Neue"/>
                <a:ea typeface="Helvetica Neue"/>
                <a:cs typeface="Helvetica Neue"/>
              </a:defRPr>
            </a:lvl1pPr>
            <a:lvl2pPr algn="l">
              <a:buNone/>
              <a:defRPr sz="1650" b="1">
                <a:solidFill>
                  <a:srgbClr val="159E9C"/>
                </a:solidFill>
                <a:latin typeface="Helvetica Neue"/>
                <a:ea typeface="Helvetica Neue"/>
                <a:cs typeface="Helvetica Neue"/>
              </a:defRPr>
            </a:lvl2pPr>
            <a:lvl3pPr algn="l">
              <a:buNone/>
              <a:defRPr sz="1650" b="1">
                <a:solidFill>
                  <a:srgbClr val="159E9C"/>
                </a:solidFill>
                <a:latin typeface="Helvetica Neue"/>
                <a:ea typeface="Helvetica Neue"/>
                <a:cs typeface="Helvetica Neue"/>
              </a:defRPr>
            </a:lvl3pPr>
            <a:lvl4pPr algn="l">
              <a:buNone/>
              <a:defRPr sz="1650" b="1">
                <a:solidFill>
                  <a:srgbClr val="159E9C"/>
                </a:solidFill>
                <a:latin typeface="Helvetica Neue"/>
                <a:ea typeface="Helvetica Neue"/>
                <a:cs typeface="Helvetica Neue"/>
              </a:defRPr>
            </a:lvl4pPr>
            <a:lvl5pPr algn="l">
              <a:buNone/>
              <a:defRPr sz="1650" b="1">
                <a:solidFill>
                  <a:srgbClr val="159E9C"/>
                </a:solidFill>
                <a:latin typeface="Helvetica Neue"/>
                <a:ea typeface="Helvetica Neue"/>
                <a:cs typeface="Helvetica Neue"/>
              </a:defRPr>
            </a:lvl5pPr>
            <a:lvl6pPr algn="l">
              <a:buNone/>
              <a:defRPr sz="1650" b="1">
                <a:solidFill>
                  <a:srgbClr val="159E9C"/>
                </a:solidFill>
                <a:latin typeface="Helvetica Neue"/>
                <a:ea typeface="Helvetica Neue"/>
                <a:cs typeface="Helvetica Neue"/>
              </a:defRPr>
            </a:lvl6pPr>
            <a:lvl7pPr algn="l">
              <a:buNone/>
              <a:defRPr sz="1650" b="1">
                <a:solidFill>
                  <a:srgbClr val="159E9C"/>
                </a:solidFill>
                <a:latin typeface="Helvetica Neue"/>
                <a:ea typeface="Helvetica Neue"/>
                <a:cs typeface="Helvetica Neue"/>
              </a:defRPr>
            </a:lvl7pPr>
            <a:lvl8pPr algn="l">
              <a:buNone/>
              <a:defRPr sz="1650" b="1">
                <a:solidFill>
                  <a:srgbClr val="159E9C"/>
                </a:solidFill>
                <a:latin typeface="Helvetica Neue"/>
                <a:ea typeface="Helvetica Neue"/>
                <a:cs typeface="Helvetica Neue"/>
              </a:defRPr>
            </a:lvl8pPr>
            <a:lvl9pPr algn="l">
              <a:buNone/>
              <a:defRPr sz="1650" b="1">
                <a:solidFill>
                  <a:srgbClr val="159E9C"/>
                </a:solidFill>
                <a:latin typeface="Helvetica Neue"/>
                <a:ea typeface="Helvetica Neue"/>
                <a:cs typeface="Helvetica Neue"/>
              </a:defRPr>
            </a:lvl9pPr>
          </a:lstStyle>
          <a:p>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endParaRPr sz="1650" b="1">
              <a:solidFill>
                <a:srgbClr val="159E9C"/>
              </a:solidFill>
              <a:latin typeface="Helvetica Neue"/>
              <a:ea typeface="Helvetica Neue"/>
              <a:cs typeface="Helvetica Neue"/>
            </a:endParaRPr>
          </a:p>
        </p:txBody>
      </p:sp>
      <p:sp>
        <p:nvSpPr>
          <p:cNvPr id="12" name="矩形 11"/>
          <p:cNvSpPr>
            <a:spLocks noGrp="1"/>
          </p:cNvSpPr>
          <p:nvPr/>
        </p:nvSpPr>
        <p:spPr>
          <a:xfrm>
            <a:off x="2981325" y="2495550"/>
            <a:ext cx="1609725" cy="9144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Aperture, width</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velocity to jerk</a:t>
            </a:r>
            <a:endParaRPr sz="1275" b="0">
              <a:solidFill>
                <a:srgbClr val="243B53"/>
              </a:solidFill>
              <a:latin typeface="Helvetica Neue"/>
              <a:ea typeface="Helvetica Neue"/>
              <a:cs typeface="Helvetica Neue"/>
            </a:endParaRPr>
          </a:p>
        </p:txBody>
      </p:sp>
      <p:sp>
        <p:nvSpPr>
          <p:cNvPr id="13" name="直接连接符 12"/>
          <p:cNvSpPr>
            <a:spLocks noGrp="1"/>
          </p:cNvSpPr>
          <p:nvPr/>
        </p:nvSpPr>
        <p:spPr>
          <a:xfrm>
            <a:off x="4762500" y="2762250"/>
            <a:ext cx="381000" cy="0"/>
          </a:xfrm>
          <a:prstGeom prst="line">
            <a:avLst/>
          </a:prstGeom>
          <a:noFill/>
          <a:ln w="19050">
            <a:solidFill>
              <a:srgbClr val="627D98"/>
            </a:solidFill>
          </a:ln>
        </p:spPr>
      </p:sp>
      <p:sp>
        <p:nvSpPr>
          <p:cNvPr id="14" name="圆角矩形 13"/>
          <p:cNvSpPr>
            <a:spLocks noGrp="1"/>
          </p:cNvSpPr>
          <p:nvPr/>
        </p:nvSpPr>
        <p:spPr>
          <a:xfrm>
            <a:off x="5143500" y="2000250"/>
            <a:ext cx="1952625" cy="1524000"/>
          </a:xfrm>
          <a:prstGeom prst="roundRect">
            <a:avLst>
              <a:gd name="adj" fmla="val 5000"/>
            </a:avLst>
          </a:prstGeom>
          <a:solidFill>
            <a:srgbClr val="FFF2E2"/>
          </a:solidFill>
          <a:ln w="19050">
            <a:solidFill>
              <a:srgbClr val="E67E22"/>
            </a:solidFill>
          </a:ln>
        </p:spPr>
      </p:sp>
      <p:sp>
        <p:nvSpPr>
          <p:cNvPr id="15" name="矩形 14"/>
          <p:cNvSpPr>
            <a:spLocks noGrp="1"/>
          </p:cNvSpPr>
          <p:nvPr/>
        </p:nvSpPr>
        <p:spPr>
          <a:xfrm>
            <a:off x="5314950" y="2114550"/>
            <a:ext cx="1609725" cy="323850"/>
          </a:xfrm>
          <a:prstGeom prst="rect">
            <a:avLst/>
          </a:prstGeom>
          <a:noFill/>
          <a:ln w="0">
            <a:noFill/>
          </a:ln>
        </p:spPr>
        <p:txBody>
          <a:bodyPr anchor="ctr">
            <a:noAutofit/>
          </a:bodyPr>
          <a:lstStyle>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a:pPr algn="l">
              <a:buNone/>
              <a:defRPr sz="1650" b="1">
                <a:solidFill>
                  <a:srgbClr val="E67E22"/>
                </a:solidFill>
                <a:latin typeface="Helvetica Neue"/>
                <a:ea typeface="Helvetica Neue"/>
                <a:cs typeface="Helvetica Neue"/>
              </a:defRPr>
            </a:pPr>
            <a:r>
              <a:rPr sz="1500" b="1">
                <a:solidFill>
                  <a:srgbClr val="E67E22"/>
                </a:solidFill>
                <a:latin typeface="Helvetica Neue"/>
                <a:ea typeface="Helvetica Neue"/>
                <a:cs typeface="Helvetica Neue"/>
              </a:rPr>
              <a:t>Approximate timing</a:t>
            </a:r>
            <a:endParaRPr sz="1500" b="1">
              <a:solidFill>
                <a:srgbClr val="E67E22"/>
              </a:solidFill>
              <a:latin typeface="Helvetica Neue"/>
              <a:ea typeface="Helvetica Neue"/>
              <a:cs typeface="Helvetica Neue"/>
            </a:endParaRPr>
          </a:p>
        </p:txBody>
      </p:sp>
      <p:sp>
        <p:nvSpPr>
          <p:cNvPr id="16" name="矩形 15"/>
          <p:cNvSpPr>
            <a:spLocks noGrp="1"/>
          </p:cNvSpPr>
          <p:nvPr/>
        </p:nvSpPr>
        <p:spPr>
          <a:xfrm>
            <a:off x="5314950" y="2495550"/>
            <a:ext cx="1609725" cy="9144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Whisper timestamps</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CMUdict phones</a:t>
            </a:r>
            <a:endParaRPr sz="1275" b="0">
              <a:solidFill>
                <a:srgbClr val="243B53"/>
              </a:solidFill>
              <a:latin typeface="Helvetica Neue"/>
              <a:ea typeface="Helvetica Neue"/>
              <a:cs typeface="Helvetica Neue"/>
            </a:endParaRPr>
          </a:p>
        </p:txBody>
      </p:sp>
      <p:sp>
        <p:nvSpPr>
          <p:cNvPr id="17" name="直接连接符 16"/>
          <p:cNvSpPr>
            <a:spLocks noGrp="1"/>
          </p:cNvSpPr>
          <p:nvPr/>
        </p:nvSpPr>
        <p:spPr>
          <a:xfrm>
            <a:off x="7096125" y="2762250"/>
            <a:ext cx="381000" cy="0"/>
          </a:xfrm>
          <a:prstGeom prst="line">
            <a:avLst/>
          </a:prstGeom>
          <a:noFill/>
          <a:ln w="19050">
            <a:solidFill>
              <a:srgbClr val="627D98"/>
            </a:solidFill>
          </a:ln>
        </p:spPr>
      </p:sp>
      <p:sp>
        <p:nvSpPr>
          <p:cNvPr id="18" name="圆角矩形 17"/>
          <p:cNvSpPr>
            <a:spLocks noGrp="1"/>
          </p:cNvSpPr>
          <p:nvPr/>
        </p:nvSpPr>
        <p:spPr>
          <a:xfrm>
            <a:off x="7477125" y="2000250"/>
            <a:ext cx="1952625" cy="1524000"/>
          </a:xfrm>
          <a:prstGeom prst="roundRect">
            <a:avLst>
              <a:gd name="adj" fmla="val 5000"/>
            </a:avLst>
          </a:prstGeom>
          <a:solidFill>
            <a:srgbClr val="FCECEC"/>
          </a:solidFill>
          <a:ln w="19050">
            <a:solidFill>
              <a:srgbClr val="D64545"/>
            </a:solidFill>
          </a:ln>
        </p:spPr>
      </p:sp>
      <p:sp>
        <p:nvSpPr>
          <p:cNvPr id="19" name="矩形 18"/>
          <p:cNvSpPr>
            <a:spLocks noGrp="1"/>
          </p:cNvSpPr>
          <p:nvPr/>
        </p:nvSpPr>
        <p:spPr>
          <a:xfrm>
            <a:off x="7648575" y="2114550"/>
            <a:ext cx="1609725" cy="323850"/>
          </a:xfrm>
          <a:prstGeom prst="rect">
            <a:avLst/>
          </a:prstGeom>
          <a:noFill/>
          <a:ln w="0">
            <a:noFill/>
          </a:ln>
        </p:spPr>
        <p:txBody>
          <a:bodyPr anchor="ctr">
            <a:noAutofit/>
          </a:bodyPr>
          <a:lstStyle>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Four feature sets</a:t>
            </a:r>
            <a:endParaRPr sz="1650" b="1">
              <a:solidFill>
                <a:srgbClr val="D64545"/>
              </a:solidFill>
              <a:latin typeface="Helvetica Neue"/>
              <a:ea typeface="Helvetica Neue"/>
              <a:cs typeface="Helvetica Neue"/>
            </a:endParaRPr>
          </a:p>
        </p:txBody>
      </p:sp>
      <p:sp>
        <p:nvSpPr>
          <p:cNvPr id="20" name="矩形 19"/>
          <p:cNvSpPr>
            <a:spLocks noGrp="1"/>
          </p:cNvSpPr>
          <p:nvPr/>
        </p:nvSpPr>
        <p:spPr>
          <a:xfrm>
            <a:off x="7648575" y="2495550"/>
            <a:ext cx="1609725" cy="9144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24 global, 60 window</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Viseme and shuffled</a:t>
            </a:r>
            <a:endParaRPr sz="1275" b="0">
              <a:solidFill>
                <a:srgbClr val="243B53"/>
              </a:solidFill>
              <a:latin typeface="Helvetica Neue"/>
              <a:ea typeface="Helvetica Neue"/>
              <a:cs typeface="Helvetica Neue"/>
            </a:endParaRPr>
          </a:p>
        </p:txBody>
      </p:sp>
      <p:sp>
        <p:nvSpPr>
          <p:cNvPr id="21" name="直接连接符 20"/>
          <p:cNvSpPr>
            <a:spLocks noGrp="1"/>
          </p:cNvSpPr>
          <p:nvPr/>
        </p:nvSpPr>
        <p:spPr>
          <a:xfrm>
            <a:off x="9429750" y="2762250"/>
            <a:ext cx="381000" cy="0"/>
          </a:xfrm>
          <a:prstGeom prst="line">
            <a:avLst/>
          </a:prstGeom>
          <a:noFill/>
          <a:ln w="19050">
            <a:solidFill>
              <a:srgbClr val="627D98"/>
            </a:solidFill>
          </a:ln>
        </p:spPr>
      </p:sp>
      <p:sp>
        <p:nvSpPr>
          <p:cNvPr id="22" name="圆角矩形 21"/>
          <p:cNvSpPr>
            <a:spLocks noGrp="1"/>
          </p:cNvSpPr>
          <p:nvPr/>
        </p:nvSpPr>
        <p:spPr>
          <a:xfrm>
            <a:off x="9810750" y="2000250"/>
            <a:ext cx="1952625" cy="1524000"/>
          </a:xfrm>
          <a:prstGeom prst="roundRect">
            <a:avLst>
              <a:gd name="adj" fmla="val 5000"/>
            </a:avLst>
          </a:prstGeom>
          <a:solidFill>
            <a:srgbClr val="F4F7FB"/>
          </a:solidFill>
          <a:ln w="19050">
            <a:solidFill>
              <a:srgbClr val="102A43"/>
            </a:solidFill>
          </a:ln>
        </p:spPr>
      </p:sp>
      <p:sp>
        <p:nvSpPr>
          <p:cNvPr id="23" name="矩形 22"/>
          <p:cNvSpPr>
            <a:spLocks noGrp="1"/>
          </p:cNvSpPr>
          <p:nvPr/>
        </p:nvSpPr>
        <p:spPr>
          <a:xfrm>
            <a:off x="9982200" y="2114550"/>
            <a:ext cx="1609725"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Nested CV</a:t>
            </a:r>
            <a:endParaRPr sz="1650" b="1">
              <a:solidFill>
                <a:srgbClr val="102A43"/>
              </a:solidFill>
              <a:latin typeface="Helvetica Neue"/>
              <a:ea typeface="Helvetica Neue"/>
              <a:cs typeface="Helvetica Neue"/>
            </a:endParaRPr>
          </a:p>
        </p:txBody>
      </p:sp>
      <p:sp>
        <p:nvSpPr>
          <p:cNvPr id="24" name="矩形 23"/>
          <p:cNvSpPr>
            <a:spLocks noGrp="1"/>
          </p:cNvSpPr>
          <p:nvPr/>
        </p:nvSpPr>
        <p:spPr>
          <a:xfrm>
            <a:off x="9982200" y="2495550"/>
            <a:ext cx="1609725" cy="9144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Outer: 20 × four-fold</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Inner: log-loss C selection</a:t>
            </a:r>
            <a:endParaRPr sz="1275" b="0">
              <a:solidFill>
                <a:srgbClr val="243B53"/>
              </a:solidFill>
              <a:latin typeface="Helvetica Neue"/>
              <a:ea typeface="Helvetica Neue"/>
              <a:cs typeface="Helvetica Neue"/>
            </a:endParaRPr>
          </a:p>
        </p:txBody>
      </p:sp>
      <p:sp>
        <p:nvSpPr>
          <p:cNvPr id="25" name="矩形 24"/>
          <p:cNvSpPr>
            <a:spLocks noGrp="1"/>
          </p:cNvSpPr>
          <p:nvPr/>
        </p:nvSpPr>
        <p:spPr>
          <a:xfrm>
            <a:off x="904875" y="4095750"/>
            <a:ext cx="4572000" cy="38100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Matched audio and final codec within each pair</a:t>
            </a:r>
            <a:endParaRPr sz="1500" b="1">
              <a:solidFill>
                <a:srgbClr val="102A43"/>
              </a:solidFill>
              <a:latin typeface="Helvetica Neue"/>
              <a:ea typeface="Helvetica Neue"/>
              <a:cs typeface="Helvetica Neue"/>
            </a:endParaRPr>
          </a:p>
        </p:txBody>
      </p:sp>
      <p:sp>
        <p:nvSpPr>
          <p:cNvPr id="26" name="矩形 25"/>
          <p:cNvSpPr>
            <a:spLocks noGrp="1"/>
          </p:cNvSpPr>
          <p:nvPr/>
        </p:nvSpPr>
        <p:spPr>
          <a:xfrm>
            <a:off x="904875" y="4619625"/>
            <a:ext cx="4572000" cy="381000"/>
          </a:xfrm>
          <a:prstGeom prst="rect">
            <a:avLst/>
          </a:prstGeom>
          <a:noFill/>
          <a:ln w="0">
            <a:noFill/>
          </a:ln>
        </p:spPr>
        <p:txBody>
          <a:bodyPr anchor="ctr">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All three segments stay with their speaker</a:t>
            </a:r>
            <a:endParaRPr sz="1500" b="0">
              <a:solidFill>
                <a:srgbClr val="243B53"/>
              </a:solidFill>
              <a:latin typeface="Helvetica Neue"/>
              <a:ea typeface="Helvetica Neue"/>
              <a:cs typeface="Helvetica Neue"/>
            </a:endParaRPr>
          </a:p>
        </p:txBody>
      </p:sp>
      <p:sp>
        <p:nvSpPr>
          <p:cNvPr id="27" name="矩形 26"/>
          <p:cNvSpPr>
            <a:spLocks noGrp="1"/>
          </p:cNvSpPr>
          <p:nvPr/>
        </p:nvSpPr>
        <p:spPr>
          <a:xfrm>
            <a:off x="6762750" y="4095750"/>
            <a:ext cx="4000500" cy="381000"/>
          </a:xfrm>
          <a:prstGeom prst="rect">
            <a:avLst/>
          </a:prstGeom>
          <a:noFill/>
          <a:ln w="0">
            <a:noFill/>
          </a:ln>
        </p:spPr>
        <p:txBody>
          <a:bodyPr anchor="ctr">
            <a:noAutofit/>
          </a:bodyPr>
          <a:lstStyle>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Weak viseme timing, not forced alignment</a:t>
            </a:r>
            <a:endParaRPr sz="1650" b="1">
              <a:solidFill>
                <a:srgbClr val="D64545"/>
              </a:solidFill>
              <a:latin typeface="Helvetica Neue"/>
              <a:ea typeface="Helvetica Neue"/>
              <a:cs typeface="Helvetica Neue"/>
            </a:endParaRPr>
          </a:p>
        </p:txBody>
      </p:sp>
      <p:sp>
        <p:nvSpPr>
          <p:cNvPr id="28" name="矩形 27"/>
          <p:cNvSpPr>
            <a:spLocks noGrp="1"/>
          </p:cNvSpPr>
          <p:nvPr/>
        </p:nvSpPr>
        <p:spPr>
          <a:xfrm>
            <a:off x="6762750" y="4619625"/>
            <a:ext cx="4476750" cy="381000"/>
          </a:xfrm>
          <a:prstGeom prst="rect">
            <a:avLst/>
          </a:prstGeom>
          <a:noFill/>
          <a:ln w="0">
            <a:noFill/>
          </a:ln>
        </p:spPr>
        <p:txBody>
          <a:bodyPr anchor="ctr">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 generator and 12 identities</a:t>
            </a:r>
            <a:endParaRPr sz="1500" b="0">
              <a:solidFill>
                <a:srgbClr val="243B53"/>
              </a:solidFill>
              <a:latin typeface="Helvetica Neue"/>
              <a:ea typeface="Helvetica Neue"/>
              <a:cs typeface="Helvetica Neue"/>
            </a:endParaRPr>
          </a:p>
        </p:txBody>
      </p:sp>
      <p:sp>
        <p:nvSpPr>
          <p:cNvPr id="29" name="矩形 28"/>
          <p:cNvSpPr>
            <a:spLocks noGrp="1"/>
          </p:cNvSpPr>
          <p:nvPr/>
        </p:nvSpPr>
        <p:spPr>
          <a:xfrm>
            <a:off x="666750" y="5781675"/>
            <a:ext cx="9525000" cy="304800"/>
          </a:xfrm>
          <a:prstGeom prst="rect">
            <a:avLst/>
          </a:prstGeom>
          <a:noFill/>
          <a:ln w="0">
            <a:noFill/>
          </a:ln>
        </p:spPr>
        <p:txBody>
          <a:bodyPr anchor="ctr">
            <a:noAutofit/>
          </a:bodyPr>
          <a:lstStyle>
            <a:defPPr algn="l">
              <a:defRPr sz="1350" b="1">
                <a:solidFill>
                  <a:srgbClr val="159E9C"/>
                </a:solidFill>
                <a:latin typeface="Helvetica Neue"/>
                <a:ea typeface="Helvetica Neue"/>
                <a:cs typeface="Helvetica Neue"/>
              </a:defRPr>
            </a:defPPr>
            <a:lvl1pPr algn="l">
              <a:buNone/>
              <a:defRPr sz="1350" b="1">
                <a:solidFill>
                  <a:srgbClr val="159E9C"/>
                </a:solidFill>
                <a:latin typeface="Helvetica Neue"/>
                <a:ea typeface="Helvetica Neue"/>
                <a:cs typeface="Helvetica Neue"/>
              </a:defRPr>
            </a:lvl1pPr>
            <a:lvl2pPr algn="l">
              <a:buNone/>
              <a:defRPr sz="1350" b="1">
                <a:solidFill>
                  <a:srgbClr val="159E9C"/>
                </a:solidFill>
                <a:latin typeface="Helvetica Neue"/>
                <a:ea typeface="Helvetica Neue"/>
                <a:cs typeface="Helvetica Neue"/>
              </a:defRPr>
            </a:lvl2pPr>
            <a:lvl3pPr algn="l">
              <a:buNone/>
              <a:defRPr sz="1350" b="1">
                <a:solidFill>
                  <a:srgbClr val="159E9C"/>
                </a:solidFill>
                <a:latin typeface="Helvetica Neue"/>
                <a:ea typeface="Helvetica Neue"/>
                <a:cs typeface="Helvetica Neue"/>
              </a:defRPr>
            </a:lvl3pPr>
            <a:lvl4pPr algn="l">
              <a:buNone/>
              <a:defRPr sz="1350" b="1">
                <a:solidFill>
                  <a:srgbClr val="159E9C"/>
                </a:solidFill>
                <a:latin typeface="Helvetica Neue"/>
                <a:ea typeface="Helvetica Neue"/>
                <a:cs typeface="Helvetica Neue"/>
              </a:defRPr>
            </a:lvl4pPr>
            <a:lvl5pPr algn="l">
              <a:buNone/>
              <a:defRPr sz="1350" b="1">
                <a:solidFill>
                  <a:srgbClr val="159E9C"/>
                </a:solidFill>
                <a:latin typeface="Helvetica Neue"/>
                <a:ea typeface="Helvetica Neue"/>
                <a:cs typeface="Helvetica Neue"/>
              </a:defRPr>
            </a:lvl5pPr>
            <a:lvl6pPr algn="l">
              <a:buNone/>
              <a:defRPr sz="1350" b="1">
                <a:solidFill>
                  <a:srgbClr val="159E9C"/>
                </a:solidFill>
                <a:latin typeface="Helvetica Neue"/>
                <a:ea typeface="Helvetica Neue"/>
                <a:cs typeface="Helvetica Neue"/>
              </a:defRPr>
            </a:lvl6pPr>
            <a:lvl7pPr algn="l">
              <a:buNone/>
              <a:defRPr sz="1350" b="1">
                <a:solidFill>
                  <a:srgbClr val="159E9C"/>
                </a:solidFill>
                <a:latin typeface="Helvetica Neue"/>
                <a:ea typeface="Helvetica Neue"/>
                <a:cs typeface="Helvetica Neue"/>
              </a:defRPr>
            </a:lvl7pPr>
            <a:lvl8pPr algn="l">
              <a:buNone/>
              <a:defRPr sz="1350" b="1">
                <a:solidFill>
                  <a:srgbClr val="159E9C"/>
                </a:solidFill>
                <a:latin typeface="Helvetica Neue"/>
                <a:ea typeface="Helvetica Neue"/>
                <a:cs typeface="Helvetica Neue"/>
              </a:defRPr>
            </a:lvl8pPr>
            <a:lvl9pPr algn="l">
              <a:buNone/>
              <a:defRPr sz="1350" b="1">
                <a:solidFill>
                  <a:srgbClr val="159E9C"/>
                </a:solidFill>
                <a:latin typeface="Helvetica Neue"/>
                <a:ea typeface="Helvetica Neue"/>
                <a:cs typeface="Helvetica Neue"/>
              </a:defRPr>
            </a:lvl9pPr>
          </a:lstStyle>
          <a:p>
            <a:pPr algn="l">
              <a:buNone/>
              <a:defRPr sz="1350" b="1">
                <a:solidFill>
                  <a:srgbClr val="159E9C"/>
                </a:solidFill>
                <a:latin typeface="Helvetica Neue"/>
                <a:ea typeface="Helvetica Neue"/>
                <a:cs typeface="Helvetica Neue"/>
              </a:defRPr>
            </a:pPr>
            <a:r>
              <a:rPr sz="1275" b="1">
                <a:solidFill>
                  <a:srgbClr val="159E9C"/>
                </a:solidFill>
                <a:latin typeface="Helvetica Neue"/>
                <a:ea typeface="Helvetica Neue"/>
                <a:cs typeface="Helvetica Neue"/>
              </a:rPr>
              <a:t>Grouped validation tests whether added context improves prediction.</a:t>
            </a:r>
            <a:endParaRPr sz="1275" b="1">
              <a:solidFill>
                <a:srgbClr val="159E9C"/>
              </a:solidFill>
              <a:latin typeface="Helvetica Neue"/>
              <a:ea typeface="Helvetica Neue"/>
              <a:cs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矩形 13"/>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Initial pilot: no weak-context gain</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endParaRPr sz="900" b="0">
              <a:solidFill>
                <a:srgbClr val="627D98"/>
              </a:solidFill>
              <a:latin typeface="Helvetica Neue"/>
              <a:ea typeface="Helvetica Neue"/>
              <a:cs typeface="Helvetica Neue"/>
            </a:endParaRPr>
          </a:p>
        </p:txBody>
      </p:sp>
      <p:graphicFrame>
        <p:nvGraphicFramePr>
          <p:cNvPr id="6" name="Chart"/>
          <p:cNvGraphicFramePr/>
          <p:nvPr/>
        </p:nvGraphicFramePr>
        <p:xfrm>
          <a:off x="666750" y="1476375"/>
          <a:ext cx="6762750" cy="4095750"/>
        </p:xfrm>
        <a:graphic>
          <a:graphicData uri="http://schemas.openxmlformats.org/drawingml/2006/chart">
            <c:chart xmlns:c="http://schemas.openxmlformats.org/drawingml/2006/chart" xmlns:r="http://schemas.openxmlformats.org/officeDocument/2006/relationships" r:id="rId1"/>
          </a:graphicData>
        </a:graphic>
      </p:graphicFrame>
      <p:sp>
        <p:nvSpPr>
          <p:cNvPr id="7" name="矩形 6"/>
          <p:cNvSpPr>
            <a:spLocks noGrp="1"/>
          </p:cNvSpPr>
          <p:nvPr/>
        </p:nvSpPr>
        <p:spPr>
          <a:xfrm>
            <a:off x="8096250" y="1619250"/>
            <a:ext cx="2857500" cy="400050"/>
          </a:xfrm>
          <a:prstGeom prst="rect">
            <a:avLst/>
          </a:prstGeom>
          <a:noFill/>
          <a:ln w="0">
            <a:noFill/>
          </a:ln>
        </p:spPr>
        <p:txBody>
          <a:bodyPr anchor="ctr">
            <a:noAutofit/>
          </a:bodyPr>
          <a:lstStyle>
            <a:defPPr algn="l">
              <a:defRPr sz="2100" b="1">
                <a:solidFill>
                  <a:srgbClr val="102A43"/>
                </a:solidFill>
                <a:latin typeface="Helvetica Neue"/>
                <a:ea typeface="Helvetica Neue"/>
                <a:cs typeface="Helvetica Neue"/>
              </a:defRPr>
            </a:defPPr>
            <a:lvl1pPr algn="l">
              <a:buNone/>
              <a:defRPr sz="2100" b="1">
                <a:solidFill>
                  <a:srgbClr val="102A43"/>
                </a:solidFill>
                <a:latin typeface="Helvetica Neue"/>
                <a:ea typeface="Helvetica Neue"/>
                <a:cs typeface="Helvetica Neue"/>
              </a:defRPr>
            </a:lvl1pPr>
            <a:lvl2pPr algn="l">
              <a:buNone/>
              <a:defRPr sz="2100" b="1">
                <a:solidFill>
                  <a:srgbClr val="102A43"/>
                </a:solidFill>
                <a:latin typeface="Helvetica Neue"/>
                <a:ea typeface="Helvetica Neue"/>
                <a:cs typeface="Helvetica Neue"/>
              </a:defRPr>
            </a:lvl2pPr>
            <a:lvl3pPr algn="l">
              <a:buNone/>
              <a:defRPr sz="2100" b="1">
                <a:solidFill>
                  <a:srgbClr val="102A43"/>
                </a:solidFill>
                <a:latin typeface="Helvetica Neue"/>
                <a:ea typeface="Helvetica Neue"/>
                <a:cs typeface="Helvetica Neue"/>
              </a:defRPr>
            </a:lvl3pPr>
            <a:lvl4pPr algn="l">
              <a:buNone/>
              <a:defRPr sz="2100" b="1">
                <a:solidFill>
                  <a:srgbClr val="102A43"/>
                </a:solidFill>
                <a:latin typeface="Helvetica Neue"/>
                <a:ea typeface="Helvetica Neue"/>
                <a:cs typeface="Helvetica Neue"/>
              </a:defRPr>
            </a:lvl4pPr>
            <a:lvl5pPr algn="l">
              <a:buNone/>
              <a:defRPr sz="2100" b="1">
                <a:solidFill>
                  <a:srgbClr val="102A43"/>
                </a:solidFill>
                <a:latin typeface="Helvetica Neue"/>
                <a:ea typeface="Helvetica Neue"/>
                <a:cs typeface="Helvetica Neue"/>
              </a:defRPr>
            </a:lvl5pPr>
            <a:lvl6pPr algn="l">
              <a:buNone/>
              <a:defRPr sz="2100" b="1">
                <a:solidFill>
                  <a:srgbClr val="102A43"/>
                </a:solidFill>
                <a:latin typeface="Helvetica Neue"/>
                <a:ea typeface="Helvetica Neue"/>
                <a:cs typeface="Helvetica Neue"/>
              </a:defRPr>
            </a:lvl6pPr>
            <a:lvl7pPr algn="l">
              <a:buNone/>
              <a:defRPr sz="2100" b="1">
                <a:solidFill>
                  <a:srgbClr val="102A43"/>
                </a:solidFill>
                <a:latin typeface="Helvetica Neue"/>
                <a:ea typeface="Helvetica Neue"/>
                <a:cs typeface="Helvetica Neue"/>
              </a:defRPr>
            </a:lvl7pPr>
            <a:lvl8pPr algn="l">
              <a:buNone/>
              <a:defRPr sz="2100" b="1">
                <a:solidFill>
                  <a:srgbClr val="102A43"/>
                </a:solidFill>
                <a:latin typeface="Helvetica Neue"/>
                <a:ea typeface="Helvetica Neue"/>
                <a:cs typeface="Helvetica Neue"/>
              </a:defRPr>
            </a:lvl8pPr>
            <a:lvl9pPr algn="l">
              <a:buNone/>
              <a:defRPr sz="2100" b="1">
                <a:solidFill>
                  <a:srgbClr val="102A43"/>
                </a:solidFill>
                <a:latin typeface="Helvetica Neue"/>
                <a:ea typeface="Helvetica Neue"/>
                <a:cs typeface="Helvetica Neue"/>
              </a:defRPr>
            </a:lvl9pPr>
          </a:lstStyle>
          <a:p>
            <a:pPr algn="l">
              <a:buNone/>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endParaRPr sz="2100" b="1">
              <a:solidFill>
                <a:srgbClr val="102A43"/>
              </a:solidFill>
              <a:latin typeface="Helvetica Neue"/>
              <a:ea typeface="Helvetica Neue"/>
              <a:cs typeface="Helvetica Neue"/>
            </a:endParaRPr>
          </a:p>
        </p:txBody>
      </p:sp>
      <p:sp>
        <p:nvSpPr>
          <p:cNvPr id="8" name="矩形 7"/>
          <p:cNvSpPr>
            <a:spLocks noGrp="1"/>
          </p:cNvSpPr>
          <p:nvPr/>
        </p:nvSpPr>
        <p:spPr>
          <a:xfrm>
            <a:off x="8096250" y="2143125"/>
            <a:ext cx="2857500" cy="685800"/>
          </a:xfrm>
          <a:prstGeom prst="rect">
            <a:avLst/>
          </a:prstGeom>
          <a:noFill/>
          <a:ln w="0">
            <a:noFill/>
          </a:ln>
        </p:spPr>
        <p:txBody>
          <a:bodyPr anchor="t">
            <a:noAutofit/>
          </a:bodyPr>
          <a:lstStyle>
            <a:defPPr algn="l">
              <a:defRPr sz="1650" b="0">
                <a:solidFill>
                  <a:srgbClr val="243B53"/>
                </a:solidFill>
                <a:latin typeface="Helvetica Neue"/>
                <a:ea typeface="Helvetica Neue"/>
                <a:cs typeface="Helvetica Neue"/>
              </a:defRPr>
            </a:defPPr>
            <a:lvl1pPr algn="l">
              <a:buNone/>
              <a:defRPr sz="1650" b="0">
                <a:solidFill>
                  <a:srgbClr val="243B53"/>
                </a:solidFill>
                <a:latin typeface="Helvetica Neue"/>
                <a:ea typeface="Helvetica Neue"/>
                <a:cs typeface="Helvetica Neue"/>
              </a:defRPr>
            </a:lvl1pPr>
            <a:lvl2pPr algn="l">
              <a:buNone/>
              <a:defRPr sz="1650" b="0">
                <a:solidFill>
                  <a:srgbClr val="243B53"/>
                </a:solidFill>
                <a:latin typeface="Helvetica Neue"/>
                <a:ea typeface="Helvetica Neue"/>
                <a:cs typeface="Helvetica Neue"/>
              </a:defRPr>
            </a:lvl2pPr>
            <a:lvl3pPr algn="l">
              <a:buNone/>
              <a:defRPr sz="1650" b="0">
                <a:solidFill>
                  <a:srgbClr val="243B53"/>
                </a:solidFill>
                <a:latin typeface="Helvetica Neue"/>
                <a:ea typeface="Helvetica Neue"/>
                <a:cs typeface="Helvetica Neue"/>
              </a:defRPr>
            </a:lvl3pPr>
            <a:lvl4pPr algn="l">
              <a:buNone/>
              <a:defRPr sz="1650" b="0">
                <a:solidFill>
                  <a:srgbClr val="243B53"/>
                </a:solidFill>
                <a:latin typeface="Helvetica Neue"/>
                <a:ea typeface="Helvetica Neue"/>
                <a:cs typeface="Helvetica Neue"/>
              </a:defRPr>
            </a:lvl4pPr>
            <a:lvl5pPr algn="l">
              <a:buNone/>
              <a:defRPr sz="1650" b="0">
                <a:solidFill>
                  <a:srgbClr val="243B53"/>
                </a:solidFill>
                <a:latin typeface="Helvetica Neue"/>
                <a:ea typeface="Helvetica Neue"/>
                <a:cs typeface="Helvetica Neue"/>
              </a:defRPr>
            </a:lvl5pPr>
            <a:lvl6pPr algn="l">
              <a:buNone/>
              <a:defRPr sz="1650" b="0">
                <a:solidFill>
                  <a:srgbClr val="243B53"/>
                </a:solidFill>
                <a:latin typeface="Helvetica Neue"/>
                <a:ea typeface="Helvetica Neue"/>
                <a:cs typeface="Helvetica Neue"/>
              </a:defRPr>
            </a:lvl6pPr>
            <a:lvl7pPr algn="l">
              <a:buNone/>
              <a:defRPr sz="1650" b="0">
                <a:solidFill>
                  <a:srgbClr val="243B53"/>
                </a:solidFill>
                <a:latin typeface="Helvetica Neue"/>
                <a:ea typeface="Helvetica Neue"/>
                <a:cs typeface="Helvetica Neue"/>
              </a:defRPr>
            </a:lvl7pPr>
            <a:lvl8pPr algn="l">
              <a:buNone/>
              <a:defRPr sz="1650" b="0">
                <a:solidFill>
                  <a:srgbClr val="243B53"/>
                </a:solidFill>
                <a:latin typeface="Helvetica Neue"/>
                <a:ea typeface="Helvetica Neue"/>
                <a:cs typeface="Helvetica Neue"/>
              </a:defRPr>
            </a:lvl8pPr>
            <a:lvl9pPr algn="l">
              <a:buNone/>
              <a:defRPr sz="1650" b="0">
                <a:solidFill>
                  <a:srgbClr val="243B53"/>
                </a:solidFill>
                <a:latin typeface="Helvetica Neue"/>
                <a:ea typeface="Helvetica Neue"/>
                <a:cs typeface="Helvetica Neue"/>
              </a:defRPr>
            </a:lvl9pPr>
          </a:lstStyle>
          <a:p>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endParaRPr sz="1650" b="0">
              <a:solidFill>
                <a:srgbClr val="243B53"/>
              </a:solidFill>
              <a:latin typeface="Helvetica Neue"/>
              <a:ea typeface="Helvetica Neue"/>
              <a:cs typeface="Helvetica Neue"/>
            </a:endParaRPr>
          </a:p>
          <a:p>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endParaRPr sz="1650" b="0">
              <a:solidFill>
                <a:srgbClr val="243B53"/>
              </a:solidFill>
              <a:latin typeface="Helvetica Neue"/>
              <a:ea typeface="Helvetica Neue"/>
              <a:cs typeface="Helvetica Neue"/>
            </a:endParaRPr>
          </a:p>
        </p:txBody>
      </p:sp>
      <p:sp>
        <p:nvSpPr>
          <p:cNvPr id="9" name="矩形 8"/>
          <p:cNvSpPr>
            <a:spLocks noGrp="1"/>
          </p:cNvSpPr>
          <p:nvPr/>
        </p:nvSpPr>
        <p:spPr>
          <a:xfrm>
            <a:off x="8096250" y="3238500"/>
            <a:ext cx="2857500" cy="323850"/>
          </a:xfrm>
          <a:prstGeom prst="rect">
            <a:avLst/>
          </a:prstGeom>
          <a:noFill/>
          <a:ln w="0">
            <a:noFill/>
          </a:ln>
        </p:spPr>
        <p:txBody>
          <a:bodyPr anchor="ctr">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endParaRPr sz="1350" b="0">
              <a:solidFill>
                <a:srgbClr val="627D98"/>
              </a:solidFill>
              <a:latin typeface="Helvetica Neue"/>
              <a:ea typeface="Helvetica Neue"/>
              <a:cs typeface="Helvetica Neue"/>
            </a:endParaRPr>
          </a:p>
        </p:txBody>
      </p:sp>
      <p:sp>
        <p:nvSpPr>
          <p:cNvPr id="10" name="矩形 9"/>
          <p:cNvSpPr>
            <a:spLocks noGrp="1"/>
          </p:cNvSpPr>
          <p:nvPr/>
        </p:nvSpPr>
        <p:spPr>
          <a:xfrm>
            <a:off x="8096250" y="3590925"/>
            <a:ext cx="2857500" cy="552450"/>
          </a:xfrm>
          <a:prstGeom prst="rect">
            <a:avLst/>
          </a:prstGeom>
          <a:noFill/>
          <a:ln w="0">
            <a:noFill/>
          </a:ln>
        </p:spPr>
        <p:txBody>
          <a:bodyPr anchor="ctr">
            <a:noAutofit/>
          </a:bodyPr>
          <a:lstStyle>
            <a:defPPr algn="l">
              <a:defRPr sz="2850" b="1">
                <a:solidFill>
                  <a:srgbClr val="D64545"/>
                </a:solidFill>
                <a:latin typeface="Helvetica Neue"/>
                <a:ea typeface="Helvetica Neue"/>
                <a:cs typeface="Helvetica Neue"/>
              </a:defRPr>
            </a:defPPr>
            <a:lvl1pPr algn="l">
              <a:buNone/>
              <a:defRPr sz="2850" b="1">
                <a:solidFill>
                  <a:srgbClr val="D64545"/>
                </a:solidFill>
                <a:latin typeface="Helvetica Neue"/>
                <a:ea typeface="Helvetica Neue"/>
                <a:cs typeface="Helvetica Neue"/>
              </a:defRPr>
            </a:lvl1pPr>
            <a:lvl2pPr algn="l">
              <a:buNone/>
              <a:defRPr sz="2850" b="1">
                <a:solidFill>
                  <a:srgbClr val="D64545"/>
                </a:solidFill>
                <a:latin typeface="Helvetica Neue"/>
                <a:ea typeface="Helvetica Neue"/>
                <a:cs typeface="Helvetica Neue"/>
              </a:defRPr>
            </a:lvl2pPr>
            <a:lvl3pPr algn="l">
              <a:buNone/>
              <a:defRPr sz="2850" b="1">
                <a:solidFill>
                  <a:srgbClr val="D64545"/>
                </a:solidFill>
                <a:latin typeface="Helvetica Neue"/>
                <a:ea typeface="Helvetica Neue"/>
                <a:cs typeface="Helvetica Neue"/>
              </a:defRPr>
            </a:lvl3pPr>
            <a:lvl4pPr algn="l">
              <a:buNone/>
              <a:defRPr sz="2850" b="1">
                <a:solidFill>
                  <a:srgbClr val="D64545"/>
                </a:solidFill>
                <a:latin typeface="Helvetica Neue"/>
                <a:ea typeface="Helvetica Neue"/>
                <a:cs typeface="Helvetica Neue"/>
              </a:defRPr>
            </a:lvl4pPr>
            <a:lvl5pPr algn="l">
              <a:buNone/>
              <a:defRPr sz="2850" b="1">
                <a:solidFill>
                  <a:srgbClr val="D64545"/>
                </a:solidFill>
                <a:latin typeface="Helvetica Neue"/>
                <a:ea typeface="Helvetica Neue"/>
                <a:cs typeface="Helvetica Neue"/>
              </a:defRPr>
            </a:lvl5pPr>
            <a:lvl6pPr algn="l">
              <a:buNone/>
              <a:defRPr sz="2850" b="1">
                <a:solidFill>
                  <a:srgbClr val="D64545"/>
                </a:solidFill>
                <a:latin typeface="Helvetica Neue"/>
                <a:ea typeface="Helvetica Neue"/>
                <a:cs typeface="Helvetica Neue"/>
              </a:defRPr>
            </a:lvl6pPr>
            <a:lvl7pPr algn="l">
              <a:buNone/>
              <a:defRPr sz="2850" b="1">
                <a:solidFill>
                  <a:srgbClr val="D64545"/>
                </a:solidFill>
                <a:latin typeface="Helvetica Neue"/>
                <a:ea typeface="Helvetica Neue"/>
                <a:cs typeface="Helvetica Neue"/>
              </a:defRPr>
            </a:lvl7pPr>
            <a:lvl8pPr algn="l">
              <a:buNone/>
              <a:defRPr sz="2850" b="1">
                <a:solidFill>
                  <a:srgbClr val="D64545"/>
                </a:solidFill>
                <a:latin typeface="Helvetica Neue"/>
                <a:ea typeface="Helvetica Neue"/>
                <a:cs typeface="Helvetica Neue"/>
              </a:defRPr>
            </a:lvl8pPr>
            <a:lvl9pPr algn="l">
              <a:buNone/>
              <a:defRPr sz="2850" b="1">
                <a:solidFill>
                  <a:srgbClr val="D64545"/>
                </a:solidFill>
                <a:latin typeface="Helvetica Neue"/>
                <a:ea typeface="Helvetica Neue"/>
                <a:cs typeface="Helvetica Neue"/>
              </a:defRPr>
            </a:lvl9pPr>
          </a:lstStyle>
          <a:p>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endParaRPr sz="2850" b="1">
              <a:solidFill>
                <a:srgbClr val="D64545"/>
              </a:solidFill>
              <a:latin typeface="Helvetica Neue"/>
              <a:ea typeface="Helvetica Neue"/>
              <a:cs typeface="Helvetica Neue"/>
            </a:endParaRPr>
          </a:p>
        </p:txBody>
      </p:sp>
      <p:sp>
        <p:nvSpPr>
          <p:cNvPr id="11" name="矩形 10"/>
          <p:cNvSpPr>
            <a:spLocks noGrp="1"/>
          </p:cNvSpPr>
          <p:nvPr/>
        </p:nvSpPr>
        <p:spPr>
          <a:xfrm>
            <a:off x="8096250" y="4514850"/>
            <a:ext cx="3048000" cy="361950"/>
          </a:xfrm>
          <a:prstGeom prst="rect">
            <a:avLst/>
          </a:prstGeom>
          <a:noFill/>
          <a:ln w="0">
            <a:noFill/>
          </a:ln>
        </p:spPr>
        <p:txBody>
          <a:bodyPr anchor="ctr">
            <a:noAutofit/>
          </a:bodyPr>
          <a:lstStyle>
            <a:defPPr algn="l">
              <a:defRPr sz="1500" b="1">
                <a:solidFill>
                  <a:srgbClr val="243B53"/>
                </a:solidFill>
                <a:latin typeface="Helvetica Neue"/>
                <a:ea typeface="Helvetica Neue"/>
                <a:cs typeface="Helvetica Neue"/>
              </a:defRPr>
            </a:defPPr>
            <a:lvl1pPr algn="l">
              <a:buNone/>
              <a:defRPr sz="1500" b="1">
                <a:solidFill>
                  <a:srgbClr val="243B53"/>
                </a:solidFill>
                <a:latin typeface="Helvetica Neue"/>
                <a:ea typeface="Helvetica Neue"/>
                <a:cs typeface="Helvetica Neue"/>
              </a:defRPr>
            </a:lvl1pPr>
            <a:lvl2pPr algn="l">
              <a:buNone/>
              <a:defRPr sz="1500" b="1">
                <a:solidFill>
                  <a:srgbClr val="243B53"/>
                </a:solidFill>
                <a:latin typeface="Helvetica Neue"/>
                <a:ea typeface="Helvetica Neue"/>
                <a:cs typeface="Helvetica Neue"/>
              </a:defRPr>
            </a:lvl2pPr>
            <a:lvl3pPr algn="l">
              <a:buNone/>
              <a:defRPr sz="1500" b="1">
                <a:solidFill>
                  <a:srgbClr val="243B53"/>
                </a:solidFill>
                <a:latin typeface="Helvetica Neue"/>
                <a:ea typeface="Helvetica Neue"/>
                <a:cs typeface="Helvetica Neue"/>
              </a:defRPr>
            </a:lvl3pPr>
            <a:lvl4pPr algn="l">
              <a:buNone/>
              <a:defRPr sz="1500" b="1">
                <a:solidFill>
                  <a:srgbClr val="243B53"/>
                </a:solidFill>
                <a:latin typeface="Helvetica Neue"/>
                <a:ea typeface="Helvetica Neue"/>
                <a:cs typeface="Helvetica Neue"/>
              </a:defRPr>
            </a:lvl4pPr>
            <a:lvl5pPr algn="l">
              <a:buNone/>
              <a:defRPr sz="1500" b="1">
                <a:solidFill>
                  <a:srgbClr val="243B53"/>
                </a:solidFill>
                <a:latin typeface="Helvetica Neue"/>
                <a:ea typeface="Helvetica Neue"/>
                <a:cs typeface="Helvetica Neue"/>
              </a:defRPr>
            </a:lvl5pPr>
            <a:lvl6pPr algn="l">
              <a:buNone/>
              <a:defRPr sz="1500" b="1">
                <a:solidFill>
                  <a:srgbClr val="243B53"/>
                </a:solidFill>
                <a:latin typeface="Helvetica Neue"/>
                <a:ea typeface="Helvetica Neue"/>
                <a:cs typeface="Helvetica Neue"/>
              </a:defRPr>
            </a:lvl6pPr>
            <a:lvl7pPr algn="l">
              <a:buNone/>
              <a:defRPr sz="1500" b="1">
                <a:solidFill>
                  <a:srgbClr val="243B53"/>
                </a:solidFill>
                <a:latin typeface="Helvetica Neue"/>
                <a:ea typeface="Helvetica Neue"/>
                <a:cs typeface="Helvetica Neue"/>
              </a:defRPr>
            </a:lvl7pPr>
            <a:lvl8pPr algn="l">
              <a:buNone/>
              <a:defRPr sz="1500" b="1">
                <a:solidFill>
                  <a:srgbClr val="243B53"/>
                </a:solidFill>
                <a:latin typeface="Helvetica Neue"/>
                <a:ea typeface="Helvetica Neue"/>
                <a:cs typeface="Helvetica Neue"/>
              </a:defRPr>
            </a:lvl8pPr>
            <a:lvl9pPr algn="l">
              <a:buNone/>
              <a:defRPr sz="1500" b="1">
                <a:solidFill>
                  <a:srgbClr val="243B53"/>
                </a:solidFill>
                <a:latin typeface="Helvetica Neue"/>
                <a:ea typeface="Helvetica Neue"/>
                <a:cs typeface="Helvetica Neue"/>
              </a:defRPr>
            </a:lvl9pPr>
          </a:lstStyle>
          <a:p>
            <a:pPr algn="l">
              <a:buNone/>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endParaRPr sz="1500" b="1">
              <a:solidFill>
                <a:srgbClr val="243B53"/>
              </a:solidFill>
              <a:latin typeface="Helvetica Neue"/>
              <a:ea typeface="Helvetica Neue"/>
              <a:cs typeface="Helvetica Neue"/>
            </a:endParaRPr>
          </a:p>
        </p:txBody>
      </p:sp>
      <p:sp>
        <p:nvSpPr>
          <p:cNvPr id="12" name="矩形 11"/>
          <p:cNvSpPr>
            <a:spLocks noGrp="1"/>
          </p:cNvSpPr>
          <p:nvPr/>
        </p:nvSpPr>
        <p:spPr>
          <a:xfrm>
            <a:off x="8096250" y="5029200"/>
            <a:ext cx="3143250" cy="666750"/>
          </a:xfrm>
          <a:prstGeom prst="rect">
            <a:avLst/>
          </a:prstGeom>
          <a:noFill/>
          <a:ln w="0">
            <a:noFill/>
          </a:ln>
        </p:spPr>
        <p:txBody>
          <a:bodyPr anchor="t">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275" b="0">
                <a:solidFill>
                  <a:srgbClr val="627D98"/>
                </a:solidFill>
                <a:latin typeface="Helvetica Neue"/>
                <a:ea typeface="Helvetica Neue"/>
                <a:cs typeface="Helvetica Neue"/>
              </a:rPr>
              <a:t>Very wide uncertainty intervals; only six test clips</a:t>
            </a:r>
            <a:endParaRPr sz="1275" b="0">
              <a:solidFill>
                <a:srgbClr val="627D98"/>
              </a:solidFill>
              <a:latin typeface="Helvetica Neue"/>
              <a:ea typeface="Helvetica Neue"/>
              <a:cs typeface="Helvetica Neue"/>
            </a:endParaRPr>
          </a:p>
        </p:txBody>
      </p:sp>
      <p:sp>
        <p:nvSpPr>
          <p:cNvPr id="13" name="矩形 12"/>
          <p:cNvSpPr>
            <a:spLocks noGrp="1"/>
          </p:cNvSpPr>
          <p:nvPr/>
        </p:nvSpPr>
        <p:spPr>
          <a:xfrm>
            <a:off x="666750" y="5810250"/>
            <a:ext cx="10572750" cy="381000"/>
          </a:xfrm>
          <a:prstGeom prst="rect">
            <a:avLst/>
          </a:prstGeom>
          <a:noFill/>
          <a:ln w="0">
            <a:noFill/>
          </a:ln>
        </p:spPr>
        <p:txBody>
          <a:bodyPr anchor="ctr">
            <a:noAutofit/>
          </a:bodyPr>
          <a:lstStyle>
            <a:defPPr algn="ctr">
              <a:defRPr sz="1050" b="0">
                <a:solidFill>
                  <a:srgbClr val="627D98"/>
                </a:solidFill>
                <a:latin typeface="Helvetica Neue"/>
                <a:ea typeface="Helvetica Neue"/>
                <a:cs typeface="Helvetica Neue"/>
              </a:defRPr>
            </a:defPPr>
            <a:lvl1pPr algn="ctr">
              <a:buNone/>
              <a:defRPr sz="1050" b="0">
                <a:solidFill>
                  <a:srgbClr val="627D98"/>
                </a:solidFill>
                <a:latin typeface="Helvetica Neue"/>
                <a:ea typeface="Helvetica Neue"/>
                <a:cs typeface="Helvetica Neue"/>
              </a:defRPr>
            </a:lvl1pPr>
            <a:lvl2pPr algn="ctr">
              <a:buNone/>
              <a:defRPr sz="1050" b="0">
                <a:solidFill>
                  <a:srgbClr val="627D98"/>
                </a:solidFill>
                <a:latin typeface="Helvetica Neue"/>
                <a:ea typeface="Helvetica Neue"/>
                <a:cs typeface="Helvetica Neue"/>
              </a:defRPr>
            </a:lvl2pPr>
            <a:lvl3pPr algn="ctr">
              <a:buNone/>
              <a:defRPr sz="1050" b="0">
                <a:solidFill>
                  <a:srgbClr val="627D98"/>
                </a:solidFill>
                <a:latin typeface="Helvetica Neue"/>
                <a:ea typeface="Helvetica Neue"/>
                <a:cs typeface="Helvetica Neue"/>
              </a:defRPr>
            </a:lvl3pPr>
            <a:lvl4pPr algn="ctr">
              <a:buNone/>
              <a:defRPr sz="1050" b="0">
                <a:solidFill>
                  <a:srgbClr val="627D98"/>
                </a:solidFill>
                <a:latin typeface="Helvetica Neue"/>
                <a:ea typeface="Helvetica Neue"/>
                <a:cs typeface="Helvetica Neue"/>
              </a:defRPr>
            </a:lvl4pPr>
            <a:lvl5pPr algn="ctr">
              <a:buNone/>
              <a:defRPr sz="1050" b="0">
                <a:solidFill>
                  <a:srgbClr val="627D98"/>
                </a:solidFill>
                <a:latin typeface="Helvetica Neue"/>
                <a:ea typeface="Helvetica Neue"/>
                <a:cs typeface="Helvetica Neue"/>
              </a:defRPr>
            </a:lvl5pPr>
            <a:lvl6pPr algn="ctr">
              <a:buNone/>
              <a:defRPr sz="1050" b="0">
                <a:solidFill>
                  <a:srgbClr val="627D98"/>
                </a:solidFill>
                <a:latin typeface="Helvetica Neue"/>
                <a:ea typeface="Helvetica Neue"/>
                <a:cs typeface="Helvetica Neue"/>
              </a:defRPr>
            </a:lvl6pPr>
            <a:lvl7pPr algn="ctr">
              <a:buNone/>
              <a:defRPr sz="1050" b="0">
                <a:solidFill>
                  <a:srgbClr val="627D98"/>
                </a:solidFill>
                <a:latin typeface="Helvetica Neue"/>
                <a:ea typeface="Helvetica Neue"/>
                <a:cs typeface="Helvetica Neue"/>
              </a:defRPr>
            </a:lvl7pPr>
            <a:lvl8pPr algn="ctr">
              <a:buNone/>
              <a:defRPr sz="1050" b="0">
                <a:solidFill>
                  <a:srgbClr val="627D98"/>
                </a:solidFill>
                <a:latin typeface="Helvetica Neue"/>
                <a:ea typeface="Helvetica Neue"/>
                <a:cs typeface="Helvetica Neue"/>
              </a:defRPr>
            </a:lvl8pPr>
            <a:lvl9pPr algn="ctr">
              <a:buNone/>
              <a:defRPr sz="1050" b="0">
                <a:solidFill>
                  <a:srgbClr val="627D98"/>
                </a:solidFill>
                <a:latin typeface="Helvetica Neue"/>
                <a:ea typeface="Helvetica Neue"/>
                <a:cs typeface="Helvetica Neue"/>
              </a:defRPr>
            </a:lvl9pPr>
          </a:lstStyle>
          <a:p>
            <a:pPr algn="ctr">
              <a:buNone/>
              <a:defRPr sz="1050" b="0">
                <a:solidFill>
                  <a:srgbClr val="627D98"/>
                </a:solidFill>
                <a:latin typeface="Helvetica Neue"/>
                <a:ea typeface="Helvetica Neue"/>
                <a:cs typeface="Helvetica Neue"/>
              </a:defRPr>
            </a:pPr>
            <a:r>
              <a:rPr sz="1275" b="0">
                <a:solidFill>
                  <a:srgbClr val="627D98"/>
                </a:solidFill>
                <a:latin typeface="Helvetica Neue"/>
                <a:ea typeface="Helvetica Neue"/>
                <a:cs typeface="Helvetica Neue"/>
              </a:rPr>
              <a:t>Historical local reference run; test n = 6. Real/fake source collections differ.</a:t>
            </a:r>
            <a:endParaRPr sz="1275" b="0">
              <a:solidFill>
                <a:srgbClr val="627D98"/>
              </a:solidFill>
              <a:latin typeface="Helvetica Neue"/>
              <a:ea typeface="Helvetica Neue"/>
              <a:cs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矩形 13"/>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Expanded results favour global mouth features</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endParaRPr sz="900" b="0">
              <a:solidFill>
                <a:srgbClr val="627D98"/>
              </a:solidFill>
              <a:latin typeface="Helvetica Neue"/>
              <a:ea typeface="Helvetica Neue"/>
              <a:cs typeface="Helvetica Neue"/>
            </a:endParaRPr>
          </a:p>
        </p:txBody>
      </p:sp>
      <p:graphicFrame>
        <p:nvGraphicFramePr>
          <p:cNvPr id="6" name="Chart"/>
          <p:cNvGraphicFramePr/>
          <p:nvPr/>
        </p:nvGraphicFramePr>
        <p:xfrm>
          <a:off x="523875" y="1428750"/>
          <a:ext cx="5286375" cy="3810000"/>
        </p:xfrm>
        <a:graphic>
          <a:graphicData uri="http://schemas.openxmlformats.org/drawingml/2006/chart">
            <c:chart xmlns:c="http://schemas.openxmlformats.org/drawingml/2006/chart" xmlns:r="http://schemas.openxmlformats.org/officeDocument/2006/relationships" r:id="rId1"/>
          </a:graphicData>
        </a:graphic>
      </p:graphicFrame>
      <p:sp>
        <p:nvSpPr>
          <p:cNvPr id="7" name="矩形 6"/>
          <p:cNvSpPr>
            <a:spLocks noGrp="1"/>
          </p:cNvSpPr>
          <p:nvPr/>
        </p:nvSpPr>
        <p:spPr>
          <a:xfrm>
            <a:off x="1476375" y="1238250"/>
            <a:ext cx="3333750" cy="285750"/>
          </a:xfrm>
          <a:prstGeom prst="rect">
            <a:avLst/>
          </a:prstGeom>
          <a:noFill/>
          <a:ln w="0">
            <a:noFill/>
          </a:ln>
        </p:spPr>
        <p:txBody>
          <a:bodyPr anchor="ctr">
            <a:noAutofit/>
          </a:bodyPr>
          <a:lstStyle>
            <a:defPPr algn="ctr">
              <a:defRPr sz="1350" b="1">
                <a:solidFill>
                  <a:srgbClr val="102A43"/>
                </a:solidFill>
                <a:latin typeface="Helvetica Neue"/>
                <a:ea typeface="Helvetica Neue"/>
                <a:cs typeface="Helvetica Neue"/>
              </a:defRPr>
            </a:defPPr>
            <a:lvl1pPr algn="ctr">
              <a:buNone/>
              <a:defRPr sz="1350" b="1">
                <a:solidFill>
                  <a:srgbClr val="102A43"/>
                </a:solidFill>
                <a:latin typeface="Helvetica Neue"/>
                <a:ea typeface="Helvetica Neue"/>
                <a:cs typeface="Helvetica Neue"/>
              </a:defRPr>
            </a:lvl1pPr>
            <a:lvl2pPr algn="ctr">
              <a:buNone/>
              <a:defRPr sz="1350" b="1">
                <a:solidFill>
                  <a:srgbClr val="102A43"/>
                </a:solidFill>
                <a:latin typeface="Helvetica Neue"/>
                <a:ea typeface="Helvetica Neue"/>
                <a:cs typeface="Helvetica Neue"/>
              </a:defRPr>
            </a:lvl2pPr>
            <a:lvl3pPr algn="ctr">
              <a:buNone/>
              <a:defRPr sz="1350" b="1">
                <a:solidFill>
                  <a:srgbClr val="102A43"/>
                </a:solidFill>
                <a:latin typeface="Helvetica Neue"/>
                <a:ea typeface="Helvetica Neue"/>
                <a:cs typeface="Helvetica Neue"/>
              </a:defRPr>
            </a:lvl3pPr>
            <a:lvl4pPr algn="ctr">
              <a:buNone/>
              <a:defRPr sz="1350" b="1">
                <a:solidFill>
                  <a:srgbClr val="102A43"/>
                </a:solidFill>
                <a:latin typeface="Helvetica Neue"/>
                <a:ea typeface="Helvetica Neue"/>
                <a:cs typeface="Helvetica Neue"/>
              </a:defRPr>
            </a:lvl4pPr>
            <a:lvl5pPr algn="ctr">
              <a:buNone/>
              <a:defRPr sz="1350" b="1">
                <a:solidFill>
                  <a:srgbClr val="102A43"/>
                </a:solidFill>
                <a:latin typeface="Helvetica Neue"/>
                <a:ea typeface="Helvetica Neue"/>
                <a:cs typeface="Helvetica Neue"/>
              </a:defRPr>
            </a:lvl5pPr>
            <a:lvl6pPr algn="ctr">
              <a:buNone/>
              <a:defRPr sz="1350" b="1">
                <a:solidFill>
                  <a:srgbClr val="102A43"/>
                </a:solidFill>
                <a:latin typeface="Helvetica Neue"/>
                <a:ea typeface="Helvetica Neue"/>
                <a:cs typeface="Helvetica Neue"/>
              </a:defRPr>
            </a:lvl6pPr>
            <a:lvl7pPr algn="ctr">
              <a:buNone/>
              <a:defRPr sz="1350" b="1">
                <a:solidFill>
                  <a:srgbClr val="102A43"/>
                </a:solidFill>
                <a:latin typeface="Helvetica Neue"/>
                <a:ea typeface="Helvetica Neue"/>
                <a:cs typeface="Helvetica Neue"/>
              </a:defRPr>
            </a:lvl7pPr>
            <a:lvl8pPr algn="ctr">
              <a:buNone/>
              <a:defRPr sz="1350" b="1">
                <a:solidFill>
                  <a:srgbClr val="102A43"/>
                </a:solidFill>
                <a:latin typeface="Helvetica Neue"/>
                <a:ea typeface="Helvetica Neue"/>
                <a:cs typeface="Helvetica Neue"/>
              </a:defRPr>
            </a:lvl8pPr>
            <a:lvl9pPr algn="ctr">
              <a:buNone/>
              <a:defRPr sz="1350" b="1">
                <a:solidFill>
                  <a:srgbClr val="102A43"/>
                </a:solidFill>
                <a:latin typeface="Helvetica Neue"/>
                <a:ea typeface="Helvetica Neue"/>
                <a:cs typeface="Helvetica Neue"/>
              </a:defRPr>
            </a:lvl9pPr>
          </a:lstStyle>
          <a:p>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New segments only: 20 repeated runs</a:t>
            </a:r>
            <a:endParaRPr sz="1350" b="1">
              <a:solidFill>
                <a:srgbClr val="102A43"/>
              </a:solidFill>
              <a:latin typeface="Helvetica Neue"/>
              <a:ea typeface="Helvetica Neue"/>
              <a:cs typeface="Helvetica Neue"/>
            </a:endParaRPr>
          </a:p>
        </p:txBody>
      </p:sp>
      <p:graphicFrame>
        <p:nvGraphicFramePr>
          <p:cNvPr id="8" name="Chart"/>
          <p:cNvGraphicFramePr/>
          <p:nvPr/>
        </p:nvGraphicFramePr>
        <p:xfrm>
          <a:off x="6334125" y="1428750"/>
          <a:ext cx="5286375" cy="3810000"/>
        </p:xfrm>
        <a:graphic>
          <a:graphicData uri="http://schemas.openxmlformats.org/drawingml/2006/chart">
            <c:chart xmlns:c="http://schemas.openxmlformats.org/drawingml/2006/chart" xmlns:r="http://schemas.openxmlformats.org/officeDocument/2006/relationships" r:id="rId2"/>
          </a:graphicData>
        </a:graphic>
      </p:graphicFrame>
      <p:sp>
        <p:nvSpPr>
          <p:cNvPr id="9" name="矩形 8"/>
          <p:cNvSpPr>
            <a:spLocks noGrp="1"/>
          </p:cNvSpPr>
          <p:nvPr/>
        </p:nvSpPr>
        <p:spPr>
          <a:xfrm>
            <a:off x="6810375" y="1238250"/>
            <a:ext cx="4572000" cy="285750"/>
          </a:xfrm>
          <a:prstGeom prst="rect">
            <a:avLst/>
          </a:prstGeom>
          <a:noFill/>
          <a:ln w="0">
            <a:noFill/>
          </a:ln>
        </p:spPr>
        <p:txBody>
          <a:bodyPr anchor="ctr">
            <a:noAutofit/>
          </a:bodyPr>
          <a:lstStyle>
            <a:defPPr algn="ctr">
              <a:defRPr sz="1350" b="1">
                <a:solidFill>
                  <a:srgbClr val="102A43"/>
                </a:solidFill>
                <a:latin typeface="Helvetica Neue"/>
                <a:ea typeface="Helvetica Neue"/>
                <a:cs typeface="Helvetica Neue"/>
              </a:defRPr>
            </a:defPPr>
            <a:lvl1pPr algn="ctr">
              <a:buNone/>
              <a:defRPr sz="1350" b="1">
                <a:solidFill>
                  <a:srgbClr val="102A43"/>
                </a:solidFill>
                <a:latin typeface="Helvetica Neue"/>
                <a:ea typeface="Helvetica Neue"/>
                <a:cs typeface="Helvetica Neue"/>
              </a:defRPr>
            </a:lvl1pPr>
            <a:lvl2pPr algn="ctr">
              <a:buNone/>
              <a:defRPr sz="1350" b="1">
                <a:solidFill>
                  <a:srgbClr val="102A43"/>
                </a:solidFill>
                <a:latin typeface="Helvetica Neue"/>
                <a:ea typeface="Helvetica Neue"/>
                <a:cs typeface="Helvetica Neue"/>
              </a:defRPr>
            </a:lvl2pPr>
            <a:lvl3pPr algn="ctr">
              <a:buNone/>
              <a:defRPr sz="1350" b="1">
                <a:solidFill>
                  <a:srgbClr val="102A43"/>
                </a:solidFill>
                <a:latin typeface="Helvetica Neue"/>
                <a:ea typeface="Helvetica Neue"/>
                <a:cs typeface="Helvetica Neue"/>
              </a:defRPr>
            </a:lvl3pPr>
            <a:lvl4pPr algn="ctr">
              <a:buNone/>
              <a:defRPr sz="1350" b="1">
                <a:solidFill>
                  <a:srgbClr val="102A43"/>
                </a:solidFill>
                <a:latin typeface="Helvetica Neue"/>
                <a:ea typeface="Helvetica Neue"/>
                <a:cs typeface="Helvetica Neue"/>
              </a:defRPr>
            </a:lvl4pPr>
            <a:lvl5pPr algn="ctr">
              <a:buNone/>
              <a:defRPr sz="1350" b="1">
                <a:solidFill>
                  <a:srgbClr val="102A43"/>
                </a:solidFill>
                <a:latin typeface="Helvetica Neue"/>
                <a:ea typeface="Helvetica Neue"/>
                <a:cs typeface="Helvetica Neue"/>
              </a:defRPr>
            </a:lvl5pPr>
            <a:lvl6pPr algn="ctr">
              <a:buNone/>
              <a:defRPr sz="1350" b="1">
                <a:solidFill>
                  <a:srgbClr val="102A43"/>
                </a:solidFill>
                <a:latin typeface="Helvetica Neue"/>
                <a:ea typeface="Helvetica Neue"/>
                <a:cs typeface="Helvetica Neue"/>
              </a:defRPr>
            </a:lvl6pPr>
            <a:lvl7pPr algn="ctr">
              <a:buNone/>
              <a:defRPr sz="1350" b="1">
                <a:solidFill>
                  <a:srgbClr val="102A43"/>
                </a:solidFill>
                <a:latin typeface="Helvetica Neue"/>
                <a:ea typeface="Helvetica Neue"/>
                <a:cs typeface="Helvetica Neue"/>
              </a:defRPr>
            </a:lvl7pPr>
            <a:lvl8pPr algn="ctr">
              <a:buNone/>
              <a:defRPr sz="1350" b="1">
                <a:solidFill>
                  <a:srgbClr val="102A43"/>
                </a:solidFill>
                <a:latin typeface="Helvetica Neue"/>
                <a:ea typeface="Helvetica Neue"/>
                <a:cs typeface="Helvetica Neue"/>
              </a:defRPr>
            </a:lvl8pPr>
            <a:lvl9pPr algn="ctr">
              <a:buNone/>
              <a:defRPr sz="1350" b="1">
                <a:solidFill>
                  <a:srgbClr val="102A43"/>
                </a:solidFill>
                <a:latin typeface="Helvetica Neue"/>
                <a:ea typeface="Helvetica Neue"/>
                <a:cs typeface="Helvetica Neue"/>
              </a:defRPr>
            </a:lvl9pPr>
          </a:lstStyle>
          <a:p>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Weak context vs shuffled control</a:t>
            </a:r>
            <a:endParaRPr sz="1350" b="1">
              <a:solidFill>
                <a:srgbClr val="102A43"/>
              </a:solidFill>
              <a:latin typeface="Helvetica Neue"/>
              <a:ea typeface="Helvetica Neue"/>
              <a:cs typeface="Helvetica Neue"/>
            </a:endParaRPr>
          </a:p>
        </p:txBody>
      </p:sp>
      <p:sp>
        <p:nvSpPr>
          <p:cNvPr id="10" name="矩形 9"/>
          <p:cNvSpPr>
            <a:spLocks noGrp="1"/>
          </p:cNvSpPr>
          <p:nvPr/>
        </p:nvSpPr>
        <p:spPr>
          <a:xfrm>
            <a:off x="619125" y="5429250"/>
            <a:ext cx="4857750" cy="304800"/>
          </a:xfrm>
          <a:prstGeom prst="rect">
            <a:avLst/>
          </a:prstGeom>
          <a:noFill/>
          <a:ln w="0">
            <a:noFill/>
          </a:ln>
        </p:spPr>
        <p:txBody>
          <a:bodyPr anchor="ctr">
            <a:noAutofit/>
          </a:bodyPr>
          <a:lstStyle>
            <a:defPPr algn="l">
              <a:defRPr sz="1425" b="1">
                <a:solidFill>
                  <a:srgbClr val="159E9C"/>
                </a:solidFill>
                <a:latin typeface="Helvetica Neue"/>
                <a:ea typeface="Helvetica Neue"/>
                <a:cs typeface="Helvetica Neue"/>
              </a:defRPr>
            </a:defPPr>
            <a:lvl1pPr algn="l">
              <a:buNone/>
              <a:defRPr sz="1425" b="1">
                <a:solidFill>
                  <a:srgbClr val="159E9C"/>
                </a:solidFill>
                <a:latin typeface="Helvetica Neue"/>
                <a:ea typeface="Helvetica Neue"/>
                <a:cs typeface="Helvetica Neue"/>
              </a:defRPr>
            </a:lvl1pPr>
            <a:lvl2pPr algn="l">
              <a:buNone/>
              <a:defRPr sz="1425" b="1">
                <a:solidFill>
                  <a:srgbClr val="159E9C"/>
                </a:solidFill>
                <a:latin typeface="Helvetica Neue"/>
                <a:ea typeface="Helvetica Neue"/>
                <a:cs typeface="Helvetica Neue"/>
              </a:defRPr>
            </a:lvl2pPr>
            <a:lvl3pPr algn="l">
              <a:buNone/>
              <a:defRPr sz="1425" b="1">
                <a:solidFill>
                  <a:srgbClr val="159E9C"/>
                </a:solidFill>
                <a:latin typeface="Helvetica Neue"/>
                <a:ea typeface="Helvetica Neue"/>
                <a:cs typeface="Helvetica Neue"/>
              </a:defRPr>
            </a:lvl3pPr>
            <a:lvl4pPr algn="l">
              <a:buNone/>
              <a:defRPr sz="1425" b="1">
                <a:solidFill>
                  <a:srgbClr val="159E9C"/>
                </a:solidFill>
                <a:latin typeface="Helvetica Neue"/>
                <a:ea typeface="Helvetica Neue"/>
                <a:cs typeface="Helvetica Neue"/>
              </a:defRPr>
            </a:lvl4pPr>
            <a:lvl5pPr algn="l">
              <a:buNone/>
              <a:defRPr sz="1425" b="1">
                <a:solidFill>
                  <a:srgbClr val="159E9C"/>
                </a:solidFill>
                <a:latin typeface="Helvetica Neue"/>
                <a:ea typeface="Helvetica Neue"/>
                <a:cs typeface="Helvetica Neue"/>
              </a:defRPr>
            </a:lvl5pPr>
            <a:lvl6pPr algn="l">
              <a:buNone/>
              <a:defRPr sz="1425" b="1">
                <a:solidFill>
                  <a:srgbClr val="159E9C"/>
                </a:solidFill>
                <a:latin typeface="Helvetica Neue"/>
                <a:ea typeface="Helvetica Neue"/>
                <a:cs typeface="Helvetica Neue"/>
              </a:defRPr>
            </a:lvl6pPr>
            <a:lvl7pPr algn="l">
              <a:buNone/>
              <a:defRPr sz="1425" b="1">
                <a:solidFill>
                  <a:srgbClr val="159E9C"/>
                </a:solidFill>
                <a:latin typeface="Helvetica Neue"/>
                <a:ea typeface="Helvetica Neue"/>
                <a:cs typeface="Helvetica Neue"/>
              </a:defRPr>
            </a:lvl7pPr>
            <a:lvl8pPr algn="l">
              <a:buNone/>
              <a:defRPr sz="1425" b="1">
                <a:solidFill>
                  <a:srgbClr val="159E9C"/>
                </a:solidFill>
                <a:latin typeface="Helvetica Neue"/>
                <a:ea typeface="Helvetica Neue"/>
                <a:cs typeface="Helvetica Neue"/>
              </a:defRPr>
            </a:lvl8pPr>
            <a:lvl9pPr algn="l">
              <a:buNone/>
              <a:defRPr sz="1425" b="1">
                <a:solidFill>
                  <a:srgbClr val="159E9C"/>
                </a:solidFill>
                <a:latin typeface="Helvetica Neue"/>
                <a:ea typeface="Helvetica Neue"/>
                <a:cs typeface="Helvetica Neue"/>
              </a:defRPr>
            </a:lvl9pPr>
          </a:lstStyle>
          <a:p>
            <a:pPr algn="l">
              <a:buNone/>
              <a:defRPr sz="1425" b="1">
                <a:solidFill>
                  <a:srgbClr val="159E9C"/>
                </a:solidFill>
                <a:latin typeface="Helvetica Neue"/>
                <a:ea typeface="Helvetica Neue"/>
                <a:cs typeface="Helvetica Neue"/>
              </a:defRPr>
            </a:pPr>
            <a:r>
              <a:rPr sz="1350" b="1">
                <a:solidFill>
                  <a:srgbClr val="159E9C"/>
                </a:solidFill>
                <a:latin typeface="Helvetica Neue"/>
                <a:ea typeface="Helvetica Neue"/>
                <a:cs typeface="Helvetica Neue"/>
              </a:rPr>
              <a:t>Global: F1 0.762 / AUROC 0.843</a:t>
            </a:r>
            <a:endParaRPr sz="1350" b="1">
              <a:solidFill>
                <a:srgbClr val="159E9C"/>
              </a:solidFill>
              <a:latin typeface="Helvetica Neue"/>
              <a:ea typeface="Helvetica Neue"/>
              <a:cs typeface="Helvetica Neue"/>
            </a:endParaRPr>
          </a:p>
        </p:txBody>
      </p:sp>
      <p:sp>
        <p:nvSpPr>
          <p:cNvPr id="11" name="矩形 10"/>
          <p:cNvSpPr>
            <a:spLocks noGrp="1"/>
          </p:cNvSpPr>
          <p:nvPr/>
        </p:nvSpPr>
        <p:spPr>
          <a:xfrm>
            <a:off x="6191250" y="5429250"/>
            <a:ext cx="5334000" cy="304800"/>
          </a:xfrm>
          <a:prstGeom prst="rect">
            <a:avLst/>
          </a:prstGeom>
          <a:noFill/>
          <a:ln w="0">
            <a:noFill/>
          </a:ln>
        </p:spPr>
        <p:txBody>
          <a:bodyPr anchor="ctr">
            <a:noAutofit/>
          </a:bodyPr>
          <a:lstStyle>
            <a:defPPr algn="r">
              <a:defRPr sz="1425" b="1">
                <a:solidFill>
                  <a:srgbClr val="D64545"/>
                </a:solidFill>
                <a:latin typeface="Helvetica Neue"/>
                <a:ea typeface="Helvetica Neue"/>
                <a:cs typeface="Helvetica Neue"/>
              </a:defRPr>
            </a:defPPr>
            <a:lvl1pPr algn="r">
              <a:buNone/>
              <a:defRPr sz="1425" b="1">
                <a:solidFill>
                  <a:srgbClr val="D64545"/>
                </a:solidFill>
                <a:latin typeface="Helvetica Neue"/>
                <a:ea typeface="Helvetica Neue"/>
                <a:cs typeface="Helvetica Neue"/>
              </a:defRPr>
            </a:lvl1pPr>
            <a:lvl2pPr algn="r">
              <a:buNone/>
              <a:defRPr sz="1425" b="1">
                <a:solidFill>
                  <a:srgbClr val="D64545"/>
                </a:solidFill>
                <a:latin typeface="Helvetica Neue"/>
                <a:ea typeface="Helvetica Neue"/>
                <a:cs typeface="Helvetica Neue"/>
              </a:defRPr>
            </a:lvl2pPr>
            <a:lvl3pPr algn="r">
              <a:buNone/>
              <a:defRPr sz="1425" b="1">
                <a:solidFill>
                  <a:srgbClr val="D64545"/>
                </a:solidFill>
                <a:latin typeface="Helvetica Neue"/>
                <a:ea typeface="Helvetica Neue"/>
                <a:cs typeface="Helvetica Neue"/>
              </a:defRPr>
            </a:lvl3pPr>
            <a:lvl4pPr algn="r">
              <a:buNone/>
              <a:defRPr sz="1425" b="1">
                <a:solidFill>
                  <a:srgbClr val="D64545"/>
                </a:solidFill>
                <a:latin typeface="Helvetica Neue"/>
                <a:ea typeface="Helvetica Neue"/>
                <a:cs typeface="Helvetica Neue"/>
              </a:defRPr>
            </a:lvl4pPr>
            <a:lvl5pPr algn="r">
              <a:buNone/>
              <a:defRPr sz="1425" b="1">
                <a:solidFill>
                  <a:srgbClr val="D64545"/>
                </a:solidFill>
                <a:latin typeface="Helvetica Neue"/>
                <a:ea typeface="Helvetica Neue"/>
                <a:cs typeface="Helvetica Neue"/>
              </a:defRPr>
            </a:lvl5pPr>
            <a:lvl6pPr algn="r">
              <a:buNone/>
              <a:defRPr sz="1425" b="1">
                <a:solidFill>
                  <a:srgbClr val="D64545"/>
                </a:solidFill>
                <a:latin typeface="Helvetica Neue"/>
                <a:ea typeface="Helvetica Neue"/>
                <a:cs typeface="Helvetica Neue"/>
              </a:defRPr>
            </a:lvl6pPr>
            <a:lvl7pPr algn="r">
              <a:buNone/>
              <a:defRPr sz="1425" b="1">
                <a:solidFill>
                  <a:srgbClr val="D64545"/>
                </a:solidFill>
                <a:latin typeface="Helvetica Neue"/>
                <a:ea typeface="Helvetica Neue"/>
                <a:cs typeface="Helvetica Neue"/>
              </a:defRPr>
            </a:lvl7pPr>
            <a:lvl8pPr algn="r">
              <a:buNone/>
              <a:defRPr sz="1425" b="1">
                <a:solidFill>
                  <a:srgbClr val="D64545"/>
                </a:solidFill>
                <a:latin typeface="Helvetica Neue"/>
                <a:ea typeface="Helvetica Neue"/>
                <a:cs typeface="Helvetica Neue"/>
              </a:defRPr>
            </a:lvl8pPr>
            <a:lvl9pPr algn="r">
              <a:buNone/>
              <a:defRPr sz="1425" b="1">
                <a:solidFill>
                  <a:srgbClr val="D64545"/>
                </a:solidFill>
                <a:latin typeface="Helvetica Neue"/>
                <a:ea typeface="Helvetica Neue"/>
                <a:cs typeface="Helvetica Neue"/>
              </a:defRPr>
            </a:lvl9pPr>
          </a:lstStyle>
          <a:p>
            <a:pPr algn="r">
              <a:buNone/>
              <a:defRPr sz="1425" b="1">
                <a:solidFill>
                  <a:srgbClr val="D64545"/>
                </a:solidFill>
                <a:latin typeface="Helvetica Neue"/>
                <a:ea typeface="Helvetica Neue"/>
                <a:cs typeface="Helvetica Neue"/>
              </a:defRPr>
            </a:pPr>
            <a:r>
              <a:rPr sz="1350" b="1">
                <a:solidFill>
                  <a:srgbClr val="D64545"/>
                </a:solidFill>
                <a:latin typeface="Helvetica Neue"/>
                <a:ea typeface="Helvetica Neue"/>
                <a:cs typeface="Helvetica Neue"/>
              </a:rPr>
              <a:t>Window: F1 0.677 / AUROC 0.739</a:t>
            </a:r>
            <a:endParaRPr sz="1350" b="1">
              <a:solidFill>
                <a:srgbClr val="D64545"/>
              </a:solidFill>
              <a:latin typeface="Helvetica Neue"/>
              <a:ea typeface="Helvetica Neue"/>
              <a:cs typeface="Helvetica Neue"/>
            </a:endParaRPr>
          </a:p>
        </p:txBody>
      </p:sp>
      <p:sp>
        <p:nvSpPr>
          <p:cNvPr id="12" name="矩形 11"/>
          <p:cNvSpPr>
            <a:spLocks noGrp="1"/>
          </p:cNvSpPr>
          <p:nvPr/>
        </p:nvSpPr>
        <p:spPr>
          <a:xfrm>
            <a:off x="571500" y="5867400"/>
            <a:ext cx="11049000" cy="28575"/>
          </a:xfrm>
          <a:prstGeom prst="rect">
            <a:avLst/>
          </a:prstGeom>
          <a:solidFill>
            <a:srgbClr val="D9E2EC"/>
          </a:solidFill>
          <a:ln w="0">
            <a:noFill/>
          </a:ln>
        </p:spPr>
      </p:sp>
      <p:sp>
        <p:nvSpPr>
          <p:cNvPr id="13" name="矩形 12"/>
          <p:cNvSpPr>
            <a:spLocks noGrp="1"/>
          </p:cNvSpPr>
          <p:nvPr/>
        </p:nvSpPr>
        <p:spPr>
          <a:xfrm>
            <a:off x="952500" y="5953125"/>
            <a:ext cx="10287000" cy="323850"/>
          </a:xfrm>
          <a:prstGeom prst="rect">
            <a:avLst/>
          </a:prstGeom>
          <a:noFill/>
          <a:ln w="0">
            <a:noFill/>
          </a:ln>
        </p:spPr>
        <p:txBody>
          <a:bodyPr anchor="ctr">
            <a:noAutofit/>
          </a:bodyPr>
          <a:lstStyle>
            <a:defPPr algn="ctr">
              <a:defRPr sz="1275" b="1">
                <a:solidFill>
                  <a:srgbClr val="102A43"/>
                </a:solidFill>
                <a:latin typeface="Helvetica Neue"/>
                <a:ea typeface="Helvetica Neue"/>
                <a:cs typeface="Helvetica Neue"/>
              </a:defRPr>
            </a:defPPr>
            <a:lvl1pPr algn="ctr">
              <a:buNone/>
              <a:defRPr sz="1275" b="1">
                <a:solidFill>
                  <a:srgbClr val="102A43"/>
                </a:solidFill>
                <a:latin typeface="Helvetica Neue"/>
                <a:ea typeface="Helvetica Neue"/>
                <a:cs typeface="Helvetica Neue"/>
              </a:defRPr>
            </a:lvl1pPr>
            <a:lvl2pPr algn="ctr">
              <a:buNone/>
              <a:defRPr sz="1275" b="1">
                <a:solidFill>
                  <a:srgbClr val="102A43"/>
                </a:solidFill>
                <a:latin typeface="Helvetica Neue"/>
                <a:ea typeface="Helvetica Neue"/>
                <a:cs typeface="Helvetica Neue"/>
              </a:defRPr>
            </a:lvl2pPr>
            <a:lvl3pPr algn="ctr">
              <a:buNone/>
              <a:defRPr sz="1275" b="1">
                <a:solidFill>
                  <a:srgbClr val="102A43"/>
                </a:solidFill>
                <a:latin typeface="Helvetica Neue"/>
                <a:ea typeface="Helvetica Neue"/>
                <a:cs typeface="Helvetica Neue"/>
              </a:defRPr>
            </a:lvl3pPr>
            <a:lvl4pPr algn="ctr">
              <a:buNone/>
              <a:defRPr sz="1275" b="1">
                <a:solidFill>
                  <a:srgbClr val="102A43"/>
                </a:solidFill>
                <a:latin typeface="Helvetica Neue"/>
                <a:ea typeface="Helvetica Neue"/>
                <a:cs typeface="Helvetica Neue"/>
              </a:defRPr>
            </a:lvl4pPr>
            <a:lvl5pPr algn="ctr">
              <a:buNone/>
              <a:defRPr sz="1275" b="1">
                <a:solidFill>
                  <a:srgbClr val="102A43"/>
                </a:solidFill>
                <a:latin typeface="Helvetica Neue"/>
                <a:ea typeface="Helvetica Neue"/>
                <a:cs typeface="Helvetica Neue"/>
              </a:defRPr>
            </a:lvl5pPr>
            <a:lvl6pPr algn="ctr">
              <a:buNone/>
              <a:defRPr sz="1275" b="1">
                <a:solidFill>
                  <a:srgbClr val="102A43"/>
                </a:solidFill>
                <a:latin typeface="Helvetica Neue"/>
                <a:ea typeface="Helvetica Neue"/>
                <a:cs typeface="Helvetica Neue"/>
              </a:defRPr>
            </a:lvl6pPr>
            <a:lvl7pPr algn="ctr">
              <a:buNone/>
              <a:defRPr sz="1275" b="1">
                <a:solidFill>
                  <a:srgbClr val="102A43"/>
                </a:solidFill>
                <a:latin typeface="Helvetica Neue"/>
                <a:ea typeface="Helvetica Neue"/>
                <a:cs typeface="Helvetica Neue"/>
              </a:defRPr>
            </a:lvl7pPr>
            <a:lvl8pPr algn="ctr">
              <a:buNone/>
              <a:defRPr sz="1275" b="1">
                <a:solidFill>
                  <a:srgbClr val="102A43"/>
                </a:solidFill>
                <a:latin typeface="Helvetica Neue"/>
                <a:ea typeface="Helvetica Neue"/>
                <a:cs typeface="Helvetica Neue"/>
              </a:defRPr>
            </a:lvl8pPr>
            <a:lvl9pPr algn="ctr">
              <a:buNone/>
              <a:defRPr sz="1275" b="1">
                <a:solidFill>
                  <a:srgbClr val="102A43"/>
                </a:solidFill>
                <a:latin typeface="Helvetica Neue"/>
                <a:ea typeface="Helvetica Neue"/>
                <a:cs typeface="Helvetica Neue"/>
              </a:defRPr>
            </a:lvl9pPr>
          </a:lstStyle>
          <a:p>
            <a:pPr algn="ctr">
              <a:buNone/>
              <a:defRPr sz="1275" b="1">
                <a:solidFill>
                  <a:srgbClr val="102A43"/>
                </a:solidFill>
                <a:latin typeface="Helvetica Neue"/>
                <a:ea typeface="Helvetica Neue"/>
                <a:cs typeface="Helvetica Neue"/>
              </a:defRPr>
            </a:pPr>
            <a:r>
              <a:rPr sz="1275" b="1">
                <a:solidFill>
                  <a:srgbClr val="102A43"/>
                </a:solidFill>
                <a:latin typeface="Helvetica Neue"/>
                <a:ea typeface="Helvetica Neue"/>
                <a:cs typeface="Helvetica Neue"/>
              </a:rPr>
              <a:t>Window AUROC lower in 20/20 repeats; new segments reuse the same 12 speakers.</a:t>
            </a:r>
            <a:endParaRPr sz="1275" b="1">
              <a:solidFill>
                <a:srgbClr val="102A43"/>
              </a:solidFill>
              <a:latin typeface="Helvetica Neue"/>
              <a:ea typeface="Helvetica Neue"/>
              <a:cs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矩形 24"/>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lang="en-US" altLang="zh-CN" sz="2550" b="1">
                <a:solidFill>
                  <a:srgbClr val="102A43"/>
                </a:solidFill>
                <a:latin typeface="Helvetica Neue"/>
                <a:ea typeface="Helvetica Neue"/>
                <a:cs typeface="Helvetica Neue"/>
              </a:rPr>
              <a:t>Strategy B: Finding periodic colour changes</a:t>
            </a:r>
            <a:endParaRPr lang="en-US" altLang="zh-CN"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endParaRPr sz="900" b="0">
              <a:solidFill>
                <a:srgbClr val="627D98"/>
              </a:solidFill>
              <a:latin typeface="Helvetica Neue"/>
              <a:ea typeface="Helvetica Neue"/>
              <a:cs typeface="Helvetica Neue"/>
            </a:endParaRPr>
          </a:p>
        </p:txBody>
      </p:sp>
      <p:sp>
        <p:nvSpPr>
          <p:cNvPr id="6" name="圆角矩形 5"/>
          <p:cNvSpPr>
            <a:spLocks noGrp="1"/>
          </p:cNvSpPr>
          <p:nvPr/>
        </p:nvSpPr>
        <p:spPr>
          <a:xfrm>
            <a:off x="666750" y="1476375"/>
            <a:ext cx="2190750" cy="1143000"/>
          </a:xfrm>
          <a:prstGeom prst="roundRect">
            <a:avLst>
              <a:gd name="adj" fmla="val 6667"/>
            </a:avLst>
          </a:prstGeom>
          <a:solidFill>
            <a:srgbClr val="F4F7FB"/>
          </a:solidFill>
          <a:ln w="19050">
            <a:solidFill>
              <a:srgbClr val="102A43"/>
            </a:solidFill>
          </a:ln>
        </p:spPr>
      </p:sp>
      <p:sp>
        <p:nvSpPr>
          <p:cNvPr id="7" name="矩形 6"/>
          <p:cNvSpPr>
            <a:spLocks noGrp="1"/>
          </p:cNvSpPr>
          <p:nvPr/>
        </p:nvSpPr>
        <p:spPr>
          <a:xfrm>
            <a:off x="838200" y="1590675"/>
            <a:ext cx="1847850" cy="323850"/>
          </a:xfrm>
          <a:prstGeom prst="rect">
            <a:avLst/>
          </a:prstGeom>
          <a:noFill/>
          <a:ln w="0">
            <a:noFill/>
          </a:ln>
        </p:spPr>
        <p:txBody>
          <a:bodyPr anchor="ctr">
            <a:noAutofit/>
          </a:bodyPr>
          <a:lstStyle>
            <a:defPPr algn="l">
              <a:defRPr sz="1650" b="1">
                <a:solidFill>
                  <a:srgbClr val="102A43"/>
                </a:solidFill>
                <a:latin typeface="Helvetica Neue"/>
                <a:ea typeface="Helvetica Neue"/>
                <a:cs typeface="Helvetica Neue"/>
              </a:defRPr>
            </a:defPPr>
            <a:lvl1pPr algn="l">
              <a:buNone/>
              <a:defRPr sz="1650" b="1">
                <a:solidFill>
                  <a:srgbClr val="102A43"/>
                </a:solidFill>
                <a:latin typeface="Helvetica Neue"/>
                <a:ea typeface="Helvetica Neue"/>
                <a:cs typeface="Helvetica Neue"/>
              </a:defRPr>
            </a:lvl1pPr>
            <a:lvl2pPr algn="l">
              <a:buNone/>
              <a:defRPr sz="1650" b="1">
                <a:solidFill>
                  <a:srgbClr val="102A43"/>
                </a:solidFill>
                <a:latin typeface="Helvetica Neue"/>
                <a:ea typeface="Helvetica Neue"/>
                <a:cs typeface="Helvetica Neue"/>
              </a:defRPr>
            </a:lvl2pPr>
            <a:lvl3pPr algn="l">
              <a:buNone/>
              <a:defRPr sz="1650" b="1">
                <a:solidFill>
                  <a:srgbClr val="102A43"/>
                </a:solidFill>
                <a:latin typeface="Helvetica Neue"/>
                <a:ea typeface="Helvetica Neue"/>
                <a:cs typeface="Helvetica Neue"/>
              </a:defRPr>
            </a:lvl3pPr>
            <a:lvl4pPr algn="l">
              <a:buNone/>
              <a:defRPr sz="1650" b="1">
                <a:solidFill>
                  <a:srgbClr val="102A43"/>
                </a:solidFill>
                <a:latin typeface="Helvetica Neue"/>
                <a:ea typeface="Helvetica Neue"/>
                <a:cs typeface="Helvetica Neue"/>
              </a:defRPr>
            </a:lvl4pPr>
            <a:lvl5pPr algn="l">
              <a:buNone/>
              <a:defRPr sz="1650" b="1">
                <a:solidFill>
                  <a:srgbClr val="102A43"/>
                </a:solidFill>
                <a:latin typeface="Helvetica Neue"/>
                <a:ea typeface="Helvetica Neue"/>
                <a:cs typeface="Helvetica Neue"/>
              </a:defRPr>
            </a:lvl5pPr>
            <a:lvl6pPr algn="l">
              <a:buNone/>
              <a:defRPr sz="1650" b="1">
                <a:solidFill>
                  <a:srgbClr val="102A43"/>
                </a:solidFill>
                <a:latin typeface="Helvetica Neue"/>
                <a:ea typeface="Helvetica Neue"/>
                <a:cs typeface="Helvetica Neue"/>
              </a:defRPr>
            </a:lvl6pPr>
            <a:lvl7pPr algn="l">
              <a:buNone/>
              <a:defRPr sz="1650" b="1">
                <a:solidFill>
                  <a:srgbClr val="102A43"/>
                </a:solidFill>
                <a:latin typeface="Helvetica Neue"/>
                <a:ea typeface="Helvetica Neue"/>
                <a:cs typeface="Helvetica Neue"/>
              </a:defRPr>
            </a:lvl7pPr>
            <a:lvl8pPr algn="l">
              <a:buNone/>
              <a:defRPr sz="1650" b="1">
                <a:solidFill>
                  <a:srgbClr val="102A43"/>
                </a:solidFill>
                <a:latin typeface="Helvetica Neue"/>
                <a:ea typeface="Helvetica Neue"/>
                <a:cs typeface="Helvetica Neue"/>
              </a:defRPr>
            </a:lvl8pPr>
            <a:lvl9pPr algn="l">
              <a:buNone/>
              <a:defRPr sz="1650" b="1">
                <a:solidFill>
                  <a:srgbClr val="102A43"/>
                </a:solidFill>
                <a:latin typeface="Helvetica Neue"/>
                <a:ea typeface="Helvetica Neue"/>
                <a:cs typeface="Helvetica Neue"/>
              </a:defRPr>
            </a:lvl9pPr>
          </a:lstStyle>
          <a:p>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Original control</a:t>
            </a:r>
            <a:endParaRPr sz="1650" b="1">
              <a:solidFill>
                <a:srgbClr val="102A43"/>
              </a:solidFill>
              <a:latin typeface="Helvetica Neue"/>
              <a:ea typeface="Helvetica Neue"/>
              <a:cs typeface="Helvetica Neue"/>
            </a:endParaRPr>
          </a:p>
        </p:txBody>
      </p:sp>
      <p:sp>
        <p:nvSpPr>
          <p:cNvPr id="8" name="矩形 7"/>
          <p:cNvSpPr>
            <a:spLocks noGrp="1"/>
          </p:cNvSpPr>
          <p:nvPr/>
        </p:nvSpPr>
        <p:spPr>
          <a:xfrm>
            <a:off x="838200" y="1971675"/>
            <a:ext cx="1847850" cy="5334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Generated video; no colour injection</a:t>
            </a:r>
            <a:endParaRPr sz="1275" b="0">
              <a:solidFill>
                <a:srgbClr val="243B53"/>
              </a:solidFill>
              <a:latin typeface="Helvetica Neue"/>
              <a:ea typeface="Helvetica Neue"/>
              <a:cs typeface="Helvetica Neue"/>
            </a:endParaRPr>
          </a:p>
        </p:txBody>
      </p:sp>
      <p:sp>
        <p:nvSpPr>
          <p:cNvPr id="9" name="圆角矩形 8"/>
          <p:cNvSpPr>
            <a:spLocks noGrp="1"/>
          </p:cNvSpPr>
          <p:nvPr/>
        </p:nvSpPr>
        <p:spPr>
          <a:xfrm>
            <a:off x="666750" y="3286125"/>
            <a:ext cx="2190750" cy="1143000"/>
          </a:xfrm>
          <a:prstGeom prst="roundRect">
            <a:avLst>
              <a:gd name="adj" fmla="val 6667"/>
            </a:avLst>
          </a:prstGeom>
          <a:solidFill>
            <a:srgbClr val="FFF2E2"/>
          </a:solidFill>
          <a:ln w="19050">
            <a:solidFill>
              <a:srgbClr val="E67E22"/>
            </a:solidFill>
          </a:ln>
        </p:spPr>
      </p:sp>
      <p:sp>
        <p:nvSpPr>
          <p:cNvPr id="10" name="矩形 9"/>
          <p:cNvSpPr>
            <a:spLocks noGrp="1"/>
          </p:cNvSpPr>
          <p:nvPr/>
        </p:nvSpPr>
        <p:spPr>
          <a:xfrm>
            <a:off x="838200" y="3400425"/>
            <a:ext cx="1847850" cy="323850"/>
          </a:xfrm>
          <a:prstGeom prst="rect">
            <a:avLst/>
          </a:prstGeom>
          <a:noFill/>
          <a:ln w="0">
            <a:noFill/>
          </a:ln>
        </p:spPr>
        <p:txBody>
          <a:bodyPr anchor="ctr">
            <a:noAutofit/>
          </a:bodyPr>
          <a:lstStyle>
            <a:defPPr algn="l">
              <a:defRPr sz="1650" b="1">
                <a:solidFill>
                  <a:srgbClr val="E67E22"/>
                </a:solidFill>
                <a:latin typeface="Helvetica Neue"/>
                <a:ea typeface="Helvetica Neue"/>
                <a:cs typeface="Helvetica Neue"/>
              </a:defRPr>
            </a:defPPr>
            <a:lvl1pPr algn="l">
              <a:buNone/>
              <a:defRPr sz="1650" b="1">
                <a:solidFill>
                  <a:srgbClr val="E67E22"/>
                </a:solidFill>
                <a:latin typeface="Helvetica Neue"/>
                <a:ea typeface="Helvetica Neue"/>
                <a:cs typeface="Helvetica Neue"/>
              </a:defRPr>
            </a:lvl1pPr>
            <a:lvl2pPr algn="l">
              <a:buNone/>
              <a:defRPr sz="1650" b="1">
                <a:solidFill>
                  <a:srgbClr val="E67E22"/>
                </a:solidFill>
                <a:latin typeface="Helvetica Neue"/>
                <a:ea typeface="Helvetica Neue"/>
                <a:cs typeface="Helvetica Neue"/>
              </a:defRPr>
            </a:lvl2pPr>
            <a:lvl3pPr algn="l">
              <a:buNone/>
              <a:defRPr sz="1650" b="1">
                <a:solidFill>
                  <a:srgbClr val="E67E22"/>
                </a:solidFill>
                <a:latin typeface="Helvetica Neue"/>
                <a:ea typeface="Helvetica Neue"/>
                <a:cs typeface="Helvetica Neue"/>
              </a:defRPr>
            </a:lvl3pPr>
            <a:lvl4pPr algn="l">
              <a:buNone/>
              <a:defRPr sz="1650" b="1">
                <a:solidFill>
                  <a:srgbClr val="E67E22"/>
                </a:solidFill>
                <a:latin typeface="Helvetica Neue"/>
                <a:ea typeface="Helvetica Neue"/>
                <a:cs typeface="Helvetica Neue"/>
              </a:defRPr>
            </a:lvl4pPr>
            <a:lvl5pPr algn="l">
              <a:buNone/>
              <a:defRPr sz="1650" b="1">
                <a:solidFill>
                  <a:srgbClr val="E67E22"/>
                </a:solidFill>
                <a:latin typeface="Helvetica Neue"/>
                <a:ea typeface="Helvetica Neue"/>
                <a:cs typeface="Helvetica Neue"/>
              </a:defRPr>
            </a:lvl5pPr>
            <a:lvl6pPr algn="l">
              <a:buNone/>
              <a:defRPr sz="1650" b="1">
                <a:solidFill>
                  <a:srgbClr val="E67E22"/>
                </a:solidFill>
                <a:latin typeface="Helvetica Neue"/>
                <a:ea typeface="Helvetica Neue"/>
                <a:cs typeface="Helvetica Neue"/>
              </a:defRPr>
            </a:lvl6pPr>
            <a:lvl7pPr algn="l">
              <a:buNone/>
              <a:defRPr sz="1650" b="1">
                <a:solidFill>
                  <a:srgbClr val="E67E22"/>
                </a:solidFill>
                <a:latin typeface="Helvetica Neue"/>
                <a:ea typeface="Helvetica Neue"/>
                <a:cs typeface="Helvetica Neue"/>
              </a:defRPr>
            </a:lvl7pPr>
            <a:lvl8pPr algn="l">
              <a:buNone/>
              <a:defRPr sz="1650" b="1">
                <a:solidFill>
                  <a:srgbClr val="E67E22"/>
                </a:solidFill>
                <a:latin typeface="Helvetica Neue"/>
                <a:ea typeface="Helvetica Neue"/>
                <a:cs typeface="Helvetica Neue"/>
              </a:defRPr>
            </a:lvl8pPr>
            <a:lvl9pPr algn="l">
              <a:buNone/>
              <a:defRPr sz="1650" b="1">
                <a:solidFill>
                  <a:srgbClr val="E67E22"/>
                </a:solidFill>
                <a:latin typeface="Helvetica Neue"/>
                <a:ea typeface="Helvetica Neue"/>
                <a:cs typeface="Helvetica Neue"/>
              </a:defRPr>
            </a:lvl9pPr>
          </a:lstStyle>
          <a:p>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endParaRPr sz="1650" b="1">
              <a:solidFill>
                <a:srgbClr val="E67E22"/>
              </a:solidFill>
              <a:latin typeface="Helvetica Neue"/>
              <a:ea typeface="Helvetica Neue"/>
              <a:cs typeface="Helvetica Neue"/>
            </a:endParaRPr>
          </a:p>
        </p:txBody>
      </p:sp>
      <p:sp>
        <p:nvSpPr>
          <p:cNvPr id="11" name="矩形 10"/>
          <p:cNvSpPr>
            <a:spLocks noGrp="1"/>
          </p:cNvSpPr>
          <p:nvPr/>
        </p:nvSpPr>
        <p:spPr>
          <a:xfrm>
            <a:off x="838200" y="3781425"/>
            <a:ext cx="1847850" cy="53340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Dark.Mimic periodic colour change</a:t>
            </a:r>
            <a:endParaRPr sz="1275" b="0">
              <a:solidFill>
                <a:srgbClr val="243B53"/>
              </a:solidFill>
              <a:latin typeface="Helvetica Neue"/>
              <a:ea typeface="Helvetica Neue"/>
              <a:cs typeface="Helvetica Neue"/>
            </a:endParaRPr>
          </a:p>
        </p:txBody>
      </p:sp>
      <p:sp>
        <p:nvSpPr>
          <p:cNvPr id="12" name="圆角矩形 11"/>
          <p:cNvSpPr>
            <a:spLocks noGrp="1"/>
          </p:cNvSpPr>
          <p:nvPr/>
        </p:nvSpPr>
        <p:spPr>
          <a:xfrm>
            <a:off x="4191000" y="2286000"/>
            <a:ext cx="2952750" cy="1428750"/>
          </a:xfrm>
          <a:prstGeom prst="roundRect">
            <a:avLst>
              <a:gd name="adj" fmla="val 5333"/>
            </a:avLst>
          </a:prstGeom>
          <a:solidFill>
            <a:srgbClr val="FCECEC"/>
          </a:solidFill>
          <a:ln w="19050">
            <a:solidFill>
              <a:srgbClr val="D64545"/>
            </a:solidFill>
          </a:ln>
        </p:spPr>
      </p:sp>
      <p:sp>
        <p:nvSpPr>
          <p:cNvPr id="13" name="矩形 12"/>
          <p:cNvSpPr>
            <a:spLocks noGrp="1"/>
          </p:cNvSpPr>
          <p:nvPr/>
        </p:nvSpPr>
        <p:spPr>
          <a:xfrm>
            <a:off x="4362450" y="2400300"/>
            <a:ext cx="2609850" cy="323850"/>
          </a:xfrm>
          <a:prstGeom prst="rect">
            <a:avLst/>
          </a:prstGeom>
          <a:noFill/>
          <a:ln w="0">
            <a:noFill/>
          </a:ln>
        </p:spPr>
        <p:txBody>
          <a:bodyPr anchor="ctr">
            <a:noAutofit/>
          </a:bodyPr>
          <a:lstStyle>
            <a:defPPr algn="l">
              <a:defRPr sz="1650" b="1">
                <a:solidFill>
                  <a:srgbClr val="D64545"/>
                </a:solidFill>
                <a:latin typeface="Helvetica Neue"/>
                <a:ea typeface="Helvetica Neue"/>
                <a:cs typeface="Helvetica Neue"/>
              </a:defRPr>
            </a:defPPr>
            <a:lvl1pPr algn="l">
              <a:buNone/>
              <a:defRPr sz="1650" b="1">
                <a:solidFill>
                  <a:srgbClr val="D64545"/>
                </a:solidFill>
                <a:latin typeface="Helvetica Neue"/>
                <a:ea typeface="Helvetica Neue"/>
                <a:cs typeface="Helvetica Neue"/>
              </a:defRPr>
            </a:lvl1pPr>
            <a:lvl2pPr algn="l">
              <a:buNone/>
              <a:defRPr sz="1650" b="1">
                <a:solidFill>
                  <a:srgbClr val="D64545"/>
                </a:solidFill>
                <a:latin typeface="Helvetica Neue"/>
                <a:ea typeface="Helvetica Neue"/>
                <a:cs typeface="Helvetica Neue"/>
              </a:defRPr>
            </a:lvl2pPr>
            <a:lvl3pPr algn="l">
              <a:buNone/>
              <a:defRPr sz="1650" b="1">
                <a:solidFill>
                  <a:srgbClr val="D64545"/>
                </a:solidFill>
                <a:latin typeface="Helvetica Neue"/>
                <a:ea typeface="Helvetica Neue"/>
                <a:cs typeface="Helvetica Neue"/>
              </a:defRPr>
            </a:lvl3pPr>
            <a:lvl4pPr algn="l">
              <a:buNone/>
              <a:defRPr sz="1650" b="1">
                <a:solidFill>
                  <a:srgbClr val="D64545"/>
                </a:solidFill>
                <a:latin typeface="Helvetica Neue"/>
                <a:ea typeface="Helvetica Neue"/>
                <a:cs typeface="Helvetica Neue"/>
              </a:defRPr>
            </a:lvl4pPr>
            <a:lvl5pPr algn="l">
              <a:buNone/>
              <a:defRPr sz="1650" b="1">
                <a:solidFill>
                  <a:srgbClr val="D64545"/>
                </a:solidFill>
                <a:latin typeface="Helvetica Neue"/>
                <a:ea typeface="Helvetica Neue"/>
                <a:cs typeface="Helvetica Neue"/>
              </a:defRPr>
            </a:lvl5pPr>
            <a:lvl6pPr algn="l">
              <a:buNone/>
              <a:defRPr sz="1650" b="1">
                <a:solidFill>
                  <a:srgbClr val="D64545"/>
                </a:solidFill>
                <a:latin typeface="Helvetica Neue"/>
                <a:ea typeface="Helvetica Neue"/>
                <a:cs typeface="Helvetica Neue"/>
              </a:defRPr>
            </a:lvl6pPr>
            <a:lvl7pPr algn="l">
              <a:buNone/>
              <a:defRPr sz="1650" b="1">
                <a:solidFill>
                  <a:srgbClr val="D64545"/>
                </a:solidFill>
                <a:latin typeface="Helvetica Neue"/>
                <a:ea typeface="Helvetica Neue"/>
                <a:cs typeface="Helvetica Neue"/>
              </a:defRPr>
            </a:lvl7pPr>
            <a:lvl8pPr algn="l">
              <a:buNone/>
              <a:defRPr sz="1650" b="1">
                <a:solidFill>
                  <a:srgbClr val="D64545"/>
                </a:solidFill>
                <a:latin typeface="Helvetica Neue"/>
                <a:ea typeface="Helvetica Neue"/>
                <a:cs typeface="Helvetica Neue"/>
              </a:defRPr>
            </a:lvl8pPr>
            <a:lvl9pPr algn="l">
              <a:buNone/>
              <a:defRPr sz="1650" b="1">
                <a:solidFill>
                  <a:srgbClr val="D64545"/>
                </a:solidFill>
                <a:latin typeface="Helvetica Neue"/>
                <a:ea typeface="Helvetica Neue"/>
                <a:cs typeface="Helvetica Neue"/>
              </a:defRPr>
            </a:lvl9pPr>
          </a:lstStyle>
          <a:p>
            <a:pPr algn="l">
              <a:buNone/>
              <a:defRPr sz="1650" b="1">
                <a:solidFill>
                  <a:srgbClr val="D64545"/>
                </a:solidFill>
                <a:latin typeface="Helvetica Neue"/>
                <a:ea typeface="Helvetica Neue"/>
                <a:cs typeface="Helvetica Neue"/>
              </a:defRPr>
            </a:pPr>
            <a:r>
              <a:rPr sz="1575" b="1">
                <a:solidFill>
                  <a:srgbClr val="D64545"/>
                </a:solidFill>
                <a:latin typeface="Helvetica Neue"/>
                <a:ea typeface="Helvetica Neue"/>
                <a:cs typeface="Helvetica Neue"/>
              </a:rPr>
              <a:t>Aligned RGB differences</a:t>
            </a:r>
            <a:endParaRPr sz="1575" b="1">
              <a:solidFill>
                <a:srgbClr val="D64545"/>
              </a:solidFill>
              <a:latin typeface="Helvetica Neue"/>
              <a:ea typeface="Helvetica Neue"/>
              <a:cs typeface="Helvetica Neue"/>
            </a:endParaRPr>
          </a:p>
        </p:txBody>
      </p:sp>
      <p:sp>
        <p:nvSpPr>
          <p:cNvPr id="14" name="矩形 13"/>
          <p:cNvSpPr>
            <a:spLocks noGrp="1"/>
          </p:cNvSpPr>
          <p:nvPr/>
        </p:nvSpPr>
        <p:spPr>
          <a:xfrm>
            <a:off x="4362450" y="2781300"/>
            <a:ext cx="2609850" cy="81915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forehead and both cheeks</a:t>
            </a:r>
            <a:endParaRPr sz="1275" b="0">
              <a:solidFill>
                <a:srgbClr val="243B53"/>
              </a:solidFill>
              <a:latin typeface="Helvetica Neue"/>
              <a:ea typeface="Helvetica Neue"/>
              <a:cs typeface="Helvetica Neue"/>
            </a:endParaRPr>
          </a:p>
        </p:txBody>
      </p:sp>
      <p:sp>
        <p:nvSpPr>
          <p:cNvPr id="15" name="圆角矩形 14"/>
          <p:cNvSpPr>
            <a:spLocks noGrp="1"/>
          </p:cNvSpPr>
          <p:nvPr/>
        </p:nvSpPr>
        <p:spPr>
          <a:xfrm>
            <a:off x="8572500" y="2286000"/>
            <a:ext cx="2857500" cy="1428750"/>
          </a:xfrm>
          <a:prstGeom prst="roundRect">
            <a:avLst>
              <a:gd name="adj" fmla="val 5333"/>
            </a:avLst>
          </a:prstGeom>
          <a:solidFill>
            <a:srgbClr val="EAF1FF"/>
          </a:solidFill>
          <a:ln w="19050">
            <a:solidFill>
              <a:srgbClr val="2F6BFF"/>
            </a:solidFill>
          </a:ln>
        </p:spPr>
      </p:sp>
      <p:sp>
        <p:nvSpPr>
          <p:cNvPr id="16" name="矩形 15"/>
          <p:cNvSpPr>
            <a:spLocks noGrp="1"/>
          </p:cNvSpPr>
          <p:nvPr/>
        </p:nvSpPr>
        <p:spPr>
          <a:xfrm>
            <a:off x="8743950" y="2400300"/>
            <a:ext cx="2514600" cy="428625"/>
          </a:xfrm>
          <a:prstGeom prst="rect">
            <a:avLst/>
          </a:prstGeom>
          <a:noFill/>
          <a:ln w="0">
            <a:noFill/>
          </a:ln>
        </p:spPr>
        <p:txBody>
          <a:bodyPr anchor="ctr">
            <a:noAutofit/>
          </a:bodyPr>
          <a:lstStyle>
            <a:defPPr algn="l">
              <a:defRPr sz="1650" b="1">
                <a:solidFill>
                  <a:srgbClr val="2F6BFF"/>
                </a:solidFill>
                <a:latin typeface="Helvetica Neue"/>
                <a:ea typeface="Helvetica Neue"/>
                <a:cs typeface="Helvetica Neue"/>
              </a:defRPr>
            </a:defPPr>
            <a:lvl1pPr algn="l">
              <a:buNone/>
              <a:defRPr sz="1650" b="1">
                <a:solidFill>
                  <a:srgbClr val="2F6BFF"/>
                </a:solidFill>
                <a:latin typeface="Helvetica Neue"/>
                <a:ea typeface="Helvetica Neue"/>
                <a:cs typeface="Helvetica Neue"/>
              </a:defRPr>
            </a:lvl1pPr>
            <a:lvl2pPr algn="l">
              <a:buNone/>
              <a:defRPr sz="1650" b="1">
                <a:solidFill>
                  <a:srgbClr val="2F6BFF"/>
                </a:solidFill>
                <a:latin typeface="Helvetica Neue"/>
                <a:ea typeface="Helvetica Neue"/>
                <a:cs typeface="Helvetica Neue"/>
              </a:defRPr>
            </a:lvl2pPr>
            <a:lvl3pPr algn="l">
              <a:buNone/>
              <a:defRPr sz="1650" b="1">
                <a:solidFill>
                  <a:srgbClr val="2F6BFF"/>
                </a:solidFill>
                <a:latin typeface="Helvetica Neue"/>
                <a:ea typeface="Helvetica Neue"/>
                <a:cs typeface="Helvetica Neue"/>
              </a:defRPr>
            </a:lvl3pPr>
            <a:lvl4pPr algn="l">
              <a:buNone/>
              <a:defRPr sz="1650" b="1">
                <a:solidFill>
                  <a:srgbClr val="2F6BFF"/>
                </a:solidFill>
                <a:latin typeface="Helvetica Neue"/>
                <a:ea typeface="Helvetica Neue"/>
                <a:cs typeface="Helvetica Neue"/>
              </a:defRPr>
            </a:lvl4pPr>
            <a:lvl5pPr algn="l">
              <a:buNone/>
              <a:defRPr sz="1650" b="1">
                <a:solidFill>
                  <a:srgbClr val="2F6BFF"/>
                </a:solidFill>
                <a:latin typeface="Helvetica Neue"/>
                <a:ea typeface="Helvetica Neue"/>
                <a:cs typeface="Helvetica Neue"/>
              </a:defRPr>
            </a:lvl5pPr>
            <a:lvl6pPr algn="l">
              <a:buNone/>
              <a:defRPr sz="1650" b="1">
                <a:solidFill>
                  <a:srgbClr val="2F6BFF"/>
                </a:solidFill>
                <a:latin typeface="Helvetica Neue"/>
                <a:ea typeface="Helvetica Neue"/>
                <a:cs typeface="Helvetica Neue"/>
              </a:defRPr>
            </a:lvl6pPr>
            <a:lvl7pPr algn="l">
              <a:buNone/>
              <a:defRPr sz="1650" b="1">
                <a:solidFill>
                  <a:srgbClr val="2F6BFF"/>
                </a:solidFill>
                <a:latin typeface="Helvetica Neue"/>
                <a:ea typeface="Helvetica Neue"/>
                <a:cs typeface="Helvetica Neue"/>
              </a:defRPr>
            </a:lvl7pPr>
            <a:lvl8pPr algn="l">
              <a:buNone/>
              <a:defRPr sz="1650" b="1">
                <a:solidFill>
                  <a:srgbClr val="2F6BFF"/>
                </a:solidFill>
                <a:latin typeface="Helvetica Neue"/>
                <a:ea typeface="Helvetica Neue"/>
                <a:cs typeface="Helvetica Neue"/>
              </a:defRPr>
            </a:lvl8pPr>
            <a:lvl9pPr algn="l">
              <a:buNone/>
              <a:defRPr sz="1650" b="1">
                <a:solidFill>
                  <a:srgbClr val="2F6BFF"/>
                </a:solidFill>
                <a:latin typeface="Helvetica Neue"/>
                <a:ea typeface="Helvetica Neue"/>
                <a:cs typeface="Helvetica Neue"/>
              </a:defRPr>
            </a:lvl9pPr>
          </a:lstStyle>
          <a:p>
            <a:pPr algn="l">
              <a:buNone/>
              <a:defRPr sz="1650" b="1">
                <a:solidFill>
                  <a:srgbClr val="2F6BFF"/>
                </a:solidFill>
                <a:latin typeface="Helvetica Neue"/>
                <a:ea typeface="Helvetica Neue"/>
                <a:cs typeface="Helvetica Neue"/>
              </a:defRPr>
            </a:pPr>
            <a:r>
              <a:rPr sz="1500" b="1">
                <a:solidFill>
                  <a:srgbClr val="2F6BFF"/>
                </a:solidFill>
                <a:latin typeface="Helvetica Neue"/>
                <a:ea typeface="Helvetica Neue"/>
                <a:cs typeface="Helvetica Neue"/>
              </a:rPr>
              <a:t>Frequency analysis (FFT)</a:t>
            </a:r>
            <a:endParaRPr sz="1500" b="1">
              <a:solidFill>
                <a:srgbClr val="2F6BFF"/>
              </a:solidFill>
              <a:latin typeface="Helvetica Neue"/>
              <a:ea typeface="Helvetica Neue"/>
              <a:cs typeface="Helvetica Neue"/>
            </a:endParaRPr>
          </a:p>
        </p:txBody>
      </p:sp>
      <p:sp>
        <p:nvSpPr>
          <p:cNvPr id="17" name="矩形 16"/>
          <p:cNvSpPr>
            <a:spLocks noGrp="1"/>
          </p:cNvSpPr>
          <p:nvPr/>
        </p:nvSpPr>
        <p:spPr>
          <a:xfrm>
            <a:off x="8743950" y="2781300"/>
            <a:ext cx="2514600" cy="819150"/>
          </a:xfrm>
          <a:prstGeom prst="rect">
            <a:avLst/>
          </a:prstGeom>
          <a:noFill/>
          <a:ln w="0">
            <a:noFill/>
          </a:ln>
        </p:spPr>
        <p:txBody>
          <a:bodyPr anchor="t">
            <a:noAutofit/>
          </a:bodyPr>
          <a:lstStyle>
            <a:defPPr algn="l">
              <a:defRPr sz="1275" b="0">
                <a:solidFill>
                  <a:srgbClr val="243B53"/>
                </a:solidFill>
                <a:latin typeface="Helvetica Neue"/>
                <a:ea typeface="Helvetica Neue"/>
                <a:cs typeface="Helvetica Neue"/>
              </a:defRPr>
            </a:defPPr>
            <a:lvl1pPr algn="l">
              <a:buNone/>
              <a:defRPr sz="1275" b="0">
                <a:solidFill>
                  <a:srgbClr val="243B53"/>
                </a:solidFill>
                <a:latin typeface="Helvetica Neue"/>
                <a:ea typeface="Helvetica Neue"/>
                <a:cs typeface="Helvetica Neue"/>
              </a:defRPr>
            </a:lvl1pPr>
            <a:lvl2pPr algn="l">
              <a:buNone/>
              <a:defRPr sz="1275" b="0">
                <a:solidFill>
                  <a:srgbClr val="243B53"/>
                </a:solidFill>
                <a:latin typeface="Helvetica Neue"/>
                <a:ea typeface="Helvetica Neue"/>
                <a:cs typeface="Helvetica Neue"/>
              </a:defRPr>
            </a:lvl2pPr>
            <a:lvl3pPr algn="l">
              <a:buNone/>
              <a:defRPr sz="1275" b="0">
                <a:solidFill>
                  <a:srgbClr val="243B53"/>
                </a:solidFill>
                <a:latin typeface="Helvetica Neue"/>
                <a:ea typeface="Helvetica Neue"/>
                <a:cs typeface="Helvetica Neue"/>
              </a:defRPr>
            </a:lvl3pPr>
            <a:lvl4pPr algn="l">
              <a:buNone/>
              <a:defRPr sz="1275" b="0">
                <a:solidFill>
                  <a:srgbClr val="243B53"/>
                </a:solidFill>
                <a:latin typeface="Helvetica Neue"/>
                <a:ea typeface="Helvetica Neue"/>
                <a:cs typeface="Helvetica Neue"/>
              </a:defRPr>
            </a:lvl4pPr>
            <a:lvl5pPr algn="l">
              <a:buNone/>
              <a:defRPr sz="1275" b="0">
                <a:solidFill>
                  <a:srgbClr val="243B53"/>
                </a:solidFill>
                <a:latin typeface="Helvetica Neue"/>
                <a:ea typeface="Helvetica Neue"/>
                <a:cs typeface="Helvetica Neue"/>
              </a:defRPr>
            </a:lvl5pPr>
            <a:lvl6pPr algn="l">
              <a:buNone/>
              <a:defRPr sz="1275" b="0">
                <a:solidFill>
                  <a:srgbClr val="243B53"/>
                </a:solidFill>
                <a:latin typeface="Helvetica Neue"/>
                <a:ea typeface="Helvetica Neue"/>
                <a:cs typeface="Helvetica Neue"/>
              </a:defRPr>
            </a:lvl6pPr>
            <a:lvl7pPr algn="l">
              <a:buNone/>
              <a:defRPr sz="1275" b="0">
                <a:solidFill>
                  <a:srgbClr val="243B53"/>
                </a:solidFill>
                <a:latin typeface="Helvetica Neue"/>
                <a:ea typeface="Helvetica Neue"/>
                <a:cs typeface="Helvetica Neue"/>
              </a:defRPr>
            </a:lvl7pPr>
            <a:lvl8pPr algn="l">
              <a:buNone/>
              <a:defRPr sz="1275" b="0">
                <a:solidFill>
                  <a:srgbClr val="243B53"/>
                </a:solidFill>
                <a:latin typeface="Helvetica Neue"/>
                <a:ea typeface="Helvetica Neue"/>
                <a:cs typeface="Helvetica Neue"/>
              </a:defRPr>
            </a:lvl8pPr>
            <a:lvl9pPr algn="l">
              <a:buNone/>
              <a:defRPr sz="1275" b="0">
                <a:solidFill>
                  <a:srgbClr val="243B53"/>
                </a:solidFill>
                <a:latin typeface="Helvetica Neue"/>
                <a:ea typeface="Helvetica Neue"/>
                <a:cs typeface="Helvetica Neue"/>
              </a:defRPr>
            </a:lvl9pPr>
          </a:lstStyle>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 frequency</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Peak-to-median ratio</a:t>
            </a:r>
            <a:endParaRPr sz="1275" b="0">
              <a:solidFill>
                <a:srgbClr val="243B53"/>
              </a:solidFill>
              <a:latin typeface="Helvetica Neue"/>
              <a:ea typeface="Helvetica Neue"/>
              <a:cs typeface="Helvetica Neue"/>
            </a:endParaRPr>
          </a:p>
          <a:p>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Energy near 1.2 Hz</a:t>
            </a:r>
            <a:endParaRPr sz="1275" b="0">
              <a:solidFill>
                <a:srgbClr val="243B53"/>
              </a:solidFill>
              <a:latin typeface="Helvetica Neue"/>
              <a:ea typeface="Helvetica Neue"/>
              <a:cs typeface="Helvetica Neue"/>
            </a:endParaRPr>
          </a:p>
        </p:txBody>
      </p:sp>
      <p:sp>
        <p:nvSpPr>
          <p:cNvPr id="18" name="直接连接符 17"/>
          <p:cNvSpPr>
            <a:spLocks noGrp="1"/>
          </p:cNvSpPr>
          <p:nvPr/>
        </p:nvSpPr>
        <p:spPr>
          <a:xfrm>
            <a:off x="2857500" y="2047875"/>
            <a:ext cx="1333500" cy="666750"/>
          </a:xfrm>
          <a:prstGeom prst="line">
            <a:avLst/>
          </a:prstGeom>
          <a:noFill/>
          <a:ln w="19050">
            <a:solidFill>
              <a:srgbClr val="627D98"/>
            </a:solidFill>
          </a:ln>
        </p:spPr>
      </p:sp>
      <p:sp>
        <p:nvSpPr>
          <p:cNvPr id="19" name="直接连接符 18"/>
          <p:cNvSpPr>
            <a:spLocks noGrp="1"/>
          </p:cNvSpPr>
          <p:nvPr/>
        </p:nvSpPr>
        <p:spPr>
          <a:xfrm rot="20880000">
            <a:off x="2854960" y="3763645"/>
            <a:ext cx="1349375" cy="7620"/>
          </a:xfrm>
          <a:prstGeom prst="line">
            <a:avLst/>
          </a:prstGeom>
          <a:noFill/>
          <a:ln w="19050">
            <a:solidFill>
              <a:srgbClr val="E67E22"/>
            </a:solidFill>
          </a:ln>
        </p:spPr>
      </p:sp>
      <p:sp>
        <p:nvSpPr>
          <p:cNvPr id="20" name="直接连接符 19"/>
          <p:cNvSpPr>
            <a:spLocks noGrp="1"/>
          </p:cNvSpPr>
          <p:nvPr/>
        </p:nvSpPr>
        <p:spPr>
          <a:xfrm>
            <a:off x="7143750" y="3000375"/>
            <a:ext cx="1428750" cy="0"/>
          </a:xfrm>
          <a:prstGeom prst="line">
            <a:avLst/>
          </a:prstGeom>
          <a:noFill/>
          <a:ln w="19050">
            <a:solidFill>
              <a:srgbClr val="2F6BFF"/>
            </a:solidFill>
          </a:ln>
        </p:spPr>
      </p:sp>
      <p:sp>
        <p:nvSpPr>
          <p:cNvPr id="21" name="直接连接符 20"/>
          <p:cNvSpPr>
            <a:spLocks noGrp="1"/>
          </p:cNvSpPr>
          <p:nvPr/>
        </p:nvSpPr>
        <p:spPr>
          <a:xfrm>
            <a:off x="2000250" y="4762500"/>
            <a:ext cx="8001000" cy="0"/>
          </a:xfrm>
          <a:prstGeom prst="line">
            <a:avLst/>
          </a:prstGeom>
          <a:noFill/>
          <a:ln w="19050">
            <a:solidFill>
              <a:srgbClr val="D9E2EC"/>
            </a:solidFill>
          </a:ln>
        </p:spPr>
      </p:sp>
      <p:sp>
        <p:nvSpPr>
          <p:cNvPr id="22" name="矩形 21"/>
          <p:cNvSpPr>
            <a:spLocks noGrp="1"/>
          </p:cNvSpPr>
          <p:nvPr/>
        </p:nvSpPr>
        <p:spPr>
          <a:xfrm>
            <a:off x="666750" y="5095875"/>
            <a:ext cx="2095500" cy="381000"/>
          </a:xfrm>
          <a:prstGeom prst="rect">
            <a:avLst/>
          </a:prstGeom>
          <a:noFill/>
          <a:ln w="0">
            <a:noFill/>
          </a:ln>
        </p:spPr>
        <p:txBody>
          <a:bodyPr anchor="ctr">
            <a:noAutofit/>
          </a:bodyPr>
          <a:lstStyle>
            <a:defPPr algn="l">
              <a:defRPr sz="1725" b="1">
                <a:solidFill>
                  <a:srgbClr val="159E9C"/>
                </a:solidFill>
                <a:latin typeface="Helvetica Neue"/>
                <a:ea typeface="Helvetica Neue"/>
                <a:cs typeface="Helvetica Neue"/>
              </a:defRPr>
            </a:defPPr>
            <a:lvl1pPr algn="l">
              <a:buNone/>
              <a:defRPr sz="1725" b="1">
                <a:solidFill>
                  <a:srgbClr val="159E9C"/>
                </a:solidFill>
                <a:latin typeface="Helvetica Neue"/>
                <a:ea typeface="Helvetica Neue"/>
                <a:cs typeface="Helvetica Neue"/>
              </a:defRPr>
            </a:lvl1pPr>
            <a:lvl2pPr algn="l">
              <a:buNone/>
              <a:defRPr sz="1725" b="1">
                <a:solidFill>
                  <a:srgbClr val="159E9C"/>
                </a:solidFill>
                <a:latin typeface="Helvetica Neue"/>
                <a:ea typeface="Helvetica Neue"/>
                <a:cs typeface="Helvetica Neue"/>
              </a:defRPr>
            </a:lvl2pPr>
            <a:lvl3pPr algn="l">
              <a:buNone/>
              <a:defRPr sz="1725" b="1">
                <a:solidFill>
                  <a:srgbClr val="159E9C"/>
                </a:solidFill>
                <a:latin typeface="Helvetica Neue"/>
                <a:ea typeface="Helvetica Neue"/>
                <a:cs typeface="Helvetica Neue"/>
              </a:defRPr>
            </a:lvl3pPr>
            <a:lvl4pPr algn="l">
              <a:buNone/>
              <a:defRPr sz="1725" b="1">
                <a:solidFill>
                  <a:srgbClr val="159E9C"/>
                </a:solidFill>
                <a:latin typeface="Helvetica Neue"/>
                <a:ea typeface="Helvetica Neue"/>
                <a:cs typeface="Helvetica Neue"/>
              </a:defRPr>
            </a:lvl4pPr>
            <a:lvl5pPr algn="l">
              <a:buNone/>
              <a:defRPr sz="1725" b="1">
                <a:solidFill>
                  <a:srgbClr val="159E9C"/>
                </a:solidFill>
                <a:latin typeface="Helvetica Neue"/>
                <a:ea typeface="Helvetica Neue"/>
                <a:cs typeface="Helvetica Neue"/>
              </a:defRPr>
            </a:lvl5pPr>
            <a:lvl6pPr algn="l">
              <a:buNone/>
              <a:defRPr sz="1725" b="1">
                <a:solidFill>
                  <a:srgbClr val="159E9C"/>
                </a:solidFill>
                <a:latin typeface="Helvetica Neue"/>
                <a:ea typeface="Helvetica Neue"/>
                <a:cs typeface="Helvetica Neue"/>
              </a:defRPr>
            </a:lvl6pPr>
            <a:lvl7pPr algn="l">
              <a:buNone/>
              <a:defRPr sz="1725" b="1">
                <a:solidFill>
                  <a:srgbClr val="159E9C"/>
                </a:solidFill>
                <a:latin typeface="Helvetica Neue"/>
                <a:ea typeface="Helvetica Neue"/>
                <a:cs typeface="Helvetica Neue"/>
              </a:defRPr>
            </a:lvl7pPr>
            <a:lvl8pPr algn="l">
              <a:buNone/>
              <a:defRPr sz="1725" b="1">
                <a:solidFill>
                  <a:srgbClr val="159E9C"/>
                </a:solidFill>
                <a:latin typeface="Helvetica Neue"/>
                <a:ea typeface="Helvetica Neue"/>
                <a:cs typeface="Helvetica Neue"/>
              </a:defRPr>
            </a:lvl8pPr>
            <a:lvl9pPr algn="l">
              <a:buNone/>
              <a:defRPr sz="1725" b="1">
                <a:solidFill>
                  <a:srgbClr val="159E9C"/>
                </a:solidFill>
                <a:latin typeface="Helvetica Neue"/>
                <a:ea typeface="Helvetica Neue"/>
                <a:cs typeface="Helvetica Neue"/>
              </a:defRPr>
            </a:lvl9pPr>
          </a:lstStyle>
          <a:p>
            <a:pPr algn="l">
              <a:buNone/>
              <a:defRPr sz="1725"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Neutral control</a:t>
            </a:r>
            <a:endParaRPr sz="1725" b="1">
              <a:solidFill>
                <a:srgbClr val="159E9C"/>
              </a:solidFill>
              <a:latin typeface="Helvetica Neue"/>
              <a:ea typeface="Helvetica Neue"/>
              <a:cs typeface="Helvetica Neue"/>
            </a:endParaRPr>
          </a:p>
        </p:txBody>
      </p:sp>
      <p:sp>
        <p:nvSpPr>
          <p:cNvPr id="23" name="矩形 22"/>
          <p:cNvSpPr>
            <a:spLocks noGrp="1"/>
          </p:cNvSpPr>
          <p:nvPr/>
        </p:nvSpPr>
        <p:spPr>
          <a:xfrm>
            <a:off x="2857500" y="5010150"/>
            <a:ext cx="8191500" cy="571500"/>
          </a:xfrm>
          <a:prstGeom prst="rect">
            <a:avLst/>
          </a:prstGeom>
          <a:noFill/>
          <a:ln w="0">
            <a:noFill/>
          </a:ln>
        </p:spPr>
        <p:txBody>
          <a:bodyPr anchor="ctr">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lang="en-US" altLang="zh-CN" sz="1350" b="0">
                <a:solidFill>
                  <a:srgbClr val="243B53"/>
                </a:solidFill>
                <a:latin typeface="Helvetica Neue"/>
                <a:ea typeface="Helvetica Neue"/>
                <a:cs typeface="Helvetica Neue"/>
              </a:rPr>
              <a:t>Re-encode the original video without adding colour changes. Then repeat the analysis.</a:t>
            </a:r>
            <a:endParaRPr lang="en-US" altLang="zh-CN" sz="1350" b="0">
              <a:solidFill>
                <a:srgbClr val="243B53"/>
              </a:solidFill>
              <a:latin typeface="Helvetica Neue"/>
              <a:ea typeface="Helvetica Neue"/>
              <a:cs typeface="Helvetica Neue"/>
            </a:endParaRPr>
          </a:p>
        </p:txBody>
      </p:sp>
      <p:sp>
        <p:nvSpPr>
          <p:cNvPr id="24" name="矩形 23"/>
          <p:cNvSpPr>
            <a:spLocks noGrp="1"/>
          </p:cNvSpPr>
          <p:nvPr/>
        </p:nvSpPr>
        <p:spPr>
          <a:xfrm>
            <a:off x="1047750" y="5905500"/>
            <a:ext cx="9906000" cy="333375"/>
          </a:xfrm>
          <a:prstGeom prst="rect">
            <a:avLst/>
          </a:prstGeom>
          <a:noFill/>
          <a:ln w="0">
            <a:noFill/>
          </a:ln>
        </p:spPr>
        <p:txBody>
          <a:bodyPr anchor="ctr">
            <a:noAutofit/>
          </a:bodyPr>
          <a:lstStyle>
            <a:defPPr algn="ctr">
              <a:defRPr sz="1425" b="1">
                <a:solidFill>
                  <a:srgbClr val="D64545"/>
                </a:solidFill>
                <a:latin typeface="Helvetica Neue"/>
                <a:ea typeface="Helvetica Neue"/>
                <a:cs typeface="Helvetica Neue"/>
              </a:defRPr>
            </a:defPPr>
            <a:lvl1pPr algn="ctr">
              <a:buNone/>
              <a:defRPr sz="1425" b="1">
                <a:solidFill>
                  <a:srgbClr val="D64545"/>
                </a:solidFill>
                <a:latin typeface="Helvetica Neue"/>
                <a:ea typeface="Helvetica Neue"/>
                <a:cs typeface="Helvetica Neue"/>
              </a:defRPr>
            </a:lvl1pPr>
            <a:lvl2pPr algn="ctr">
              <a:buNone/>
              <a:defRPr sz="1425" b="1">
                <a:solidFill>
                  <a:srgbClr val="D64545"/>
                </a:solidFill>
                <a:latin typeface="Helvetica Neue"/>
                <a:ea typeface="Helvetica Neue"/>
                <a:cs typeface="Helvetica Neue"/>
              </a:defRPr>
            </a:lvl2pPr>
            <a:lvl3pPr algn="ctr">
              <a:buNone/>
              <a:defRPr sz="1425" b="1">
                <a:solidFill>
                  <a:srgbClr val="D64545"/>
                </a:solidFill>
                <a:latin typeface="Helvetica Neue"/>
                <a:ea typeface="Helvetica Neue"/>
                <a:cs typeface="Helvetica Neue"/>
              </a:defRPr>
            </a:lvl3pPr>
            <a:lvl4pPr algn="ctr">
              <a:buNone/>
              <a:defRPr sz="1425" b="1">
                <a:solidFill>
                  <a:srgbClr val="D64545"/>
                </a:solidFill>
                <a:latin typeface="Helvetica Neue"/>
                <a:ea typeface="Helvetica Neue"/>
                <a:cs typeface="Helvetica Neue"/>
              </a:defRPr>
            </a:lvl4pPr>
            <a:lvl5pPr algn="ctr">
              <a:buNone/>
              <a:defRPr sz="1425" b="1">
                <a:solidFill>
                  <a:srgbClr val="D64545"/>
                </a:solidFill>
                <a:latin typeface="Helvetica Neue"/>
                <a:ea typeface="Helvetica Neue"/>
                <a:cs typeface="Helvetica Neue"/>
              </a:defRPr>
            </a:lvl5pPr>
            <a:lvl6pPr algn="ctr">
              <a:buNone/>
              <a:defRPr sz="1425" b="1">
                <a:solidFill>
                  <a:srgbClr val="D64545"/>
                </a:solidFill>
                <a:latin typeface="Helvetica Neue"/>
                <a:ea typeface="Helvetica Neue"/>
                <a:cs typeface="Helvetica Neue"/>
              </a:defRPr>
            </a:lvl6pPr>
            <a:lvl7pPr algn="ctr">
              <a:buNone/>
              <a:defRPr sz="1425" b="1">
                <a:solidFill>
                  <a:srgbClr val="D64545"/>
                </a:solidFill>
                <a:latin typeface="Helvetica Neue"/>
                <a:ea typeface="Helvetica Neue"/>
                <a:cs typeface="Helvetica Neue"/>
              </a:defRPr>
            </a:lvl7pPr>
            <a:lvl8pPr algn="ctr">
              <a:buNone/>
              <a:defRPr sz="1425" b="1">
                <a:solidFill>
                  <a:srgbClr val="D64545"/>
                </a:solidFill>
                <a:latin typeface="Helvetica Neue"/>
                <a:ea typeface="Helvetica Neue"/>
                <a:cs typeface="Helvetica Neue"/>
              </a:defRPr>
            </a:lvl8pPr>
            <a:lvl9pPr algn="ctr">
              <a:buNone/>
              <a:defRPr sz="1425" b="1">
                <a:solidFill>
                  <a:srgbClr val="D64545"/>
                </a:solidFill>
                <a:latin typeface="Helvetica Neue"/>
                <a:ea typeface="Helvetica Neue"/>
                <a:cs typeface="Helvetica Neue"/>
              </a:defRPr>
            </a:lvl9pPr>
          </a:lstStyle>
          <a:p>
            <a:pPr algn="ctr">
              <a:buNone/>
              <a:defRPr sz="1425" b="1">
                <a:solidFill>
                  <a:srgbClr val="D64545"/>
                </a:solidFill>
                <a:latin typeface="Helvetica Neue"/>
                <a:ea typeface="Helvetica Neue"/>
                <a:cs typeface="Helvetica Neue"/>
              </a:defRPr>
            </a:pPr>
            <a:r>
              <a:rPr lang="en-US" altLang="zh-CN" sz="1350" b="1">
                <a:solidFill>
                  <a:srgbClr val="D64545"/>
                </a:solidFill>
                <a:latin typeface="Helvetica Neue"/>
                <a:ea typeface="Helvetica Neue"/>
                <a:cs typeface="Helvetica Neue"/>
              </a:rPr>
              <a:t>Both videos are generated. We need the original video for comparison.</a:t>
            </a:r>
            <a:endParaRPr lang="en-US" altLang="zh-CN" sz="1350" b="1">
              <a:solidFill>
                <a:srgbClr val="D64545"/>
              </a:solidFill>
              <a:latin typeface="Helvetica Neue"/>
              <a:ea typeface="Helvetica Neue"/>
              <a:cs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lang="en-US" altLang="zh-CN" sz="2550" b="1">
                <a:solidFill>
                  <a:srgbClr val="102A43"/>
                </a:solidFill>
                <a:latin typeface="Helvetica Neue"/>
                <a:ea typeface="Helvetica Neue"/>
                <a:cs typeface="Helvetica Neue"/>
              </a:rPr>
              <a:t>The modified video shows a periodic colour change</a:t>
            </a:r>
            <a:endParaRPr lang="en-US" altLang="zh-CN"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endParaRPr sz="900" b="0">
              <a:solidFill>
                <a:srgbClr val="627D98"/>
              </a:solidFill>
              <a:latin typeface="Helvetica Neue"/>
              <a:ea typeface="Helvetica Neue"/>
              <a:cs typeface="Helvetica Neue"/>
            </a:endParaRPr>
          </a:p>
        </p:txBody>
      </p:sp>
      <p:graphicFrame>
        <p:nvGraphicFramePr>
          <p:cNvPr id="6" name="Chart"/>
          <p:cNvGraphicFramePr/>
          <p:nvPr/>
        </p:nvGraphicFramePr>
        <p:xfrm>
          <a:off x="619125" y="1285875"/>
          <a:ext cx="6667500" cy="233362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 name="Chart"/>
          <p:cNvGraphicFramePr/>
          <p:nvPr/>
        </p:nvGraphicFramePr>
        <p:xfrm>
          <a:off x="619125" y="4000500"/>
          <a:ext cx="6667500" cy="2047875"/>
        </p:xfrm>
        <a:graphic>
          <a:graphicData uri="http://schemas.openxmlformats.org/drawingml/2006/chart">
            <c:chart xmlns:c="http://schemas.openxmlformats.org/drawingml/2006/chart" xmlns:r="http://schemas.openxmlformats.org/officeDocument/2006/relationships" r:id="rId2"/>
          </a:graphicData>
        </a:graphic>
      </p:graphicFrame>
      <p:sp>
        <p:nvSpPr>
          <p:cNvPr id="8" name="矩形 7"/>
          <p:cNvSpPr>
            <a:spLocks noGrp="1"/>
          </p:cNvSpPr>
          <p:nvPr/>
        </p:nvSpPr>
        <p:spPr>
          <a:xfrm>
            <a:off x="7905750" y="1524000"/>
            <a:ext cx="3143250" cy="304800"/>
          </a:xfrm>
          <a:prstGeom prst="rect">
            <a:avLst/>
          </a:prstGeom>
          <a:noFill/>
          <a:ln w="0">
            <a:noFill/>
          </a:ln>
        </p:spPr>
        <p:txBody>
          <a:bodyPr anchor="ctr">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endParaRPr sz="1350" b="0">
              <a:solidFill>
                <a:srgbClr val="627D98"/>
              </a:solidFill>
              <a:latin typeface="Helvetica Neue"/>
              <a:ea typeface="Helvetica Neue"/>
              <a:cs typeface="Helvetica Neue"/>
            </a:endParaRPr>
          </a:p>
        </p:txBody>
      </p:sp>
      <p:sp>
        <p:nvSpPr>
          <p:cNvPr id="9" name="矩形 8"/>
          <p:cNvSpPr>
            <a:spLocks noGrp="1"/>
          </p:cNvSpPr>
          <p:nvPr/>
        </p:nvSpPr>
        <p:spPr>
          <a:xfrm>
            <a:off x="7905750" y="1876425"/>
            <a:ext cx="3143250" cy="533400"/>
          </a:xfrm>
          <a:prstGeom prst="rect">
            <a:avLst/>
          </a:prstGeom>
          <a:noFill/>
          <a:ln w="0">
            <a:noFill/>
          </a:ln>
        </p:spPr>
        <p:txBody>
          <a:bodyPr anchor="ctr">
            <a:noAutofit/>
          </a:bodyPr>
          <a:lstStyle>
            <a:defPPr algn="l">
              <a:defRPr sz="2850" b="1">
                <a:solidFill>
                  <a:srgbClr val="D64545"/>
                </a:solidFill>
                <a:latin typeface="Helvetica Neue"/>
                <a:ea typeface="Helvetica Neue"/>
                <a:cs typeface="Helvetica Neue"/>
              </a:defRPr>
            </a:defPPr>
            <a:lvl1pPr algn="l">
              <a:buNone/>
              <a:defRPr sz="2850" b="1">
                <a:solidFill>
                  <a:srgbClr val="D64545"/>
                </a:solidFill>
                <a:latin typeface="Helvetica Neue"/>
                <a:ea typeface="Helvetica Neue"/>
                <a:cs typeface="Helvetica Neue"/>
              </a:defRPr>
            </a:lvl1pPr>
            <a:lvl2pPr algn="l">
              <a:buNone/>
              <a:defRPr sz="2850" b="1">
                <a:solidFill>
                  <a:srgbClr val="D64545"/>
                </a:solidFill>
                <a:latin typeface="Helvetica Neue"/>
                <a:ea typeface="Helvetica Neue"/>
                <a:cs typeface="Helvetica Neue"/>
              </a:defRPr>
            </a:lvl2pPr>
            <a:lvl3pPr algn="l">
              <a:buNone/>
              <a:defRPr sz="2850" b="1">
                <a:solidFill>
                  <a:srgbClr val="D64545"/>
                </a:solidFill>
                <a:latin typeface="Helvetica Neue"/>
                <a:ea typeface="Helvetica Neue"/>
                <a:cs typeface="Helvetica Neue"/>
              </a:defRPr>
            </a:lvl3pPr>
            <a:lvl4pPr algn="l">
              <a:buNone/>
              <a:defRPr sz="2850" b="1">
                <a:solidFill>
                  <a:srgbClr val="D64545"/>
                </a:solidFill>
                <a:latin typeface="Helvetica Neue"/>
                <a:ea typeface="Helvetica Neue"/>
                <a:cs typeface="Helvetica Neue"/>
              </a:defRPr>
            </a:lvl4pPr>
            <a:lvl5pPr algn="l">
              <a:buNone/>
              <a:defRPr sz="2850" b="1">
                <a:solidFill>
                  <a:srgbClr val="D64545"/>
                </a:solidFill>
                <a:latin typeface="Helvetica Neue"/>
                <a:ea typeface="Helvetica Neue"/>
                <a:cs typeface="Helvetica Neue"/>
              </a:defRPr>
            </a:lvl5pPr>
            <a:lvl6pPr algn="l">
              <a:buNone/>
              <a:defRPr sz="2850" b="1">
                <a:solidFill>
                  <a:srgbClr val="D64545"/>
                </a:solidFill>
                <a:latin typeface="Helvetica Neue"/>
                <a:ea typeface="Helvetica Neue"/>
                <a:cs typeface="Helvetica Neue"/>
              </a:defRPr>
            </a:lvl6pPr>
            <a:lvl7pPr algn="l">
              <a:buNone/>
              <a:defRPr sz="2850" b="1">
                <a:solidFill>
                  <a:srgbClr val="D64545"/>
                </a:solidFill>
                <a:latin typeface="Helvetica Neue"/>
                <a:ea typeface="Helvetica Neue"/>
                <a:cs typeface="Helvetica Neue"/>
              </a:defRPr>
            </a:lvl7pPr>
            <a:lvl8pPr algn="l">
              <a:buNone/>
              <a:defRPr sz="2850" b="1">
                <a:solidFill>
                  <a:srgbClr val="D64545"/>
                </a:solidFill>
                <a:latin typeface="Helvetica Neue"/>
                <a:ea typeface="Helvetica Neue"/>
                <a:cs typeface="Helvetica Neue"/>
              </a:defRPr>
            </a:lvl8pPr>
            <a:lvl9pPr algn="l">
              <a:buNone/>
              <a:defRPr sz="2850" b="1">
                <a:solidFill>
                  <a:srgbClr val="D64545"/>
                </a:solidFill>
                <a:latin typeface="Helvetica Neue"/>
                <a:ea typeface="Helvetica Neue"/>
                <a:cs typeface="Helvetica Neue"/>
              </a:defRPr>
            </a:lvl9pPr>
          </a:lstStyle>
          <a:p>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endParaRPr sz="2850" b="1">
              <a:solidFill>
                <a:srgbClr val="D64545"/>
              </a:solidFill>
              <a:latin typeface="Helvetica Neue"/>
              <a:ea typeface="Helvetica Neue"/>
              <a:cs typeface="Helvetica Neue"/>
            </a:endParaRPr>
          </a:p>
        </p:txBody>
      </p:sp>
      <p:sp>
        <p:nvSpPr>
          <p:cNvPr id="10" name="矩形 9"/>
          <p:cNvSpPr>
            <a:spLocks noGrp="1"/>
          </p:cNvSpPr>
          <p:nvPr/>
        </p:nvSpPr>
        <p:spPr>
          <a:xfrm>
            <a:off x="7905750" y="2905125"/>
            <a:ext cx="3143250" cy="304800"/>
          </a:xfrm>
          <a:prstGeom prst="rect">
            <a:avLst/>
          </a:prstGeom>
          <a:noFill/>
          <a:ln w="0">
            <a:noFill/>
          </a:ln>
        </p:spPr>
        <p:txBody>
          <a:bodyPr anchor="ctr">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Red target-band fraction</a:t>
            </a:r>
            <a:endParaRPr sz="1350" b="0">
              <a:solidFill>
                <a:srgbClr val="627D98"/>
              </a:solidFill>
              <a:latin typeface="Helvetica Neue"/>
              <a:ea typeface="Helvetica Neue"/>
              <a:cs typeface="Helvetica Neue"/>
            </a:endParaRPr>
          </a:p>
        </p:txBody>
      </p:sp>
      <p:sp>
        <p:nvSpPr>
          <p:cNvPr id="11" name="矩形 10"/>
          <p:cNvSpPr>
            <a:spLocks noGrp="1"/>
          </p:cNvSpPr>
          <p:nvPr/>
        </p:nvSpPr>
        <p:spPr>
          <a:xfrm>
            <a:off x="7905750" y="3257550"/>
            <a:ext cx="1524000" cy="514350"/>
          </a:xfrm>
          <a:prstGeom prst="rect">
            <a:avLst/>
          </a:prstGeom>
          <a:noFill/>
          <a:ln w="0">
            <a:noFill/>
          </a:ln>
        </p:spPr>
        <p:txBody>
          <a:bodyPr anchor="ctr">
            <a:noAutofit/>
          </a:bodyPr>
          <a:lstStyle>
            <a:defPPr algn="l">
              <a:defRPr sz="2700" b="1">
                <a:solidFill>
                  <a:srgbClr val="E67E22"/>
                </a:solidFill>
                <a:latin typeface="Helvetica Neue"/>
                <a:ea typeface="Helvetica Neue"/>
                <a:cs typeface="Helvetica Neue"/>
              </a:defRPr>
            </a:defPPr>
            <a:lvl1pPr algn="l">
              <a:buNone/>
              <a:defRPr sz="2700" b="1">
                <a:solidFill>
                  <a:srgbClr val="E67E22"/>
                </a:solidFill>
                <a:latin typeface="Helvetica Neue"/>
                <a:ea typeface="Helvetica Neue"/>
                <a:cs typeface="Helvetica Neue"/>
              </a:defRPr>
            </a:lvl1pPr>
            <a:lvl2pPr algn="l">
              <a:buNone/>
              <a:defRPr sz="2700" b="1">
                <a:solidFill>
                  <a:srgbClr val="E67E22"/>
                </a:solidFill>
                <a:latin typeface="Helvetica Neue"/>
                <a:ea typeface="Helvetica Neue"/>
                <a:cs typeface="Helvetica Neue"/>
              </a:defRPr>
            </a:lvl2pPr>
            <a:lvl3pPr algn="l">
              <a:buNone/>
              <a:defRPr sz="2700" b="1">
                <a:solidFill>
                  <a:srgbClr val="E67E22"/>
                </a:solidFill>
                <a:latin typeface="Helvetica Neue"/>
                <a:ea typeface="Helvetica Neue"/>
                <a:cs typeface="Helvetica Neue"/>
              </a:defRPr>
            </a:lvl3pPr>
            <a:lvl4pPr algn="l">
              <a:buNone/>
              <a:defRPr sz="2700" b="1">
                <a:solidFill>
                  <a:srgbClr val="E67E22"/>
                </a:solidFill>
                <a:latin typeface="Helvetica Neue"/>
                <a:ea typeface="Helvetica Neue"/>
                <a:cs typeface="Helvetica Neue"/>
              </a:defRPr>
            </a:lvl4pPr>
            <a:lvl5pPr algn="l">
              <a:buNone/>
              <a:defRPr sz="2700" b="1">
                <a:solidFill>
                  <a:srgbClr val="E67E22"/>
                </a:solidFill>
                <a:latin typeface="Helvetica Neue"/>
                <a:ea typeface="Helvetica Neue"/>
                <a:cs typeface="Helvetica Neue"/>
              </a:defRPr>
            </a:lvl5pPr>
            <a:lvl6pPr algn="l">
              <a:buNone/>
              <a:defRPr sz="2700" b="1">
                <a:solidFill>
                  <a:srgbClr val="E67E22"/>
                </a:solidFill>
                <a:latin typeface="Helvetica Neue"/>
                <a:ea typeface="Helvetica Neue"/>
                <a:cs typeface="Helvetica Neue"/>
              </a:defRPr>
            </a:lvl6pPr>
            <a:lvl7pPr algn="l">
              <a:buNone/>
              <a:defRPr sz="2700" b="1">
                <a:solidFill>
                  <a:srgbClr val="E67E22"/>
                </a:solidFill>
                <a:latin typeface="Helvetica Neue"/>
                <a:ea typeface="Helvetica Neue"/>
                <a:cs typeface="Helvetica Neue"/>
              </a:defRPr>
            </a:lvl7pPr>
            <a:lvl8pPr algn="l">
              <a:buNone/>
              <a:defRPr sz="2700" b="1">
                <a:solidFill>
                  <a:srgbClr val="E67E22"/>
                </a:solidFill>
                <a:latin typeface="Helvetica Neue"/>
                <a:ea typeface="Helvetica Neue"/>
                <a:cs typeface="Helvetica Neue"/>
              </a:defRPr>
            </a:lvl8pPr>
            <a:lvl9pPr algn="l">
              <a:buNone/>
              <a:defRPr sz="2700" b="1">
                <a:solidFill>
                  <a:srgbClr val="E67E22"/>
                </a:solidFill>
                <a:latin typeface="Helvetica Neue"/>
                <a:ea typeface="Helvetica Neue"/>
                <a:cs typeface="Helvetica Neue"/>
              </a:defRPr>
            </a:lvl9pPr>
          </a:lstStyle>
          <a:p>
            <a:pPr algn="l">
              <a:buNone/>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endParaRPr sz="2700" b="1">
              <a:solidFill>
                <a:srgbClr val="E67E22"/>
              </a:solidFill>
              <a:latin typeface="Helvetica Neue"/>
              <a:ea typeface="Helvetica Neue"/>
              <a:cs typeface="Helvetica Neue"/>
            </a:endParaRPr>
          </a:p>
        </p:txBody>
      </p:sp>
      <p:sp>
        <p:nvSpPr>
          <p:cNvPr id="12" name="矩形 11"/>
          <p:cNvSpPr>
            <a:spLocks noGrp="1"/>
          </p:cNvSpPr>
          <p:nvPr/>
        </p:nvSpPr>
        <p:spPr>
          <a:xfrm>
            <a:off x="7905750" y="3762375"/>
            <a:ext cx="152400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endParaRPr sz="1200" b="0">
              <a:solidFill>
                <a:srgbClr val="627D98"/>
              </a:solidFill>
              <a:latin typeface="Helvetica Neue"/>
              <a:ea typeface="Helvetica Neue"/>
              <a:cs typeface="Helvetica Neue"/>
            </a:endParaRPr>
          </a:p>
        </p:txBody>
      </p:sp>
      <p:sp>
        <p:nvSpPr>
          <p:cNvPr id="13" name="矩形 12"/>
          <p:cNvSpPr>
            <a:spLocks noGrp="1"/>
          </p:cNvSpPr>
          <p:nvPr/>
        </p:nvSpPr>
        <p:spPr>
          <a:xfrm>
            <a:off x="9810750" y="3257550"/>
            <a:ext cx="1524000" cy="514350"/>
          </a:xfrm>
          <a:prstGeom prst="rect">
            <a:avLst/>
          </a:prstGeom>
          <a:noFill/>
          <a:ln w="0">
            <a:noFill/>
          </a:ln>
        </p:spPr>
        <p:txBody>
          <a:bodyPr anchor="ctr">
            <a:noAutofit/>
          </a:bodyPr>
          <a:lstStyle>
            <a:defPPr algn="l">
              <a:defRPr sz="2700" b="1">
                <a:solidFill>
                  <a:srgbClr val="627D98"/>
                </a:solidFill>
                <a:latin typeface="Helvetica Neue"/>
                <a:ea typeface="Helvetica Neue"/>
                <a:cs typeface="Helvetica Neue"/>
              </a:defRPr>
            </a:defPPr>
            <a:lvl1pPr algn="l">
              <a:buNone/>
              <a:defRPr sz="2700" b="1">
                <a:solidFill>
                  <a:srgbClr val="627D98"/>
                </a:solidFill>
                <a:latin typeface="Helvetica Neue"/>
                <a:ea typeface="Helvetica Neue"/>
                <a:cs typeface="Helvetica Neue"/>
              </a:defRPr>
            </a:lvl1pPr>
            <a:lvl2pPr algn="l">
              <a:buNone/>
              <a:defRPr sz="2700" b="1">
                <a:solidFill>
                  <a:srgbClr val="627D98"/>
                </a:solidFill>
                <a:latin typeface="Helvetica Neue"/>
                <a:ea typeface="Helvetica Neue"/>
                <a:cs typeface="Helvetica Neue"/>
              </a:defRPr>
            </a:lvl2pPr>
            <a:lvl3pPr algn="l">
              <a:buNone/>
              <a:defRPr sz="2700" b="1">
                <a:solidFill>
                  <a:srgbClr val="627D98"/>
                </a:solidFill>
                <a:latin typeface="Helvetica Neue"/>
                <a:ea typeface="Helvetica Neue"/>
                <a:cs typeface="Helvetica Neue"/>
              </a:defRPr>
            </a:lvl3pPr>
            <a:lvl4pPr algn="l">
              <a:buNone/>
              <a:defRPr sz="2700" b="1">
                <a:solidFill>
                  <a:srgbClr val="627D98"/>
                </a:solidFill>
                <a:latin typeface="Helvetica Neue"/>
                <a:ea typeface="Helvetica Neue"/>
                <a:cs typeface="Helvetica Neue"/>
              </a:defRPr>
            </a:lvl4pPr>
            <a:lvl5pPr algn="l">
              <a:buNone/>
              <a:defRPr sz="2700" b="1">
                <a:solidFill>
                  <a:srgbClr val="627D98"/>
                </a:solidFill>
                <a:latin typeface="Helvetica Neue"/>
                <a:ea typeface="Helvetica Neue"/>
                <a:cs typeface="Helvetica Neue"/>
              </a:defRPr>
            </a:lvl5pPr>
            <a:lvl6pPr algn="l">
              <a:buNone/>
              <a:defRPr sz="2700" b="1">
                <a:solidFill>
                  <a:srgbClr val="627D98"/>
                </a:solidFill>
                <a:latin typeface="Helvetica Neue"/>
                <a:ea typeface="Helvetica Neue"/>
                <a:cs typeface="Helvetica Neue"/>
              </a:defRPr>
            </a:lvl6pPr>
            <a:lvl7pPr algn="l">
              <a:buNone/>
              <a:defRPr sz="2700" b="1">
                <a:solidFill>
                  <a:srgbClr val="627D98"/>
                </a:solidFill>
                <a:latin typeface="Helvetica Neue"/>
                <a:ea typeface="Helvetica Neue"/>
                <a:cs typeface="Helvetica Neue"/>
              </a:defRPr>
            </a:lvl7pPr>
            <a:lvl8pPr algn="l">
              <a:buNone/>
              <a:defRPr sz="2700" b="1">
                <a:solidFill>
                  <a:srgbClr val="627D98"/>
                </a:solidFill>
                <a:latin typeface="Helvetica Neue"/>
                <a:ea typeface="Helvetica Neue"/>
                <a:cs typeface="Helvetica Neue"/>
              </a:defRPr>
            </a:lvl8pPr>
            <a:lvl9pPr algn="l">
              <a:buNone/>
              <a:defRPr sz="2700" b="1">
                <a:solidFill>
                  <a:srgbClr val="627D98"/>
                </a:solidFill>
                <a:latin typeface="Helvetica Neue"/>
                <a:ea typeface="Helvetica Neue"/>
                <a:cs typeface="Helvetica Neue"/>
              </a:defRPr>
            </a:lvl9pPr>
          </a:lstStyle>
          <a:p>
            <a:pPr algn="l">
              <a:buNone/>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endParaRPr sz="2700" b="1">
              <a:solidFill>
                <a:srgbClr val="627D98"/>
              </a:solidFill>
              <a:latin typeface="Helvetica Neue"/>
              <a:ea typeface="Helvetica Neue"/>
              <a:cs typeface="Helvetica Neue"/>
            </a:endParaRPr>
          </a:p>
        </p:txBody>
      </p:sp>
      <p:sp>
        <p:nvSpPr>
          <p:cNvPr id="14" name="矩形 13"/>
          <p:cNvSpPr>
            <a:spLocks noGrp="1"/>
          </p:cNvSpPr>
          <p:nvPr/>
        </p:nvSpPr>
        <p:spPr>
          <a:xfrm>
            <a:off x="9810750" y="3762375"/>
            <a:ext cx="152400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endParaRPr sz="1200" b="0">
              <a:solidFill>
                <a:srgbClr val="627D98"/>
              </a:solidFill>
              <a:latin typeface="Helvetica Neue"/>
              <a:ea typeface="Helvetica Neue"/>
              <a:cs typeface="Helvetica Neue"/>
            </a:endParaRPr>
          </a:p>
        </p:txBody>
      </p:sp>
      <p:sp>
        <p:nvSpPr>
          <p:cNvPr id="15" name="矩形 14"/>
          <p:cNvSpPr>
            <a:spLocks noGrp="1"/>
          </p:cNvSpPr>
          <p:nvPr/>
        </p:nvSpPr>
        <p:spPr>
          <a:xfrm>
            <a:off x="7905750" y="4714875"/>
            <a:ext cx="3048000" cy="285750"/>
          </a:xfrm>
          <a:prstGeom prst="rect">
            <a:avLst/>
          </a:prstGeom>
          <a:noFill/>
          <a:ln w="0">
            <a:noFill/>
          </a:ln>
        </p:spPr>
        <p:txBody>
          <a:bodyPr anchor="ctr">
            <a:noAutofit/>
          </a:bodyPr>
          <a:lstStyle>
            <a:defPPr algn="l">
              <a:defRPr sz="1350" b="0">
                <a:solidFill>
                  <a:srgbClr val="627D98"/>
                </a:solidFill>
                <a:latin typeface="Helvetica Neue"/>
                <a:ea typeface="Helvetica Neue"/>
                <a:cs typeface="Helvetica Neue"/>
              </a:defRPr>
            </a:defPPr>
            <a:lvl1pPr algn="l">
              <a:buNone/>
              <a:defRPr sz="1350" b="0">
                <a:solidFill>
                  <a:srgbClr val="627D98"/>
                </a:solidFill>
                <a:latin typeface="Helvetica Neue"/>
                <a:ea typeface="Helvetica Neue"/>
                <a:cs typeface="Helvetica Neue"/>
              </a:defRPr>
            </a:lvl1pPr>
            <a:lvl2pPr algn="l">
              <a:buNone/>
              <a:defRPr sz="1350" b="0">
                <a:solidFill>
                  <a:srgbClr val="627D98"/>
                </a:solidFill>
                <a:latin typeface="Helvetica Neue"/>
                <a:ea typeface="Helvetica Neue"/>
                <a:cs typeface="Helvetica Neue"/>
              </a:defRPr>
            </a:lvl2pPr>
            <a:lvl3pPr algn="l">
              <a:buNone/>
              <a:defRPr sz="1350" b="0">
                <a:solidFill>
                  <a:srgbClr val="627D98"/>
                </a:solidFill>
                <a:latin typeface="Helvetica Neue"/>
                <a:ea typeface="Helvetica Neue"/>
                <a:cs typeface="Helvetica Neue"/>
              </a:defRPr>
            </a:lvl3pPr>
            <a:lvl4pPr algn="l">
              <a:buNone/>
              <a:defRPr sz="1350" b="0">
                <a:solidFill>
                  <a:srgbClr val="627D98"/>
                </a:solidFill>
                <a:latin typeface="Helvetica Neue"/>
                <a:ea typeface="Helvetica Neue"/>
                <a:cs typeface="Helvetica Neue"/>
              </a:defRPr>
            </a:lvl4pPr>
            <a:lvl5pPr algn="l">
              <a:buNone/>
              <a:defRPr sz="1350" b="0">
                <a:solidFill>
                  <a:srgbClr val="627D98"/>
                </a:solidFill>
                <a:latin typeface="Helvetica Neue"/>
                <a:ea typeface="Helvetica Neue"/>
                <a:cs typeface="Helvetica Neue"/>
              </a:defRPr>
            </a:lvl5pPr>
            <a:lvl6pPr algn="l">
              <a:buNone/>
              <a:defRPr sz="1350" b="0">
                <a:solidFill>
                  <a:srgbClr val="627D98"/>
                </a:solidFill>
                <a:latin typeface="Helvetica Neue"/>
                <a:ea typeface="Helvetica Neue"/>
                <a:cs typeface="Helvetica Neue"/>
              </a:defRPr>
            </a:lvl6pPr>
            <a:lvl7pPr algn="l">
              <a:buNone/>
              <a:defRPr sz="1350" b="0">
                <a:solidFill>
                  <a:srgbClr val="627D98"/>
                </a:solidFill>
                <a:latin typeface="Helvetica Neue"/>
                <a:ea typeface="Helvetica Neue"/>
                <a:cs typeface="Helvetica Neue"/>
              </a:defRPr>
            </a:lvl7pPr>
            <a:lvl8pPr algn="l">
              <a:buNone/>
              <a:defRPr sz="1350" b="0">
                <a:solidFill>
                  <a:srgbClr val="627D98"/>
                </a:solidFill>
                <a:latin typeface="Helvetica Neue"/>
                <a:ea typeface="Helvetica Neue"/>
                <a:cs typeface="Helvetica Neue"/>
              </a:defRPr>
            </a:lvl8pPr>
            <a:lvl9pPr algn="l">
              <a:buNone/>
              <a:defRPr sz="1350" b="0">
                <a:solidFill>
                  <a:srgbClr val="627D98"/>
                </a:solidFill>
                <a:latin typeface="Helvetica Neue"/>
                <a:ea typeface="Helvetica Neue"/>
                <a:cs typeface="Helvetica Neue"/>
              </a:defRPr>
            </a:lvl9pPr>
          </a:lstStyle>
          <a:p>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Ratio of red fractions</a:t>
            </a:r>
            <a:endParaRPr sz="1350" b="0">
              <a:solidFill>
                <a:srgbClr val="627D98"/>
              </a:solidFill>
              <a:latin typeface="Helvetica Neue"/>
              <a:ea typeface="Helvetica Neue"/>
              <a:cs typeface="Helvetica Neue"/>
            </a:endParaRPr>
          </a:p>
        </p:txBody>
      </p:sp>
      <p:sp>
        <p:nvSpPr>
          <p:cNvPr id="16" name="矩形 15"/>
          <p:cNvSpPr>
            <a:spLocks noGrp="1"/>
          </p:cNvSpPr>
          <p:nvPr/>
        </p:nvSpPr>
        <p:spPr>
          <a:xfrm>
            <a:off x="7905750" y="5048250"/>
            <a:ext cx="2381250" cy="552450"/>
          </a:xfrm>
          <a:prstGeom prst="rect">
            <a:avLst/>
          </a:prstGeom>
          <a:noFill/>
          <a:ln w="0">
            <a:noFill/>
          </a:ln>
        </p:spPr>
        <p:txBody>
          <a:bodyPr anchor="ctr">
            <a:noAutofit/>
          </a:bodyPr>
          <a:lstStyle>
            <a:defPPr algn="l">
              <a:defRPr sz="2850" b="1">
                <a:solidFill>
                  <a:srgbClr val="102A43"/>
                </a:solidFill>
                <a:latin typeface="Helvetica Neue"/>
                <a:ea typeface="Helvetica Neue"/>
                <a:cs typeface="Helvetica Neue"/>
              </a:defRPr>
            </a:defPPr>
            <a:lvl1pPr algn="l">
              <a:buNone/>
              <a:defRPr sz="2850" b="1">
                <a:solidFill>
                  <a:srgbClr val="102A43"/>
                </a:solidFill>
                <a:latin typeface="Helvetica Neue"/>
                <a:ea typeface="Helvetica Neue"/>
                <a:cs typeface="Helvetica Neue"/>
              </a:defRPr>
            </a:lvl1pPr>
            <a:lvl2pPr algn="l">
              <a:buNone/>
              <a:defRPr sz="2850" b="1">
                <a:solidFill>
                  <a:srgbClr val="102A43"/>
                </a:solidFill>
                <a:latin typeface="Helvetica Neue"/>
                <a:ea typeface="Helvetica Neue"/>
                <a:cs typeface="Helvetica Neue"/>
              </a:defRPr>
            </a:lvl2pPr>
            <a:lvl3pPr algn="l">
              <a:buNone/>
              <a:defRPr sz="2850" b="1">
                <a:solidFill>
                  <a:srgbClr val="102A43"/>
                </a:solidFill>
                <a:latin typeface="Helvetica Neue"/>
                <a:ea typeface="Helvetica Neue"/>
                <a:cs typeface="Helvetica Neue"/>
              </a:defRPr>
            </a:lvl3pPr>
            <a:lvl4pPr algn="l">
              <a:buNone/>
              <a:defRPr sz="2850" b="1">
                <a:solidFill>
                  <a:srgbClr val="102A43"/>
                </a:solidFill>
                <a:latin typeface="Helvetica Neue"/>
                <a:ea typeface="Helvetica Neue"/>
                <a:cs typeface="Helvetica Neue"/>
              </a:defRPr>
            </a:lvl4pPr>
            <a:lvl5pPr algn="l">
              <a:buNone/>
              <a:defRPr sz="2850" b="1">
                <a:solidFill>
                  <a:srgbClr val="102A43"/>
                </a:solidFill>
                <a:latin typeface="Helvetica Neue"/>
                <a:ea typeface="Helvetica Neue"/>
                <a:cs typeface="Helvetica Neue"/>
              </a:defRPr>
            </a:lvl5pPr>
            <a:lvl6pPr algn="l">
              <a:buNone/>
              <a:defRPr sz="2850" b="1">
                <a:solidFill>
                  <a:srgbClr val="102A43"/>
                </a:solidFill>
                <a:latin typeface="Helvetica Neue"/>
                <a:ea typeface="Helvetica Neue"/>
                <a:cs typeface="Helvetica Neue"/>
              </a:defRPr>
            </a:lvl6pPr>
            <a:lvl7pPr algn="l">
              <a:buNone/>
              <a:defRPr sz="2850" b="1">
                <a:solidFill>
                  <a:srgbClr val="102A43"/>
                </a:solidFill>
                <a:latin typeface="Helvetica Neue"/>
                <a:ea typeface="Helvetica Neue"/>
                <a:cs typeface="Helvetica Neue"/>
              </a:defRPr>
            </a:lvl7pPr>
            <a:lvl8pPr algn="l">
              <a:buNone/>
              <a:defRPr sz="2850" b="1">
                <a:solidFill>
                  <a:srgbClr val="102A43"/>
                </a:solidFill>
                <a:latin typeface="Helvetica Neue"/>
                <a:ea typeface="Helvetica Neue"/>
                <a:cs typeface="Helvetica Neue"/>
              </a:defRPr>
            </a:lvl8pPr>
            <a:lvl9pPr algn="l">
              <a:buNone/>
              <a:defRPr sz="2850" b="1">
                <a:solidFill>
                  <a:srgbClr val="102A43"/>
                </a:solidFill>
                <a:latin typeface="Helvetica Neue"/>
                <a:ea typeface="Helvetica Neue"/>
                <a:cs typeface="Helvetica Neue"/>
              </a:defRPr>
            </a:lvl9pPr>
          </a:lstStyle>
          <a:p>
            <a:pPr algn="l">
              <a:buNone/>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endParaRPr sz="2850" b="1">
              <a:solidFill>
                <a:srgbClr val="102A43"/>
              </a:solidFill>
              <a:latin typeface="Helvetica Neue"/>
              <a:ea typeface="Helvetica Neue"/>
              <a:cs typeface="Helvetica Neue"/>
            </a:endParaRPr>
          </a:p>
        </p:txBody>
      </p:sp>
      <p:sp>
        <p:nvSpPr>
          <p:cNvPr id="17" name="矩形 16"/>
          <p:cNvSpPr>
            <a:spLocks noGrp="1"/>
          </p:cNvSpPr>
          <p:nvPr/>
        </p:nvSpPr>
        <p:spPr>
          <a:xfrm>
            <a:off x="7905750" y="5772150"/>
            <a:ext cx="3286125" cy="285750"/>
          </a:xfrm>
          <a:prstGeom prst="rect">
            <a:avLst/>
          </a:prstGeom>
          <a:noFill/>
          <a:ln w="0">
            <a:noFill/>
          </a:ln>
        </p:spPr>
        <p:txBody>
          <a:bodyPr anchor="ctr">
            <a:noAutofit/>
          </a:bodyPr>
          <a:lstStyle>
            <a:defPPr algn="l">
              <a:defRPr sz="1200" b="0">
                <a:solidFill>
                  <a:srgbClr val="D64545"/>
                </a:solidFill>
                <a:latin typeface="Helvetica Neue"/>
                <a:ea typeface="Helvetica Neue"/>
                <a:cs typeface="Helvetica Neue"/>
              </a:defRPr>
            </a:defPPr>
            <a:lvl1pPr algn="l">
              <a:buNone/>
              <a:defRPr sz="1200" b="0">
                <a:solidFill>
                  <a:srgbClr val="D64545"/>
                </a:solidFill>
                <a:latin typeface="Helvetica Neue"/>
                <a:ea typeface="Helvetica Neue"/>
                <a:cs typeface="Helvetica Neue"/>
              </a:defRPr>
            </a:lvl1pPr>
            <a:lvl2pPr algn="l">
              <a:buNone/>
              <a:defRPr sz="1200" b="0">
                <a:solidFill>
                  <a:srgbClr val="D64545"/>
                </a:solidFill>
                <a:latin typeface="Helvetica Neue"/>
                <a:ea typeface="Helvetica Neue"/>
                <a:cs typeface="Helvetica Neue"/>
              </a:defRPr>
            </a:lvl2pPr>
            <a:lvl3pPr algn="l">
              <a:buNone/>
              <a:defRPr sz="1200" b="0">
                <a:solidFill>
                  <a:srgbClr val="D64545"/>
                </a:solidFill>
                <a:latin typeface="Helvetica Neue"/>
                <a:ea typeface="Helvetica Neue"/>
                <a:cs typeface="Helvetica Neue"/>
              </a:defRPr>
            </a:lvl3pPr>
            <a:lvl4pPr algn="l">
              <a:buNone/>
              <a:defRPr sz="1200" b="0">
                <a:solidFill>
                  <a:srgbClr val="D64545"/>
                </a:solidFill>
                <a:latin typeface="Helvetica Neue"/>
                <a:ea typeface="Helvetica Neue"/>
                <a:cs typeface="Helvetica Neue"/>
              </a:defRPr>
            </a:lvl4pPr>
            <a:lvl5pPr algn="l">
              <a:buNone/>
              <a:defRPr sz="1200" b="0">
                <a:solidFill>
                  <a:srgbClr val="D64545"/>
                </a:solidFill>
                <a:latin typeface="Helvetica Neue"/>
                <a:ea typeface="Helvetica Neue"/>
                <a:cs typeface="Helvetica Neue"/>
              </a:defRPr>
            </a:lvl5pPr>
            <a:lvl6pPr algn="l">
              <a:buNone/>
              <a:defRPr sz="1200" b="0">
                <a:solidFill>
                  <a:srgbClr val="D64545"/>
                </a:solidFill>
                <a:latin typeface="Helvetica Neue"/>
                <a:ea typeface="Helvetica Neue"/>
                <a:cs typeface="Helvetica Neue"/>
              </a:defRPr>
            </a:lvl6pPr>
            <a:lvl7pPr algn="l">
              <a:buNone/>
              <a:defRPr sz="1200" b="0">
                <a:solidFill>
                  <a:srgbClr val="D64545"/>
                </a:solidFill>
                <a:latin typeface="Helvetica Neue"/>
                <a:ea typeface="Helvetica Neue"/>
                <a:cs typeface="Helvetica Neue"/>
              </a:defRPr>
            </a:lvl7pPr>
            <a:lvl8pPr algn="l">
              <a:buNone/>
              <a:defRPr sz="1200" b="0">
                <a:solidFill>
                  <a:srgbClr val="D64545"/>
                </a:solidFill>
                <a:latin typeface="Helvetica Neue"/>
                <a:ea typeface="Helvetica Neue"/>
                <a:cs typeface="Helvetica Neue"/>
              </a:defRPr>
            </a:lvl8pPr>
            <a:lvl9pPr algn="l">
              <a:buNone/>
              <a:defRPr sz="1200" b="0">
                <a:solidFill>
                  <a:srgbClr val="D64545"/>
                </a:solidFill>
                <a:latin typeface="Helvetica Neue"/>
                <a:ea typeface="Helvetica Neue"/>
                <a:cs typeface="Helvetica Neue"/>
              </a:defRPr>
            </a:lvl9pPr>
          </a:lstStyle>
          <a:p>
            <a:pPr algn="l">
              <a:buNone/>
              <a:defRPr sz="1200" b="0">
                <a:solidFill>
                  <a:srgbClr val="D64545"/>
                </a:solidFill>
                <a:latin typeface="Helvetica Neue"/>
                <a:ea typeface="Helvetica Neue"/>
                <a:cs typeface="Helvetica Neue"/>
              </a:defRPr>
            </a:pPr>
            <a:r>
              <a:rPr sz="1200" b="0">
                <a:solidFill>
                  <a:srgbClr val="D64545"/>
                </a:solidFill>
                <a:latin typeface="Helvetica Neue"/>
                <a:ea typeface="Helvetica Neue"/>
                <a:cs typeface="Helvetica Neue"/>
              </a:rPr>
              <a:t>Reference run; one aligned pair</a:t>
            </a:r>
            <a:endParaRPr sz="1200" b="0">
              <a:solidFill>
                <a:srgbClr val="D64545"/>
              </a:solidFill>
              <a:latin typeface="Helvetica Neue"/>
              <a:ea typeface="Helvetica Neue"/>
              <a:cs typeface="Helvetica Neue"/>
            </a:endParaRPr>
          </a:p>
        </p:txBody>
      </p:sp>
      <p:sp>
        <p:nvSpPr>
          <p:cNvPr id="90" name="Time-domain evidence caption"/>
          <p:cNvSpPr>
            <a:spLocks noGrp="1"/>
          </p:cNvSpPr>
          <p:nvPr/>
        </p:nvSpPr>
        <p:spPr>
          <a:xfrm>
            <a:off x="1000125" y="3657600"/>
            <a:ext cx="6191250" cy="228600"/>
          </a:xfrm>
          <a:prstGeom prst="rect">
            <a:avLst/>
          </a:prstGeom>
          <a:noFill/>
          <a:ln w="0">
            <a:noFill/>
          </a:ln>
        </p:spPr>
        <p:txBody>
          <a:bodyPr anchor="ctr">
            <a:noAutofit/>
          </a:bodyPr>
          <a:lstStyle>
            <a:defPPr algn="l">
              <a:defRPr sz="1200" b="0">
                <a:solidFill>
                  <a:srgbClr val="D64545"/>
                </a:solidFill>
                <a:latin typeface="Helvetica Neue"/>
                <a:ea typeface="Helvetica Neue"/>
                <a:cs typeface="Helvetica Neue"/>
              </a:defRPr>
            </a:defPPr>
            <a:lvl1pPr algn="l">
              <a:buNone/>
              <a:defRPr sz="1200" b="0">
                <a:solidFill>
                  <a:srgbClr val="D64545"/>
                </a:solidFill>
                <a:latin typeface="Helvetica Neue"/>
                <a:ea typeface="Helvetica Neue"/>
                <a:cs typeface="Helvetica Neue"/>
              </a:defRPr>
            </a:lvl1pPr>
            <a:lvl2pPr algn="l">
              <a:buNone/>
              <a:defRPr sz="1200" b="0">
                <a:solidFill>
                  <a:srgbClr val="D64545"/>
                </a:solidFill>
                <a:latin typeface="Helvetica Neue"/>
                <a:ea typeface="Helvetica Neue"/>
                <a:cs typeface="Helvetica Neue"/>
              </a:defRPr>
            </a:lvl2pPr>
            <a:lvl3pPr algn="l">
              <a:buNone/>
              <a:defRPr sz="1200" b="0">
                <a:solidFill>
                  <a:srgbClr val="D64545"/>
                </a:solidFill>
                <a:latin typeface="Helvetica Neue"/>
                <a:ea typeface="Helvetica Neue"/>
                <a:cs typeface="Helvetica Neue"/>
              </a:defRPr>
            </a:lvl3pPr>
            <a:lvl4pPr algn="l">
              <a:buNone/>
              <a:defRPr sz="1200" b="0">
                <a:solidFill>
                  <a:srgbClr val="D64545"/>
                </a:solidFill>
                <a:latin typeface="Helvetica Neue"/>
                <a:ea typeface="Helvetica Neue"/>
                <a:cs typeface="Helvetica Neue"/>
              </a:defRPr>
            </a:lvl4pPr>
            <a:lvl5pPr algn="l">
              <a:buNone/>
              <a:defRPr sz="1200" b="0">
                <a:solidFill>
                  <a:srgbClr val="D64545"/>
                </a:solidFill>
                <a:latin typeface="Helvetica Neue"/>
                <a:ea typeface="Helvetica Neue"/>
                <a:cs typeface="Helvetica Neue"/>
              </a:defRPr>
            </a:lvl5pPr>
            <a:lvl6pPr algn="l">
              <a:buNone/>
              <a:defRPr sz="1200" b="0">
                <a:solidFill>
                  <a:srgbClr val="D64545"/>
                </a:solidFill>
                <a:latin typeface="Helvetica Neue"/>
                <a:ea typeface="Helvetica Neue"/>
                <a:cs typeface="Helvetica Neue"/>
              </a:defRPr>
            </a:lvl6pPr>
            <a:lvl7pPr algn="l">
              <a:buNone/>
              <a:defRPr sz="1200" b="0">
                <a:solidFill>
                  <a:srgbClr val="D64545"/>
                </a:solidFill>
                <a:latin typeface="Helvetica Neue"/>
                <a:ea typeface="Helvetica Neue"/>
                <a:cs typeface="Helvetica Neue"/>
              </a:defRPr>
            </a:lvl7pPr>
            <a:lvl8pPr algn="l">
              <a:buNone/>
              <a:defRPr sz="1200" b="0">
                <a:solidFill>
                  <a:srgbClr val="D64545"/>
                </a:solidFill>
                <a:latin typeface="Helvetica Neue"/>
                <a:ea typeface="Helvetica Neue"/>
                <a:cs typeface="Helvetica Neue"/>
              </a:defRPr>
            </a:lvl8pPr>
            <a:lvl9pPr algn="l">
              <a:buNone/>
              <a:defRPr sz="1200" b="0">
                <a:solidFill>
                  <a:srgbClr val="D64545"/>
                </a:solidFill>
                <a:latin typeface="Helvetica Neue"/>
                <a:ea typeface="Helvetica Neue"/>
                <a:cs typeface="Helvetica Neue"/>
              </a:defRPr>
            </a:lvl9pPr>
          </a:lstStyle>
          <a:p>
            <a:pPr algn="l">
              <a:buNone/>
              <a:defRPr sz="1200" b="0">
                <a:solidFill>
                  <a:srgbClr val="D64545"/>
                </a:solidFill>
                <a:latin typeface="Helvetica Neue"/>
                <a:ea typeface="Helvetica Neue"/>
                <a:cs typeface="Helvetica Neue"/>
              </a:defRPr>
            </a:pPr>
            <a:r>
              <a:rPr sz="1050" b="0">
                <a:solidFill>
                  <a:srgbClr val="627D98"/>
                </a:solidFill>
                <a:latin typeface="Helvetica Neue"/>
                <a:ea typeface="Helvetica Neue"/>
                <a:cs typeface="Helvetica Neue"/>
              </a:rPr>
              <a:t>Time: 0–12 seconds. RGB differences are not recovered pulse waveforms.</a:t>
            </a:r>
            <a:endParaRPr sz="1050" b="0">
              <a:solidFill>
                <a:srgbClr val="627D98"/>
              </a:solidFill>
              <a:latin typeface="Helvetica Neue"/>
              <a:ea typeface="Helvetica Neue"/>
              <a:cs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lang="en-US" altLang="zh-CN" sz="2550" b="1">
                <a:solidFill>
                  <a:srgbClr val="102A43"/>
                </a:solidFill>
                <a:latin typeface="Helvetica Neue"/>
                <a:ea typeface="Helvetica Neue"/>
                <a:cs typeface="Helvetica Neue"/>
              </a:rPr>
              <a:t>Video processing tests and limitations</a:t>
            </a:r>
            <a:endParaRPr lang="en-US" altLang="zh-CN"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endParaRPr sz="900" b="0">
              <a:solidFill>
                <a:srgbClr val="627D98"/>
              </a:solidFill>
              <a:latin typeface="Helvetica Neue"/>
              <a:ea typeface="Helvetica Neue"/>
              <a:cs typeface="Helvetica Neue"/>
            </a:endParaRPr>
          </a:p>
        </p:txBody>
      </p:sp>
      <p:graphicFrame>
        <p:nvGraphicFramePr>
          <p:cNvPr id="6" name="Chart"/>
          <p:cNvGraphicFramePr/>
          <p:nvPr/>
        </p:nvGraphicFramePr>
        <p:xfrm>
          <a:off x="666750" y="1428750"/>
          <a:ext cx="8096250" cy="3524250"/>
        </p:xfrm>
        <a:graphic>
          <a:graphicData uri="http://schemas.openxmlformats.org/drawingml/2006/chart">
            <c:chart xmlns:c="http://schemas.openxmlformats.org/drawingml/2006/chart" xmlns:r="http://schemas.openxmlformats.org/officeDocument/2006/relationships" r:id="rId1"/>
          </a:graphicData>
        </a:graphic>
      </p:graphicFrame>
      <p:sp>
        <p:nvSpPr>
          <p:cNvPr id="7" name="矩形 6"/>
          <p:cNvSpPr>
            <a:spLocks noGrp="1"/>
          </p:cNvSpPr>
          <p:nvPr/>
        </p:nvSpPr>
        <p:spPr>
          <a:xfrm>
            <a:off x="9382125" y="1571625"/>
            <a:ext cx="2286000" cy="323850"/>
          </a:xfrm>
          <a:prstGeom prst="rect">
            <a:avLst/>
          </a:prstGeom>
          <a:noFill/>
          <a:ln w="0">
            <a:noFill/>
          </a:ln>
        </p:spPr>
        <p:txBody>
          <a:bodyPr anchor="ctr">
            <a:noAutofit/>
          </a:bodyPr>
          <a:lstStyle>
            <a:defPPr algn="l">
              <a:defRPr sz="1425" b="1">
                <a:solidFill>
                  <a:srgbClr val="102A43"/>
                </a:solidFill>
                <a:latin typeface="Helvetica Neue"/>
                <a:ea typeface="Helvetica Neue"/>
                <a:cs typeface="Helvetica Neue"/>
              </a:defRPr>
            </a:defPPr>
            <a:lvl1pPr algn="l">
              <a:buNone/>
              <a:defRPr sz="1425" b="1">
                <a:solidFill>
                  <a:srgbClr val="102A43"/>
                </a:solidFill>
                <a:latin typeface="Helvetica Neue"/>
                <a:ea typeface="Helvetica Neue"/>
                <a:cs typeface="Helvetica Neue"/>
              </a:defRPr>
            </a:lvl1pPr>
            <a:lvl2pPr algn="l">
              <a:buNone/>
              <a:defRPr sz="1425" b="1">
                <a:solidFill>
                  <a:srgbClr val="102A43"/>
                </a:solidFill>
                <a:latin typeface="Helvetica Neue"/>
                <a:ea typeface="Helvetica Neue"/>
                <a:cs typeface="Helvetica Neue"/>
              </a:defRPr>
            </a:lvl2pPr>
            <a:lvl3pPr algn="l">
              <a:buNone/>
              <a:defRPr sz="1425" b="1">
                <a:solidFill>
                  <a:srgbClr val="102A43"/>
                </a:solidFill>
                <a:latin typeface="Helvetica Neue"/>
                <a:ea typeface="Helvetica Neue"/>
                <a:cs typeface="Helvetica Neue"/>
              </a:defRPr>
            </a:lvl3pPr>
            <a:lvl4pPr algn="l">
              <a:buNone/>
              <a:defRPr sz="1425" b="1">
                <a:solidFill>
                  <a:srgbClr val="102A43"/>
                </a:solidFill>
                <a:latin typeface="Helvetica Neue"/>
                <a:ea typeface="Helvetica Neue"/>
                <a:cs typeface="Helvetica Neue"/>
              </a:defRPr>
            </a:lvl4pPr>
            <a:lvl5pPr algn="l">
              <a:buNone/>
              <a:defRPr sz="1425" b="1">
                <a:solidFill>
                  <a:srgbClr val="102A43"/>
                </a:solidFill>
                <a:latin typeface="Helvetica Neue"/>
                <a:ea typeface="Helvetica Neue"/>
                <a:cs typeface="Helvetica Neue"/>
              </a:defRPr>
            </a:lvl5pPr>
            <a:lvl6pPr algn="l">
              <a:buNone/>
              <a:defRPr sz="1425" b="1">
                <a:solidFill>
                  <a:srgbClr val="102A43"/>
                </a:solidFill>
                <a:latin typeface="Helvetica Neue"/>
                <a:ea typeface="Helvetica Neue"/>
                <a:cs typeface="Helvetica Neue"/>
              </a:defRPr>
            </a:lvl6pPr>
            <a:lvl7pPr algn="l">
              <a:buNone/>
              <a:defRPr sz="1425" b="1">
                <a:solidFill>
                  <a:srgbClr val="102A43"/>
                </a:solidFill>
                <a:latin typeface="Helvetica Neue"/>
                <a:ea typeface="Helvetica Neue"/>
                <a:cs typeface="Helvetica Neue"/>
              </a:defRPr>
            </a:lvl7pPr>
            <a:lvl8pPr algn="l">
              <a:buNone/>
              <a:defRPr sz="1425" b="1">
                <a:solidFill>
                  <a:srgbClr val="102A43"/>
                </a:solidFill>
                <a:latin typeface="Helvetica Neue"/>
                <a:ea typeface="Helvetica Neue"/>
                <a:cs typeface="Helvetica Neue"/>
              </a:defRPr>
            </a:lvl8pPr>
            <a:lvl9pPr algn="l">
              <a:buNone/>
              <a:defRPr sz="1425" b="1">
                <a:solidFill>
                  <a:srgbClr val="102A43"/>
                </a:solidFill>
                <a:latin typeface="Helvetica Neue"/>
                <a:ea typeface="Helvetica Neue"/>
                <a:cs typeface="Helvetica Neue"/>
              </a:defRPr>
            </a:lvl9pPr>
          </a:lstStyle>
          <a:p>
            <a:pPr algn="l">
              <a:buNone/>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Attack / neutral</a:t>
            </a:r>
            <a:endParaRPr sz="1425" b="1">
              <a:solidFill>
                <a:srgbClr val="102A43"/>
              </a:solidFill>
              <a:latin typeface="Helvetica Neue"/>
              <a:ea typeface="Helvetica Neue"/>
              <a:cs typeface="Helvetica Neue"/>
            </a:endParaRPr>
          </a:p>
        </p:txBody>
      </p:sp>
      <p:sp>
        <p:nvSpPr>
          <p:cNvPr id="8" name="矩形 7"/>
          <p:cNvSpPr>
            <a:spLocks noGrp="1"/>
          </p:cNvSpPr>
          <p:nvPr/>
        </p:nvSpPr>
        <p:spPr>
          <a:xfrm>
            <a:off x="9382125" y="2095500"/>
            <a:ext cx="161925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endParaRPr sz="1200" b="0">
              <a:solidFill>
                <a:srgbClr val="627D98"/>
              </a:solidFill>
              <a:latin typeface="Helvetica Neue"/>
              <a:ea typeface="Helvetica Neue"/>
              <a:cs typeface="Helvetica Neue"/>
            </a:endParaRPr>
          </a:p>
        </p:txBody>
      </p:sp>
      <p:sp>
        <p:nvSpPr>
          <p:cNvPr id="9" name="矩形 8"/>
          <p:cNvSpPr>
            <a:spLocks noGrp="1"/>
          </p:cNvSpPr>
          <p:nvPr/>
        </p:nvSpPr>
        <p:spPr>
          <a:xfrm>
            <a:off x="9382125" y="2362200"/>
            <a:ext cx="1809750" cy="419100"/>
          </a:xfrm>
          <a:prstGeom prst="rect">
            <a:avLst/>
          </a:prstGeom>
          <a:noFill/>
          <a:ln w="0">
            <a:noFill/>
          </a:ln>
        </p:spPr>
        <p:txBody>
          <a:bodyPr anchor="ctr">
            <a:noAutofit/>
          </a:bodyPr>
          <a:lstStyle>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endParaRPr sz="2100" b="1">
              <a:solidFill>
                <a:srgbClr val="D64545"/>
              </a:solidFill>
              <a:latin typeface="Helvetica Neue"/>
              <a:ea typeface="Helvetica Neue"/>
              <a:cs typeface="Helvetica Neue"/>
            </a:endParaRPr>
          </a:p>
        </p:txBody>
      </p:sp>
      <p:sp>
        <p:nvSpPr>
          <p:cNvPr id="10" name="矩形 9"/>
          <p:cNvSpPr>
            <a:spLocks noGrp="1"/>
          </p:cNvSpPr>
          <p:nvPr/>
        </p:nvSpPr>
        <p:spPr>
          <a:xfrm>
            <a:off x="9382125" y="2971800"/>
            <a:ext cx="161925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endParaRPr sz="1200" b="0">
              <a:solidFill>
                <a:srgbClr val="627D98"/>
              </a:solidFill>
              <a:latin typeface="Helvetica Neue"/>
              <a:ea typeface="Helvetica Neue"/>
              <a:cs typeface="Helvetica Neue"/>
            </a:endParaRPr>
          </a:p>
        </p:txBody>
      </p:sp>
      <p:sp>
        <p:nvSpPr>
          <p:cNvPr id="11" name="矩形 10"/>
          <p:cNvSpPr>
            <a:spLocks noGrp="1"/>
          </p:cNvSpPr>
          <p:nvPr/>
        </p:nvSpPr>
        <p:spPr>
          <a:xfrm>
            <a:off x="9382125" y="3238500"/>
            <a:ext cx="1809750" cy="419100"/>
          </a:xfrm>
          <a:prstGeom prst="rect">
            <a:avLst/>
          </a:prstGeom>
          <a:noFill/>
          <a:ln w="0">
            <a:noFill/>
          </a:ln>
        </p:spPr>
        <p:txBody>
          <a:bodyPr anchor="ctr">
            <a:noAutofit/>
          </a:bodyPr>
          <a:lstStyle>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endParaRPr sz="2100" b="1">
              <a:solidFill>
                <a:srgbClr val="D64545"/>
              </a:solidFill>
              <a:latin typeface="Helvetica Neue"/>
              <a:ea typeface="Helvetica Neue"/>
              <a:cs typeface="Helvetica Neue"/>
            </a:endParaRPr>
          </a:p>
        </p:txBody>
      </p:sp>
      <p:sp>
        <p:nvSpPr>
          <p:cNvPr id="12" name="矩形 11"/>
          <p:cNvSpPr>
            <a:spLocks noGrp="1"/>
          </p:cNvSpPr>
          <p:nvPr/>
        </p:nvSpPr>
        <p:spPr>
          <a:xfrm>
            <a:off x="9382125" y="3848100"/>
            <a:ext cx="161925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endParaRPr sz="1200" b="0">
              <a:solidFill>
                <a:srgbClr val="627D98"/>
              </a:solidFill>
              <a:latin typeface="Helvetica Neue"/>
              <a:ea typeface="Helvetica Neue"/>
              <a:cs typeface="Helvetica Neue"/>
            </a:endParaRPr>
          </a:p>
        </p:txBody>
      </p:sp>
      <p:sp>
        <p:nvSpPr>
          <p:cNvPr id="13" name="矩形 12"/>
          <p:cNvSpPr>
            <a:spLocks noGrp="1"/>
          </p:cNvSpPr>
          <p:nvPr/>
        </p:nvSpPr>
        <p:spPr>
          <a:xfrm>
            <a:off x="9382125" y="4114800"/>
            <a:ext cx="1809750" cy="419100"/>
          </a:xfrm>
          <a:prstGeom prst="rect">
            <a:avLst/>
          </a:prstGeom>
          <a:noFill/>
          <a:ln w="0">
            <a:noFill/>
          </a:ln>
        </p:spPr>
        <p:txBody>
          <a:bodyPr anchor="ctr">
            <a:noAutofit/>
          </a:bodyPr>
          <a:lstStyle>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endParaRPr sz="2100" b="1">
              <a:solidFill>
                <a:srgbClr val="D64545"/>
              </a:solidFill>
              <a:latin typeface="Helvetica Neue"/>
              <a:ea typeface="Helvetica Neue"/>
              <a:cs typeface="Helvetica Neue"/>
            </a:endParaRPr>
          </a:p>
        </p:txBody>
      </p:sp>
      <p:sp>
        <p:nvSpPr>
          <p:cNvPr id="14" name="矩形 13"/>
          <p:cNvSpPr>
            <a:spLocks noGrp="1"/>
          </p:cNvSpPr>
          <p:nvPr/>
        </p:nvSpPr>
        <p:spPr>
          <a:xfrm>
            <a:off x="9382125" y="4724400"/>
            <a:ext cx="1619250" cy="266700"/>
          </a:xfrm>
          <a:prstGeom prst="rect">
            <a:avLst/>
          </a:prstGeom>
          <a:noFill/>
          <a:ln w="0">
            <a:noFill/>
          </a:ln>
        </p:spPr>
        <p:txBody>
          <a:bodyPr anchor="ctr">
            <a:noAutofit/>
          </a:bodyPr>
          <a:lstStyle>
            <a:defPPr algn="l">
              <a:defRPr sz="1200" b="0">
                <a:solidFill>
                  <a:srgbClr val="627D98"/>
                </a:solidFill>
                <a:latin typeface="Helvetica Neue"/>
                <a:ea typeface="Helvetica Neue"/>
                <a:cs typeface="Helvetica Neue"/>
              </a:defRPr>
            </a:defPPr>
            <a:lvl1pPr algn="l">
              <a:buNone/>
              <a:defRPr sz="1200" b="0">
                <a:solidFill>
                  <a:srgbClr val="627D98"/>
                </a:solidFill>
                <a:latin typeface="Helvetica Neue"/>
                <a:ea typeface="Helvetica Neue"/>
                <a:cs typeface="Helvetica Neue"/>
              </a:defRPr>
            </a:lvl1pPr>
            <a:lvl2pPr algn="l">
              <a:buNone/>
              <a:defRPr sz="1200" b="0">
                <a:solidFill>
                  <a:srgbClr val="627D98"/>
                </a:solidFill>
                <a:latin typeface="Helvetica Neue"/>
                <a:ea typeface="Helvetica Neue"/>
                <a:cs typeface="Helvetica Neue"/>
              </a:defRPr>
            </a:lvl2pPr>
            <a:lvl3pPr algn="l">
              <a:buNone/>
              <a:defRPr sz="1200" b="0">
                <a:solidFill>
                  <a:srgbClr val="627D98"/>
                </a:solidFill>
                <a:latin typeface="Helvetica Neue"/>
                <a:ea typeface="Helvetica Neue"/>
                <a:cs typeface="Helvetica Neue"/>
              </a:defRPr>
            </a:lvl3pPr>
            <a:lvl4pPr algn="l">
              <a:buNone/>
              <a:defRPr sz="1200" b="0">
                <a:solidFill>
                  <a:srgbClr val="627D98"/>
                </a:solidFill>
                <a:latin typeface="Helvetica Neue"/>
                <a:ea typeface="Helvetica Neue"/>
                <a:cs typeface="Helvetica Neue"/>
              </a:defRPr>
            </a:lvl4pPr>
            <a:lvl5pPr algn="l">
              <a:buNone/>
              <a:defRPr sz="1200" b="0">
                <a:solidFill>
                  <a:srgbClr val="627D98"/>
                </a:solidFill>
                <a:latin typeface="Helvetica Neue"/>
                <a:ea typeface="Helvetica Neue"/>
                <a:cs typeface="Helvetica Neue"/>
              </a:defRPr>
            </a:lvl5pPr>
            <a:lvl6pPr algn="l">
              <a:buNone/>
              <a:defRPr sz="1200" b="0">
                <a:solidFill>
                  <a:srgbClr val="627D98"/>
                </a:solidFill>
                <a:latin typeface="Helvetica Neue"/>
                <a:ea typeface="Helvetica Neue"/>
                <a:cs typeface="Helvetica Neue"/>
              </a:defRPr>
            </a:lvl6pPr>
            <a:lvl7pPr algn="l">
              <a:buNone/>
              <a:defRPr sz="1200" b="0">
                <a:solidFill>
                  <a:srgbClr val="627D98"/>
                </a:solidFill>
                <a:latin typeface="Helvetica Neue"/>
                <a:ea typeface="Helvetica Neue"/>
                <a:cs typeface="Helvetica Neue"/>
              </a:defRPr>
            </a:lvl7pPr>
            <a:lvl8pPr algn="l">
              <a:buNone/>
              <a:defRPr sz="1200" b="0">
                <a:solidFill>
                  <a:srgbClr val="627D98"/>
                </a:solidFill>
                <a:latin typeface="Helvetica Neue"/>
                <a:ea typeface="Helvetica Neue"/>
                <a:cs typeface="Helvetica Neue"/>
              </a:defRPr>
            </a:lvl8pPr>
            <a:lvl9pPr algn="l">
              <a:buNone/>
              <a:defRPr sz="1200" b="0">
                <a:solidFill>
                  <a:srgbClr val="627D98"/>
                </a:solidFill>
                <a:latin typeface="Helvetica Neue"/>
                <a:ea typeface="Helvetica Neue"/>
                <a:cs typeface="Helvetica Neue"/>
              </a:defRPr>
            </a:lvl9pPr>
          </a:lstStyle>
          <a:p>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endParaRPr sz="1200" b="0">
              <a:solidFill>
                <a:srgbClr val="627D98"/>
              </a:solidFill>
              <a:latin typeface="Helvetica Neue"/>
              <a:ea typeface="Helvetica Neue"/>
              <a:cs typeface="Helvetica Neue"/>
            </a:endParaRPr>
          </a:p>
        </p:txBody>
      </p:sp>
      <p:sp>
        <p:nvSpPr>
          <p:cNvPr id="15" name="矩形 14"/>
          <p:cNvSpPr>
            <a:spLocks noGrp="1"/>
          </p:cNvSpPr>
          <p:nvPr/>
        </p:nvSpPr>
        <p:spPr>
          <a:xfrm>
            <a:off x="9382125" y="4991100"/>
            <a:ext cx="1809750" cy="419100"/>
          </a:xfrm>
          <a:prstGeom prst="rect">
            <a:avLst/>
          </a:prstGeom>
          <a:noFill/>
          <a:ln w="0">
            <a:noFill/>
          </a:ln>
        </p:spPr>
        <p:txBody>
          <a:bodyPr anchor="ctr">
            <a:noAutofit/>
          </a:bodyPr>
          <a:lstStyle>
            <a:defPPr algn="l">
              <a:defRPr sz="2100" b="1">
                <a:solidFill>
                  <a:srgbClr val="D64545"/>
                </a:solidFill>
                <a:latin typeface="Helvetica Neue"/>
                <a:ea typeface="Helvetica Neue"/>
                <a:cs typeface="Helvetica Neue"/>
              </a:defRPr>
            </a:defPPr>
            <a:lvl1pPr algn="l">
              <a:buNone/>
              <a:defRPr sz="2100" b="1">
                <a:solidFill>
                  <a:srgbClr val="D64545"/>
                </a:solidFill>
                <a:latin typeface="Helvetica Neue"/>
                <a:ea typeface="Helvetica Neue"/>
                <a:cs typeface="Helvetica Neue"/>
              </a:defRPr>
            </a:lvl1pPr>
            <a:lvl2pPr algn="l">
              <a:buNone/>
              <a:defRPr sz="2100" b="1">
                <a:solidFill>
                  <a:srgbClr val="D64545"/>
                </a:solidFill>
                <a:latin typeface="Helvetica Neue"/>
                <a:ea typeface="Helvetica Neue"/>
                <a:cs typeface="Helvetica Neue"/>
              </a:defRPr>
            </a:lvl2pPr>
            <a:lvl3pPr algn="l">
              <a:buNone/>
              <a:defRPr sz="2100" b="1">
                <a:solidFill>
                  <a:srgbClr val="D64545"/>
                </a:solidFill>
                <a:latin typeface="Helvetica Neue"/>
                <a:ea typeface="Helvetica Neue"/>
                <a:cs typeface="Helvetica Neue"/>
              </a:defRPr>
            </a:lvl3pPr>
            <a:lvl4pPr algn="l">
              <a:buNone/>
              <a:defRPr sz="2100" b="1">
                <a:solidFill>
                  <a:srgbClr val="D64545"/>
                </a:solidFill>
                <a:latin typeface="Helvetica Neue"/>
                <a:ea typeface="Helvetica Neue"/>
                <a:cs typeface="Helvetica Neue"/>
              </a:defRPr>
            </a:lvl4pPr>
            <a:lvl5pPr algn="l">
              <a:buNone/>
              <a:defRPr sz="2100" b="1">
                <a:solidFill>
                  <a:srgbClr val="D64545"/>
                </a:solidFill>
                <a:latin typeface="Helvetica Neue"/>
                <a:ea typeface="Helvetica Neue"/>
                <a:cs typeface="Helvetica Neue"/>
              </a:defRPr>
            </a:lvl5pPr>
            <a:lvl6pPr algn="l">
              <a:buNone/>
              <a:defRPr sz="2100" b="1">
                <a:solidFill>
                  <a:srgbClr val="D64545"/>
                </a:solidFill>
                <a:latin typeface="Helvetica Neue"/>
                <a:ea typeface="Helvetica Neue"/>
                <a:cs typeface="Helvetica Neue"/>
              </a:defRPr>
            </a:lvl6pPr>
            <a:lvl7pPr algn="l">
              <a:buNone/>
              <a:defRPr sz="2100" b="1">
                <a:solidFill>
                  <a:srgbClr val="D64545"/>
                </a:solidFill>
                <a:latin typeface="Helvetica Neue"/>
                <a:ea typeface="Helvetica Neue"/>
                <a:cs typeface="Helvetica Neue"/>
              </a:defRPr>
            </a:lvl7pPr>
            <a:lvl8pPr algn="l">
              <a:buNone/>
              <a:defRPr sz="2100" b="1">
                <a:solidFill>
                  <a:srgbClr val="D64545"/>
                </a:solidFill>
                <a:latin typeface="Helvetica Neue"/>
                <a:ea typeface="Helvetica Neue"/>
                <a:cs typeface="Helvetica Neue"/>
              </a:defRPr>
            </a:lvl8pPr>
            <a:lvl9pPr algn="l">
              <a:buNone/>
              <a:defRPr sz="2100" b="1">
                <a:solidFill>
                  <a:srgbClr val="D64545"/>
                </a:solidFill>
                <a:latin typeface="Helvetica Neue"/>
                <a:ea typeface="Helvetica Neue"/>
                <a:cs typeface="Helvetica Neue"/>
              </a:defRPr>
            </a:lvl9pPr>
          </a:lstStyle>
          <a:p>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endParaRPr sz="2100" b="1">
              <a:solidFill>
                <a:srgbClr val="D64545"/>
              </a:solidFill>
              <a:latin typeface="Helvetica Neue"/>
              <a:ea typeface="Helvetica Neue"/>
              <a:cs typeface="Helvetica Neue"/>
            </a:endParaRPr>
          </a:p>
        </p:txBody>
      </p:sp>
      <p:sp>
        <p:nvSpPr>
          <p:cNvPr id="16" name="矩形 15"/>
          <p:cNvSpPr>
            <a:spLocks noGrp="1"/>
          </p:cNvSpPr>
          <p:nvPr/>
        </p:nvSpPr>
        <p:spPr>
          <a:xfrm>
            <a:off x="407670" y="5524500"/>
            <a:ext cx="5502910" cy="723900"/>
          </a:xfrm>
          <a:prstGeom prst="rect">
            <a:avLst/>
          </a:prstGeom>
          <a:noFill/>
          <a:ln w="0">
            <a:noFill/>
          </a:ln>
        </p:spPr>
        <p:txBody>
          <a:bodyPr anchor="ctr">
            <a:noAutofit/>
          </a:bodyPr>
          <a:lstStyle>
            <a:defPPr algn="l">
              <a:defRPr sz="1500" b="1">
                <a:solidFill>
                  <a:srgbClr val="159E9C"/>
                </a:solidFill>
                <a:latin typeface="Helvetica Neue"/>
                <a:ea typeface="Helvetica Neue"/>
                <a:cs typeface="Helvetica Neue"/>
              </a:defRPr>
            </a:defPPr>
            <a:lvl1pPr algn="l">
              <a:buNone/>
              <a:defRPr sz="1500" b="1">
                <a:solidFill>
                  <a:srgbClr val="159E9C"/>
                </a:solidFill>
                <a:latin typeface="Helvetica Neue"/>
                <a:ea typeface="Helvetica Neue"/>
                <a:cs typeface="Helvetica Neue"/>
              </a:defRPr>
            </a:lvl1pPr>
            <a:lvl2pPr algn="l">
              <a:buNone/>
              <a:defRPr sz="1500" b="1">
                <a:solidFill>
                  <a:srgbClr val="159E9C"/>
                </a:solidFill>
                <a:latin typeface="Helvetica Neue"/>
                <a:ea typeface="Helvetica Neue"/>
                <a:cs typeface="Helvetica Neue"/>
              </a:defRPr>
            </a:lvl2pPr>
            <a:lvl3pPr algn="l">
              <a:buNone/>
              <a:defRPr sz="1500" b="1">
                <a:solidFill>
                  <a:srgbClr val="159E9C"/>
                </a:solidFill>
                <a:latin typeface="Helvetica Neue"/>
                <a:ea typeface="Helvetica Neue"/>
                <a:cs typeface="Helvetica Neue"/>
              </a:defRPr>
            </a:lvl3pPr>
            <a:lvl4pPr algn="l">
              <a:buNone/>
              <a:defRPr sz="1500" b="1">
                <a:solidFill>
                  <a:srgbClr val="159E9C"/>
                </a:solidFill>
                <a:latin typeface="Helvetica Neue"/>
                <a:ea typeface="Helvetica Neue"/>
                <a:cs typeface="Helvetica Neue"/>
              </a:defRPr>
            </a:lvl4pPr>
            <a:lvl5pPr algn="l">
              <a:buNone/>
              <a:defRPr sz="1500" b="1">
                <a:solidFill>
                  <a:srgbClr val="159E9C"/>
                </a:solidFill>
                <a:latin typeface="Helvetica Neue"/>
                <a:ea typeface="Helvetica Neue"/>
                <a:cs typeface="Helvetica Neue"/>
              </a:defRPr>
            </a:lvl5pPr>
            <a:lvl6pPr algn="l">
              <a:buNone/>
              <a:defRPr sz="1500" b="1">
                <a:solidFill>
                  <a:srgbClr val="159E9C"/>
                </a:solidFill>
                <a:latin typeface="Helvetica Neue"/>
                <a:ea typeface="Helvetica Neue"/>
                <a:cs typeface="Helvetica Neue"/>
              </a:defRPr>
            </a:lvl6pPr>
            <a:lvl7pPr algn="l">
              <a:buNone/>
              <a:defRPr sz="1500" b="1">
                <a:solidFill>
                  <a:srgbClr val="159E9C"/>
                </a:solidFill>
                <a:latin typeface="Helvetica Neue"/>
                <a:ea typeface="Helvetica Neue"/>
                <a:cs typeface="Helvetica Neue"/>
              </a:defRPr>
            </a:lvl7pPr>
            <a:lvl8pPr algn="l">
              <a:buNone/>
              <a:defRPr sz="1500" b="1">
                <a:solidFill>
                  <a:srgbClr val="159E9C"/>
                </a:solidFill>
                <a:latin typeface="Helvetica Neue"/>
                <a:ea typeface="Helvetica Neue"/>
                <a:cs typeface="Helvetica Neue"/>
              </a:defRPr>
            </a:lvl8pPr>
            <a:lvl9pPr algn="l">
              <a:buNone/>
              <a:defRPr sz="1500" b="1">
                <a:solidFill>
                  <a:srgbClr val="159E9C"/>
                </a:solidFill>
                <a:latin typeface="Helvetica Neue"/>
                <a:ea typeface="Helvetica Neue"/>
                <a:cs typeface="Helvetica Neue"/>
              </a:defRPr>
            </a:lvl9pPr>
          </a:lstStyle>
          <a:p>
            <a:pPr algn="l">
              <a:buNone/>
              <a:defRPr sz="1500" b="1">
                <a:solidFill>
                  <a:srgbClr val="159E9C"/>
                </a:solidFill>
                <a:latin typeface="Helvetica Neue"/>
                <a:ea typeface="Helvetica Neue"/>
                <a:cs typeface="Helvetica Neue"/>
              </a:defRPr>
            </a:pPr>
            <a:r>
              <a:rPr lang="en-US" altLang="zh-CN" sz="1350" b="1">
                <a:solidFill>
                  <a:srgbClr val="159E9C"/>
                </a:solidFill>
                <a:latin typeface="Helvetica Neue"/>
                <a:ea typeface="Helvetica Neue"/>
                <a:cs typeface="Helvetica Neue"/>
              </a:rPr>
              <a:t>The Windows rerun completed successfully.</a:t>
            </a:r>
            <a:endParaRPr lang="en-US" altLang="zh-CN" sz="1350" b="1">
              <a:solidFill>
                <a:srgbClr val="159E9C"/>
              </a:solidFill>
              <a:latin typeface="Helvetica Neue"/>
              <a:ea typeface="Helvetica Neue"/>
              <a:cs typeface="Helvetica Neue"/>
            </a:endParaRPr>
          </a:p>
          <a:p>
            <a:pPr algn="l">
              <a:buNone/>
              <a:defRPr sz="1500" b="1">
                <a:solidFill>
                  <a:srgbClr val="159E9C"/>
                </a:solidFill>
                <a:latin typeface="Helvetica Neue"/>
                <a:ea typeface="Helvetica Neue"/>
                <a:cs typeface="Helvetica Neue"/>
              </a:defRPr>
            </a:pPr>
            <a:r>
              <a:rPr lang="en-US" altLang="zh-CN" sz="1350" b="1">
                <a:solidFill>
                  <a:srgbClr val="159E9C"/>
                </a:solidFill>
                <a:latin typeface="Helvetica Neue"/>
                <a:ea typeface="Helvetica Neue"/>
                <a:cs typeface="Helvetica Neue"/>
              </a:rPr>
              <a:t>But the numbers were different.</a:t>
            </a:r>
            <a:endParaRPr lang="en-US" altLang="zh-CN" sz="1350" b="1">
              <a:solidFill>
                <a:srgbClr val="159E9C"/>
              </a:solidFill>
              <a:latin typeface="Helvetica Neue"/>
              <a:ea typeface="Helvetica Neue"/>
              <a:cs typeface="Helvetica Neue"/>
            </a:endParaRPr>
          </a:p>
          <a:p>
            <a:pPr algn="l">
              <a:buNone/>
              <a:defRPr sz="1500" b="1">
                <a:solidFill>
                  <a:srgbClr val="159E9C"/>
                </a:solidFill>
                <a:latin typeface="Helvetica Neue"/>
                <a:ea typeface="Helvetica Neue"/>
                <a:cs typeface="Helvetica Neue"/>
              </a:defRPr>
            </a:pPr>
            <a:r>
              <a:rPr lang="en-US" altLang="zh-CN" sz="1350" b="1">
                <a:solidFill>
                  <a:srgbClr val="159E9C"/>
                </a:solidFill>
                <a:latin typeface="Helvetica Neue"/>
                <a:ea typeface="Helvetica Neue"/>
                <a:cs typeface="Helvetica Neue"/>
              </a:rPr>
              <a:t>The chart shows the reference results.</a:t>
            </a:r>
            <a:endParaRPr lang="en-US" altLang="zh-CN" sz="1350" b="1">
              <a:solidFill>
                <a:srgbClr val="159E9C"/>
              </a:solidFill>
              <a:latin typeface="Helvetica Neue"/>
              <a:ea typeface="Helvetica Neue"/>
              <a:cs typeface="Helvetica Neue"/>
            </a:endParaRPr>
          </a:p>
        </p:txBody>
      </p:sp>
      <p:sp>
        <p:nvSpPr>
          <p:cNvPr id="17" name="矩形 16"/>
          <p:cNvSpPr>
            <a:spLocks noGrp="1"/>
          </p:cNvSpPr>
          <p:nvPr/>
        </p:nvSpPr>
        <p:spPr>
          <a:xfrm>
            <a:off x="7040245" y="5461000"/>
            <a:ext cx="5163185" cy="879475"/>
          </a:xfrm>
          <a:prstGeom prst="rect">
            <a:avLst/>
          </a:prstGeom>
          <a:noFill/>
          <a:ln w="0">
            <a:noFill/>
          </a:ln>
        </p:spPr>
        <p:txBody>
          <a:bodyPr anchor="ctr">
            <a:noAutofit/>
          </a:bodyPr>
          <a:lstStyle>
            <a:defPPr algn="r">
              <a:defRPr sz="1350" b="1">
                <a:solidFill>
                  <a:srgbClr val="D64545"/>
                </a:solidFill>
                <a:latin typeface="Helvetica Neue"/>
                <a:ea typeface="Helvetica Neue"/>
                <a:cs typeface="Helvetica Neue"/>
              </a:defRPr>
            </a:defPPr>
            <a:lvl1pPr algn="r">
              <a:buNone/>
              <a:defRPr sz="1350" b="1">
                <a:solidFill>
                  <a:srgbClr val="D64545"/>
                </a:solidFill>
                <a:latin typeface="Helvetica Neue"/>
                <a:ea typeface="Helvetica Neue"/>
                <a:cs typeface="Helvetica Neue"/>
              </a:defRPr>
            </a:lvl1pPr>
            <a:lvl2pPr algn="r">
              <a:buNone/>
              <a:defRPr sz="1350" b="1">
                <a:solidFill>
                  <a:srgbClr val="D64545"/>
                </a:solidFill>
                <a:latin typeface="Helvetica Neue"/>
                <a:ea typeface="Helvetica Neue"/>
                <a:cs typeface="Helvetica Neue"/>
              </a:defRPr>
            </a:lvl2pPr>
            <a:lvl3pPr algn="r">
              <a:buNone/>
              <a:defRPr sz="1350" b="1">
                <a:solidFill>
                  <a:srgbClr val="D64545"/>
                </a:solidFill>
                <a:latin typeface="Helvetica Neue"/>
                <a:ea typeface="Helvetica Neue"/>
                <a:cs typeface="Helvetica Neue"/>
              </a:defRPr>
            </a:lvl3pPr>
            <a:lvl4pPr algn="r">
              <a:buNone/>
              <a:defRPr sz="1350" b="1">
                <a:solidFill>
                  <a:srgbClr val="D64545"/>
                </a:solidFill>
                <a:latin typeface="Helvetica Neue"/>
                <a:ea typeface="Helvetica Neue"/>
                <a:cs typeface="Helvetica Neue"/>
              </a:defRPr>
            </a:lvl4pPr>
            <a:lvl5pPr algn="r">
              <a:buNone/>
              <a:defRPr sz="1350" b="1">
                <a:solidFill>
                  <a:srgbClr val="D64545"/>
                </a:solidFill>
                <a:latin typeface="Helvetica Neue"/>
                <a:ea typeface="Helvetica Neue"/>
                <a:cs typeface="Helvetica Neue"/>
              </a:defRPr>
            </a:lvl5pPr>
            <a:lvl6pPr algn="r">
              <a:buNone/>
              <a:defRPr sz="1350" b="1">
                <a:solidFill>
                  <a:srgbClr val="D64545"/>
                </a:solidFill>
                <a:latin typeface="Helvetica Neue"/>
                <a:ea typeface="Helvetica Neue"/>
                <a:cs typeface="Helvetica Neue"/>
              </a:defRPr>
            </a:lvl6pPr>
            <a:lvl7pPr algn="r">
              <a:buNone/>
              <a:defRPr sz="1350" b="1">
                <a:solidFill>
                  <a:srgbClr val="D64545"/>
                </a:solidFill>
                <a:latin typeface="Helvetica Neue"/>
                <a:ea typeface="Helvetica Neue"/>
                <a:cs typeface="Helvetica Neue"/>
              </a:defRPr>
            </a:lvl7pPr>
            <a:lvl8pPr algn="r">
              <a:buNone/>
              <a:defRPr sz="1350" b="1">
                <a:solidFill>
                  <a:srgbClr val="D64545"/>
                </a:solidFill>
                <a:latin typeface="Helvetica Neue"/>
                <a:ea typeface="Helvetica Neue"/>
                <a:cs typeface="Helvetica Neue"/>
              </a:defRPr>
            </a:lvl8pPr>
            <a:lvl9pPr algn="r">
              <a:buNone/>
              <a:defRPr sz="1350" b="1">
                <a:solidFill>
                  <a:srgbClr val="D64545"/>
                </a:solidFill>
                <a:latin typeface="Helvetica Neue"/>
                <a:ea typeface="Helvetica Neue"/>
                <a:cs typeface="Helvetica Neue"/>
              </a:defRPr>
            </a:lvl9pPr>
          </a:lstStyle>
          <a:p>
            <a:pPr algn="l">
              <a:buNone/>
              <a:defRPr sz="1350" b="1">
                <a:solidFill>
                  <a:srgbClr val="D64545"/>
                </a:solidFill>
                <a:latin typeface="Helvetica Neue"/>
                <a:ea typeface="Helvetica Neue"/>
                <a:cs typeface="Helvetica Neue"/>
              </a:defRPr>
            </a:pPr>
            <a:r>
              <a:rPr lang="en-US" altLang="zh-CN" sz="1350" b="1">
                <a:solidFill>
                  <a:srgbClr val="D64545"/>
                </a:solidFill>
                <a:latin typeface="Helvetica Neue"/>
                <a:ea typeface="Helvetica Neue"/>
                <a:cs typeface="Helvetica Neue"/>
              </a:rPr>
              <a:t>Artificial periodic light raised the metric above the neutral control in all 12 real clips.</a:t>
            </a:r>
            <a:endParaRPr lang="en-US" altLang="zh-CN" sz="1350" b="1">
              <a:solidFill>
                <a:srgbClr val="D64545"/>
              </a:solidFill>
              <a:latin typeface="Helvetica Neue"/>
              <a:ea typeface="Helvetica Neue"/>
              <a:cs typeface="Helvetica Neue"/>
            </a:endParaRPr>
          </a:p>
          <a:p>
            <a:pPr algn="l">
              <a:buNone/>
              <a:defRPr sz="1350" b="1">
                <a:solidFill>
                  <a:srgbClr val="D64545"/>
                </a:solidFill>
                <a:latin typeface="Helvetica Neue"/>
                <a:ea typeface="Helvetica Neue"/>
                <a:cs typeface="Helvetica Neue"/>
              </a:defRPr>
            </a:pPr>
            <a:r>
              <a:rPr lang="en-US" altLang="zh-CN" sz="1350" b="1">
                <a:solidFill>
                  <a:srgbClr val="D64545"/>
                </a:solidFill>
                <a:latin typeface="Helvetica Neue"/>
                <a:ea typeface="Helvetica Neue"/>
                <a:cs typeface="Helvetica Neue"/>
              </a:rPr>
              <a:t>So this metric alone cannot identify an attack.</a:t>
            </a:r>
            <a:endParaRPr lang="en-US" altLang="zh-CN" sz="1350" b="1">
              <a:solidFill>
                <a:srgbClr val="D64545"/>
              </a:solidFill>
              <a:latin typeface="Helvetica Neue"/>
              <a:ea typeface="Helvetica Neue"/>
              <a:cs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323850"/>
            <a:ext cx="10334625" cy="533400"/>
          </a:xfrm>
          <a:prstGeom prst="rect">
            <a:avLst/>
          </a:prstGeom>
          <a:noFill/>
          <a:ln w="0">
            <a:noFill/>
          </a:ln>
        </p:spPr>
        <p:txBody>
          <a:bodyPr anchor="ctr">
            <a:noAutofit/>
          </a:bodyPr>
          <a:lstStyle>
            <a:defPPr algn="l">
              <a:defRPr sz="2550" b="1">
                <a:solidFill>
                  <a:srgbClr val="102A43"/>
                </a:solidFill>
                <a:latin typeface="Helvetica Neue"/>
                <a:ea typeface="Helvetica Neue"/>
                <a:cs typeface="Helvetica Neue"/>
              </a:defRPr>
            </a:defPPr>
            <a:lvl1pPr algn="l">
              <a:buNone/>
              <a:defRPr sz="2550" b="1">
                <a:solidFill>
                  <a:srgbClr val="102A43"/>
                </a:solidFill>
                <a:latin typeface="Helvetica Neue"/>
                <a:ea typeface="Helvetica Neue"/>
                <a:cs typeface="Helvetica Neue"/>
              </a:defRPr>
            </a:lvl1pPr>
            <a:lvl2pPr algn="l">
              <a:buNone/>
              <a:defRPr sz="2550" b="1">
                <a:solidFill>
                  <a:srgbClr val="102A43"/>
                </a:solidFill>
                <a:latin typeface="Helvetica Neue"/>
                <a:ea typeface="Helvetica Neue"/>
                <a:cs typeface="Helvetica Neue"/>
              </a:defRPr>
            </a:lvl2pPr>
            <a:lvl3pPr algn="l">
              <a:buNone/>
              <a:defRPr sz="2550" b="1">
                <a:solidFill>
                  <a:srgbClr val="102A43"/>
                </a:solidFill>
                <a:latin typeface="Helvetica Neue"/>
                <a:ea typeface="Helvetica Neue"/>
                <a:cs typeface="Helvetica Neue"/>
              </a:defRPr>
            </a:lvl3pPr>
            <a:lvl4pPr algn="l">
              <a:buNone/>
              <a:defRPr sz="2550" b="1">
                <a:solidFill>
                  <a:srgbClr val="102A43"/>
                </a:solidFill>
                <a:latin typeface="Helvetica Neue"/>
                <a:ea typeface="Helvetica Neue"/>
                <a:cs typeface="Helvetica Neue"/>
              </a:defRPr>
            </a:lvl4pPr>
            <a:lvl5pPr algn="l">
              <a:buNone/>
              <a:defRPr sz="2550" b="1">
                <a:solidFill>
                  <a:srgbClr val="102A43"/>
                </a:solidFill>
                <a:latin typeface="Helvetica Neue"/>
                <a:ea typeface="Helvetica Neue"/>
                <a:cs typeface="Helvetica Neue"/>
              </a:defRPr>
            </a:lvl5pPr>
            <a:lvl6pPr algn="l">
              <a:buNone/>
              <a:defRPr sz="2550" b="1">
                <a:solidFill>
                  <a:srgbClr val="102A43"/>
                </a:solidFill>
                <a:latin typeface="Helvetica Neue"/>
                <a:ea typeface="Helvetica Neue"/>
                <a:cs typeface="Helvetica Neue"/>
              </a:defRPr>
            </a:lvl6pPr>
            <a:lvl7pPr algn="l">
              <a:buNone/>
              <a:defRPr sz="2550" b="1">
                <a:solidFill>
                  <a:srgbClr val="102A43"/>
                </a:solidFill>
                <a:latin typeface="Helvetica Neue"/>
                <a:ea typeface="Helvetica Neue"/>
                <a:cs typeface="Helvetica Neue"/>
              </a:defRPr>
            </a:lvl7pPr>
            <a:lvl8pPr algn="l">
              <a:buNone/>
              <a:defRPr sz="2550" b="1">
                <a:solidFill>
                  <a:srgbClr val="102A43"/>
                </a:solidFill>
                <a:latin typeface="Helvetica Neue"/>
                <a:ea typeface="Helvetica Neue"/>
                <a:cs typeface="Helvetica Neue"/>
              </a:defRPr>
            </a:lvl8pPr>
            <a:lvl9pPr algn="l">
              <a:buNone/>
              <a:defRPr sz="2550" b="1">
                <a:solidFill>
                  <a:srgbClr val="102A43"/>
                </a:solidFill>
                <a:latin typeface="Helvetica Neue"/>
                <a:ea typeface="Helvetica Neue"/>
                <a:cs typeface="Helvetica Neue"/>
              </a:defRPr>
            </a:lvl9pPr>
          </a:lstStyle>
          <a:p>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endParaRPr sz="2550" b="1">
              <a:solidFill>
                <a:srgbClr val="102A43"/>
              </a:solidFill>
              <a:latin typeface="Helvetica Neue"/>
              <a:ea typeface="Helvetica Neue"/>
              <a:cs typeface="Helvetica Neue"/>
            </a:endParaRPr>
          </a:p>
        </p:txBody>
      </p:sp>
      <p:sp>
        <p:nvSpPr>
          <p:cNvPr id="2" name="矩形 1"/>
          <p:cNvSpPr>
            <a:spLocks noGrp="1"/>
          </p:cNvSpPr>
          <p:nvPr/>
        </p:nvSpPr>
        <p:spPr>
          <a:xfrm>
            <a:off x="11049000" y="371475"/>
            <a:ext cx="571500" cy="381000"/>
          </a:xfrm>
          <a:prstGeom prst="rect">
            <a:avLst/>
          </a:prstGeom>
          <a:noFill/>
          <a:ln w="0">
            <a:noFill/>
          </a:ln>
        </p:spPr>
        <p:txBody>
          <a:bodyPr anchor="ctr">
            <a:noAutofit/>
          </a:bodyPr>
          <a:lstStyle>
            <a:defPPr algn="r">
              <a:defRPr sz="1350" b="1">
                <a:solidFill>
                  <a:srgbClr val="2F6BFF"/>
                </a:solidFill>
                <a:latin typeface="Helvetica Neue"/>
                <a:ea typeface="Helvetica Neue"/>
                <a:cs typeface="Helvetica Neue"/>
              </a:defRPr>
            </a:defPPr>
            <a:lvl1pPr algn="r">
              <a:buNone/>
              <a:defRPr sz="1350" b="1">
                <a:solidFill>
                  <a:srgbClr val="2F6BFF"/>
                </a:solidFill>
                <a:latin typeface="Helvetica Neue"/>
                <a:ea typeface="Helvetica Neue"/>
                <a:cs typeface="Helvetica Neue"/>
              </a:defRPr>
            </a:lvl1pPr>
            <a:lvl2pPr algn="r">
              <a:buNone/>
              <a:defRPr sz="1350" b="1">
                <a:solidFill>
                  <a:srgbClr val="2F6BFF"/>
                </a:solidFill>
                <a:latin typeface="Helvetica Neue"/>
                <a:ea typeface="Helvetica Neue"/>
                <a:cs typeface="Helvetica Neue"/>
              </a:defRPr>
            </a:lvl2pPr>
            <a:lvl3pPr algn="r">
              <a:buNone/>
              <a:defRPr sz="1350" b="1">
                <a:solidFill>
                  <a:srgbClr val="2F6BFF"/>
                </a:solidFill>
                <a:latin typeface="Helvetica Neue"/>
                <a:ea typeface="Helvetica Neue"/>
                <a:cs typeface="Helvetica Neue"/>
              </a:defRPr>
            </a:lvl3pPr>
            <a:lvl4pPr algn="r">
              <a:buNone/>
              <a:defRPr sz="1350" b="1">
                <a:solidFill>
                  <a:srgbClr val="2F6BFF"/>
                </a:solidFill>
                <a:latin typeface="Helvetica Neue"/>
                <a:ea typeface="Helvetica Neue"/>
                <a:cs typeface="Helvetica Neue"/>
              </a:defRPr>
            </a:lvl4pPr>
            <a:lvl5pPr algn="r">
              <a:buNone/>
              <a:defRPr sz="1350" b="1">
                <a:solidFill>
                  <a:srgbClr val="2F6BFF"/>
                </a:solidFill>
                <a:latin typeface="Helvetica Neue"/>
                <a:ea typeface="Helvetica Neue"/>
                <a:cs typeface="Helvetica Neue"/>
              </a:defRPr>
            </a:lvl5pPr>
            <a:lvl6pPr algn="r">
              <a:buNone/>
              <a:defRPr sz="1350" b="1">
                <a:solidFill>
                  <a:srgbClr val="2F6BFF"/>
                </a:solidFill>
                <a:latin typeface="Helvetica Neue"/>
                <a:ea typeface="Helvetica Neue"/>
                <a:cs typeface="Helvetica Neue"/>
              </a:defRPr>
            </a:lvl6pPr>
            <a:lvl7pPr algn="r">
              <a:buNone/>
              <a:defRPr sz="1350" b="1">
                <a:solidFill>
                  <a:srgbClr val="2F6BFF"/>
                </a:solidFill>
                <a:latin typeface="Helvetica Neue"/>
                <a:ea typeface="Helvetica Neue"/>
                <a:cs typeface="Helvetica Neue"/>
              </a:defRPr>
            </a:lvl7pPr>
            <a:lvl8pPr algn="r">
              <a:buNone/>
              <a:defRPr sz="1350" b="1">
                <a:solidFill>
                  <a:srgbClr val="2F6BFF"/>
                </a:solidFill>
                <a:latin typeface="Helvetica Neue"/>
                <a:ea typeface="Helvetica Neue"/>
                <a:cs typeface="Helvetica Neue"/>
              </a:defRPr>
            </a:lvl8pPr>
            <a:lvl9pPr algn="r">
              <a:buNone/>
              <a:defRPr sz="1350" b="1">
                <a:solidFill>
                  <a:srgbClr val="2F6BFF"/>
                </a:solidFill>
                <a:latin typeface="Helvetica Neue"/>
                <a:ea typeface="Helvetica Neue"/>
                <a:cs typeface="Helvetica Neue"/>
              </a:defRPr>
            </a:lvl9pPr>
          </a:lstStyle>
          <a:p>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endParaRPr sz="1350" b="1">
              <a:solidFill>
                <a:srgbClr val="2F6BFF"/>
              </a:solidFill>
              <a:latin typeface="Helvetica Neue"/>
              <a:ea typeface="Helvetica Neue"/>
              <a:cs typeface="Helvetica Neue"/>
            </a:endParaRPr>
          </a:p>
        </p:txBody>
      </p:sp>
      <p:sp>
        <p:nvSpPr>
          <p:cNvPr id="3" name="矩形 2"/>
          <p:cNvSpPr>
            <a:spLocks noGrp="1"/>
          </p:cNvSpPr>
          <p:nvPr/>
        </p:nvSpPr>
        <p:spPr>
          <a:xfrm>
            <a:off x="609600" y="952500"/>
            <a:ext cx="11010900" cy="38100"/>
          </a:xfrm>
          <a:prstGeom prst="rect">
            <a:avLst/>
          </a:prstGeom>
          <a:solidFill>
            <a:srgbClr val="2F6BFF"/>
          </a:solidFill>
          <a:ln w="0">
            <a:noFill/>
          </a:ln>
        </p:spPr>
      </p:sp>
      <p:sp>
        <p:nvSpPr>
          <p:cNvPr id="4" name="矩形 3"/>
          <p:cNvSpPr>
            <a:spLocks noGrp="1"/>
          </p:cNvSpPr>
          <p:nvPr/>
        </p:nvSpPr>
        <p:spPr>
          <a:xfrm>
            <a:off x="609600" y="6496050"/>
            <a:ext cx="5334000" cy="209550"/>
          </a:xfrm>
          <a:prstGeom prst="rect">
            <a:avLst/>
          </a:prstGeom>
          <a:noFill/>
          <a:ln w="0">
            <a:noFill/>
          </a:ln>
        </p:spPr>
        <p:txBody>
          <a:bodyPr anchor="ctr">
            <a:noAutofit/>
          </a:bodyPr>
          <a:lstStyle>
            <a:defPPr algn="l">
              <a:defRPr sz="900" b="0">
                <a:solidFill>
                  <a:srgbClr val="627D98"/>
                </a:solidFill>
                <a:latin typeface="Helvetica Neue"/>
                <a:ea typeface="Helvetica Neue"/>
                <a:cs typeface="Helvetica Neue"/>
              </a:defRPr>
            </a:defPPr>
            <a:lvl1pPr algn="l">
              <a:buNone/>
              <a:defRPr sz="900" b="0">
                <a:solidFill>
                  <a:srgbClr val="627D98"/>
                </a:solidFill>
                <a:latin typeface="Helvetica Neue"/>
                <a:ea typeface="Helvetica Neue"/>
                <a:cs typeface="Helvetica Neue"/>
              </a:defRPr>
            </a:lvl1pPr>
            <a:lvl2pPr algn="l">
              <a:buNone/>
              <a:defRPr sz="900" b="0">
                <a:solidFill>
                  <a:srgbClr val="627D98"/>
                </a:solidFill>
                <a:latin typeface="Helvetica Neue"/>
                <a:ea typeface="Helvetica Neue"/>
                <a:cs typeface="Helvetica Neue"/>
              </a:defRPr>
            </a:lvl2pPr>
            <a:lvl3pPr algn="l">
              <a:buNone/>
              <a:defRPr sz="900" b="0">
                <a:solidFill>
                  <a:srgbClr val="627D98"/>
                </a:solidFill>
                <a:latin typeface="Helvetica Neue"/>
                <a:ea typeface="Helvetica Neue"/>
                <a:cs typeface="Helvetica Neue"/>
              </a:defRPr>
            </a:lvl3pPr>
            <a:lvl4pPr algn="l">
              <a:buNone/>
              <a:defRPr sz="900" b="0">
                <a:solidFill>
                  <a:srgbClr val="627D98"/>
                </a:solidFill>
                <a:latin typeface="Helvetica Neue"/>
                <a:ea typeface="Helvetica Neue"/>
                <a:cs typeface="Helvetica Neue"/>
              </a:defRPr>
            </a:lvl4pPr>
            <a:lvl5pPr algn="l">
              <a:buNone/>
              <a:defRPr sz="900" b="0">
                <a:solidFill>
                  <a:srgbClr val="627D98"/>
                </a:solidFill>
                <a:latin typeface="Helvetica Neue"/>
                <a:ea typeface="Helvetica Neue"/>
                <a:cs typeface="Helvetica Neue"/>
              </a:defRPr>
            </a:lvl5pPr>
            <a:lvl6pPr algn="l">
              <a:buNone/>
              <a:defRPr sz="900" b="0">
                <a:solidFill>
                  <a:srgbClr val="627D98"/>
                </a:solidFill>
                <a:latin typeface="Helvetica Neue"/>
                <a:ea typeface="Helvetica Neue"/>
                <a:cs typeface="Helvetica Neue"/>
              </a:defRPr>
            </a:lvl6pPr>
            <a:lvl7pPr algn="l">
              <a:buNone/>
              <a:defRPr sz="900" b="0">
                <a:solidFill>
                  <a:srgbClr val="627D98"/>
                </a:solidFill>
                <a:latin typeface="Helvetica Neue"/>
                <a:ea typeface="Helvetica Neue"/>
                <a:cs typeface="Helvetica Neue"/>
              </a:defRPr>
            </a:lvl7pPr>
            <a:lvl8pPr algn="l">
              <a:buNone/>
              <a:defRPr sz="900" b="0">
                <a:solidFill>
                  <a:srgbClr val="627D98"/>
                </a:solidFill>
                <a:latin typeface="Helvetica Neue"/>
                <a:ea typeface="Helvetica Neue"/>
                <a:cs typeface="Helvetica Neue"/>
              </a:defRPr>
            </a:lvl8pPr>
            <a:lvl9pPr algn="l">
              <a:buNone/>
              <a:defRPr sz="900" b="0">
                <a:solidFill>
                  <a:srgbClr val="627D98"/>
                </a:solidFill>
                <a:latin typeface="Helvetica Neue"/>
                <a:ea typeface="Helvetica Neue"/>
                <a:cs typeface="Helvetica Neue"/>
              </a:defRPr>
            </a:lvl9pPr>
          </a:lstStyle>
          <a:p>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endParaRPr sz="900" b="0">
              <a:solidFill>
                <a:srgbClr val="627D98"/>
              </a:solidFill>
              <a:latin typeface="Helvetica Neue"/>
              <a:ea typeface="Helvetica Neue"/>
              <a:cs typeface="Helvetica Neue"/>
            </a:endParaRPr>
          </a:p>
        </p:txBody>
      </p:sp>
      <p:sp>
        <p:nvSpPr>
          <p:cNvPr id="5" name="矩形 4"/>
          <p:cNvSpPr>
            <a:spLocks noGrp="1"/>
          </p:cNvSpPr>
          <p:nvPr/>
        </p:nvSpPr>
        <p:spPr>
          <a:xfrm>
            <a:off x="10191750" y="6496050"/>
            <a:ext cx="1428750" cy="209550"/>
          </a:xfrm>
          <a:prstGeom prst="rect">
            <a:avLst/>
          </a:prstGeom>
          <a:noFill/>
          <a:ln w="0">
            <a:noFill/>
          </a:ln>
        </p:spPr>
        <p:txBody>
          <a:bodyPr anchor="ctr">
            <a:noAutofit/>
          </a:bodyPr>
          <a:lstStyle>
            <a:defPPr algn="r">
              <a:defRPr sz="900" b="0">
                <a:solidFill>
                  <a:srgbClr val="627D98"/>
                </a:solidFill>
                <a:latin typeface="Helvetica Neue"/>
                <a:ea typeface="Helvetica Neue"/>
                <a:cs typeface="Helvetica Neue"/>
              </a:defRPr>
            </a:defPPr>
            <a:lvl1pPr algn="r">
              <a:buNone/>
              <a:defRPr sz="900" b="0">
                <a:solidFill>
                  <a:srgbClr val="627D98"/>
                </a:solidFill>
                <a:latin typeface="Helvetica Neue"/>
                <a:ea typeface="Helvetica Neue"/>
                <a:cs typeface="Helvetica Neue"/>
              </a:defRPr>
            </a:lvl1pPr>
            <a:lvl2pPr algn="r">
              <a:buNone/>
              <a:defRPr sz="900" b="0">
                <a:solidFill>
                  <a:srgbClr val="627D98"/>
                </a:solidFill>
                <a:latin typeface="Helvetica Neue"/>
                <a:ea typeface="Helvetica Neue"/>
                <a:cs typeface="Helvetica Neue"/>
              </a:defRPr>
            </a:lvl2pPr>
            <a:lvl3pPr algn="r">
              <a:buNone/>
              <a:defRPr sz="900" b="0">
                <a:solidFill>
                  <a:srgbClr val="627D98"/>
                </a:solidFill>
                <a:latin typeface="Helvetica Neue"/>
                <a:ea typeface="Helvetica Neue"/>
                <a:cs typeface="Helvetica Neue"/>
              </a:defRPr>
            </a:lvl3pPr>
            <a:lvl4pPr algn="r">
              <a:buNone/>
              <a:defRPr sz="900" b="0">
                <a:solidFill>
                  <a:srgbClr val="627D98"/>
                </a:solidFill>
                <a:latin typeface="Helvetica Neue"/>
                <a:ea typeface="Helvetica Neue"/>
                <a:cs typeface="Helvetica Neue"/>
              </a:defRPr>
            </a:lvl4pPr>
            <a:lvl5pPr algn="r">
              <a:buNone/>
              <a:defRPr sz="900" b="0">
                <a:solidFill>
                  <a:srgbClr val="627D98"/>
                </a:solidFill>
                <a:latin typeface="Helvetica Neue"/>
                <a:ea typeface="Helvetica Neue"/>
                <a:cs typeface="Helvetica Neue"/>
              </a:defRPr>
            </a:lvl5pPr>
            <a:lvl6pPr algn="r">
              <a:buNone/>
              <a:defRPr sz="900" b="0">
                <a:solidFill>
                  <a:srgbClr val="627D98"/>
                </a:solidFill>
                <a:latin typeface="Helvetica Neue"/>
                <a:ea typeface="Helvetica Neue"/>
                <a:cs typeface="Helvetica Neue"/>
              </a:defRPr>
            </a:lvl6pPr>
            <a:lvl7pPr algn="r">
              <a:buNone/>
              <a:defRPr sz="900" b="0">
                <a:solidFill>
                  <a:srgbClr val="627D98"/>
                </a:solidFill>
                <a:latin typeface="Helvetica Neue"/>
                <a:ea typeface="Helvetica Neue"/>
                <a:cs typeface="Helvetica Neue"/>
              </a:defRPr>
            </a:lvl7pPr>
            <a:lvl8pPr algn="r">
              <a:buNone/>
              <a:defRPr sz="900" b="0">
                <a:solidFill>
                  <a:srgbClr val="627D98"/>
                </a:solidFill>
                <a:latin typeface="Helvetica Neue"/>
                <a:ea typeface="Helvetica Neue"/>
                <a:cs typeface="Helvetica Neue"/>
              </a:defRPr>
            </a:lvl8pPr>
            <a:lvl9pPr algn="r">
              <a:buNone/>
              <a:defRPr sz="900" b="0">
                <a:solidFill>
                  <a:srgbClr val="627D98"/>
                </a:solidFill>
                <a:latin typeface="Helvetica Neue"/>
                <a:ea typeface="Helvetica Neue"/>
                <a:cs typeface="Helvetica Neue"/>
              </a:defRPr>
            </a:lvl9pPr>
          </a:lstStyle>
          <a:p>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endParaRPr sz="900" b="0">
              <a:solidFill>
                <a:srgbClr val="627D98"/>
              </a:solidFill>
              <a:latin typeface="Helvetica Neue"/>
              <a:ea typeface="Helvetica Neue"/>
              <a:cs typeface="Helvetica Neue"/>
            </a:endParaRPr>
          </a:p>
        </p:txBody>
      </p:sp>
      <p:sp>
        <p:nvSpPr>
          <p:cNvPr id="6" name="矩形 5"/>
          <p:cNvSpPr>
            <a:spLocks noGrp="1"/>
          </p:cNvSpPr>
          <p:nvPr/>
        </p:nvSpPr>
        <p:spPr>
          <a:xfrm>
            <a:off x="762000" y="1428750"/>
            <a:ext cx="4381500" cy="438150"/>
          </a:xfrm>
          <a:prstGeom prst="rect">
            <a:avLst/>
          </a:prstGeom>
          <a:noFill/>
          <a:ln w="0">
            <a:noFill/>
          </a:ln>
        </p:spPr>
        <p:txBody>
          <a:bodyPr anchor="ctr">
            <a:noAutofit/>
          </a:bodyPr>
          <a:lstStyle>
            <a:defPPr algn="l">
              <a:defRPr sz="2250" b="1">
                <a:solidFill>
                  <a:srgbClr val="159E9C"/>
                </a:solidFill>
                <a:latin typeface="Helvetica Neue"/>
                <a:ea typeface="Helvetica Neue"/>
                <a:cs typeface="Helvetica Neue"/>
              </a:defRPr>
            </a:defPPr>
            <a:lvl1pPr algn="l">
              <a:buNone/>
              <a:defRPr sz="2250" b="1">
                <a:solidFill>
                  <a:srgbClr val="159E9C"/>
                </a:solidFill>
                <a:latin typeface="Helvetica Neue"/>
                <a:ea typeface="Helvetica Neue"/>
                <a:cs typeface="Helvetica Neue"/>
              </a:defRPr>
            </a:lvl1pPr>
            <a:lvl2pPr algn="l">
              <a:buNone/>
              <a:defRPr sz="2250" b="1">
                <a:solidFill>
                  <a:srgbClr val="159E9C"/>
                </a:solidFill>
                <a:latin typeface="Helvetica Neue"/>
                <a:ea typeface="Helvetica Neue"/>
                <a:cs typeface="Helvetica Neue"/>
              </a:defRPr>
            </a:lvl2pPr>
            <a:lvl3pPr algn="l">
              <a:buNone/>
              <a:defRPr sz="2250" b="1">
                <a:solidFill>
                  <a:srgbClr val="159E9C"/>
                </a:solidFill>
                <a:latin typeface="Helvetica Neue"/>
                <a:ea typeface="Helvetica Neue"/>
                <a:cs typeface="Helvetica Neue"/>
              </a:defRPr>
            </a:lvl3pPr>
            <a:lvl4pPr algn="l">
              <a:buNone/>
              <a:defRPr sz="2250" b="1">
                <a:solidFill>
                  <a:srgbClr val="159E9C"/>
                </a:solidFill>
                <a:latin typeface="Helvetica Neue"/>
                <a:ea typeface="Helvetica Neue"/>
                <a:cs typeface="Helvetica Neue"/>
              </a:defRPr>
            </a:lvl4pPr>
            <a:lvl5pPr algn="l">
              <a:buNone/>
              <a:defRPr sz="2250" b="1">
                <a:solidFill>
                  <a:srgbClr val="159E9C"/>
                </a:solidFill>
                <a:latin typeface="Helvetica Neue"/>
                <a:ea typeface="Helvetica Neue"/>
                <a:cs typeface="Helvetica Neue"/>
              </a:defRPr>
            </a:lvl5pPr>
            <a:lvl6pPr algn="l">
              <a:buNone/>
              <a:defRPr sz="2250" b="1">
                <a:solidFill>
                  <a:srgbClr val="159E9C"/>
                </a:solidFill>
                <a:latin typeface="Helvetica Neue"/>
                <a:ea typeface="Helvetica Neue"/>
                <a:cs typeface="Helvetica Neue"/>
              </a:defRPr>
            </a:lvl6pPr>
            <a:lvl7pPr algn="l">
              <a:buNone/>
              <a:defRPr sz="2250" b="1">
                <a:solidFill>
                  <a:srgbClr val="159E9C"/>
                </a:solidFill>
                <a:latin typeface="Helvetica Neue"/>
                <a:ea typeface="Helvetica Neue"/>
                <a:cs typeface="Helvetica Neue"/>
              </a:defRPr>
            </a:lvl7pPr>
            <a:lvl8pPr algn="l">
              <a:buNone/>
              <a:defRPr sz="2250" b="1">
                <a:solidFill>
                  <a:srgbClr val="159E9C"/>
                </a:solidFill>
                <a:latin typeface="Helvetica Neue"/>
                <a:ea typeface="Helvetica Neue"/>
                <a:cs typeface="Helvetica Neue"/>
              </a:defRPr>
            </a:lvl8pPr>
            <a:lvl9pPr algn="l">
              <a:buNone/>
              <a:defRPr sz="2250" b="1">
                <a:solidFill>
                  <a:srgbClr val="159E9C"/>
                </a:solidFill>
                <a:latin typeface="Helvetica Neue"/>
                <a:ea typeface="Helvetica Neue"/>
                <a:cs typeface="Helvetica Neue"/>
              </a:defRPr>
            </a:lvl9pPr>
          </a:lstStyle>
          <a:p>
            <a:pPr algn="l">
              <a:buNone/>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Strategy A: mouth motion</a:t>
            </a:r>
            <a:endParaRPr sz="2250" b="1">
              <a:solidFill>
                <a:srgbClr val="159E9C"/>
              </a:solidFill>
              <a:latin typeface="Helvetica Neue"/>
              <a:ea typeface="Helvetica Neue"/>
              <a:cs typeface="Helvetica Neue"/>
            </a:endParaRPr>
          </a:p>
        </p:txBody>
      </p:sp>
      <p:sp>
        <p:nvSpPr>
          <p:cNvPr id="7" name="矩形 6"/>
          <p:cNvSpPr>
            <a:spLocks noGrp="1"/>
          </p:cNvSpPr>
          <p:nvPr/>
        </p:nvSpPr>
        <p:spPr>
          <a:xfrm>
            <a:off x="762000" y="2047875"/>
            <a:ext cx="4572000" cy="762000"/>
          </a:xfrm>
          <a:prstGeom prst="rect">
            <a:avLst/>
          </a:prstGeom>
          <a:noFill/>
          <a:ln w="0">
            <a:noFill/>
          </a:ln>
        </p:spPr>
        <p:txBody>
          <a:bodyPr anchor="t">
            <a:noAutofit/>
          </a:bodyPr>
          <a:lstStyle>
            <a:defPPr algn="l">
              <a:defRPr sz="1725" b="1">
                <a:solidFill>
                  <a:srgbClr val="102A43"/>
                </a:solidFill>
                <a:latin typeface="Helvetica Neue"/>
                <a:ea typeface="Helvetica Neue"/>
                <a:cs typeface="Helvetica Neue"/>
              </a:defRPr>
            </a:defPPr>
            <a:lvl1pPr algn="l">
              <a:buNone/>
              <a:defRPr sz="1725" b="1">
                <a:solidFill>
                  <a:srgbClr val="102A43"/>
                </a:solidFill>
                <a:latin typeface="Helvetica Neue"/>
                <a:ea typeface="Helvetica Neue"/>
                <a:cs typeface="Helvetica Neue"/>
              </a:defRPr>
            </a:lvl1pPr>
            <a:lvl2pPr algn="l">
              <a:buNone/>
              <a:defRPr sz="1725" b="1">
                <a:solidFill>
                  <a:srgbClr val="102A43"/>
                </a:solidFill>
                <a:latin typeface="Helvetica Neue"/>
                <a:ea typeface="Helvetica Neue"/>
                <a:cs typeface="Helvetica Neue"/>
              </a:defRPr>
            </a:lvl2pPr>
            <a:lvl3pPr algn="l">
              <a:buNone/>
              <a:defRPr sz="1725" b="1">
                <a:solidFill>
                  <a:srgbClr val="102A43"/>
                </a:solidFill>
                <a:latin typeface="Helvetica Neue"/>
                <a:ea typeface="Helvetica Neue"/>
                <a:cs typeface="Helvetica Neue"/>
              </a:defRPr>
            </a:lvl3pPr>
            <a:lvl4pPr algn="l">
              <a:buNone/>
              <a:defRPr sz="1725" b="1">
                <a:solidFill>
                  <a:srgbClr val="102A43"/>
                </a:solidFill>
                <a:latin typeface="Helvetica Neue"/>
                <a:ea typeface="Helvetica Neue"/>
                <a:cs typeface="Helvetica Neue"/>
              </a:defRPr>
            </a:lvl4pPr>
            <a:lvl5pPr algn="l">
              <a:buNone/>
              <a:defRPr sz="1725" b="1">
                <a:solidFill>
                  <a:srgbClr val="102A43"/>
                </a:solidFill>
                <a:latin typeface="Helvetica Neue"/>
                <a:ea typeface="Helvetica Neue"/>
                <a:cs typeface="Helvetica Neue"/>
              </a:defRPr>
            </a:lvl5pPr>
            <a:lvl6pPr algn="l">
              <a:buNone/>
              <a:defRPr sz="1725" b="1">
                <a:solidFill>
                  <a:srgbClr val="102A43"/>
                </a:solidFill>
                <a:latin typeface="Helvetica Neue"/>
                <a:ea typeface="Helvetica Neue"/>
                <a:cs typeface="Helvetica Neue"/>
              </a:defRPr>
            </a:lvl6pPr>
            <a:lvl7pPr algn="l">
              <a:buNone/>
              <a:defRPr sz="1725" b="1">
                <a:solidFill>
                  <a:srgbClr val="102A43"/>
                </a:solidFill>
                <a:latin typeface="Helvetica Neue"/>
                <a:ea typeface="Helvetica Neue"/>
                <a:cs typeface="Helvetica Neue"/>
              </a:defRPr>
            </a:lvl7pPr>
            <a:lvl8pPr algn="l">
              <a:buNone/>
              <a:defRPr sz="1725" b="1">
                <a:solidFill>
                  <a:srgbClr val="102A43"/>
                </a:solidFill>
                <a:latin typeface="Helvetica Neue"/>
                <a:ea typeface="Helvetica Neue"/>
                <a:cs typeface="Helvetica Neue"/>
              </a:defRPr>
            </a:lvl8pPr>
            <a:lvl9pPr algn="l">
              <a:buNone/>
              <a:defRPr sz="1725" b="1">
                <a:solidFill>
                  <a:srgbClr val="102A43"/>
                </a:solidFill>
                <a:latin typeface="Helvetica Neue"/>
                <a:ea typeface="Helvetica Neue"/>
                <a:cs typeface="Helvetica Neue"/>
              </a:defRPr>
            </a:lvl9pPr>
          </a:lstStyle>
          <a:p>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Global lip dynamics were most stable on new segments</a:t>
            </a:r>
            <a:endParaRPr sz="1725" b="1">
              <a:solidFill>
                <a:srgbClr val="102A43"/>
              </a:solidFill>
              <a:latin typeface="Helvetica Neue"/>
              <a:ea typeface="Helvetica Neue"/>
              <a:cs typeface="Helvetica Neue"/>
            </a:endParaRPr>
          </a:p>
        </p:txBody>
      </p:sp>
      <p:sp>
        <p:nvSpPr>
          <p:cNvPr id="8" name="矩形 7"/>
          <p:cNvSpPr>
            <a:spLocks noGrp="1"/>
          </p:cNvSpPr>
          <p:nvPr/>
        </p:nvSpPr>
        <p:spPr>
          <a:xfrm>
            <a:off x="762000" y="3095625"/>
            <a:ext cx="4762500" cy="1190625"/>
          </a:xfrm>
          <a:prstGeom prst="rect">
            <a:avLst/>
          </a:prstGeom>
          <a:noFill/>
          <a:ln w="0">
            <a:noFill/>
          </a:ln>
        </p:spPr>
        <p:txBody>
          <a:bodyPr anchor="t">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New-pair mean: F1 0.762, AUROC 0.843</a:t>
            </a:r>
            <a:endParaRPr sz="1500" b="0">
              <a:solidFill>
                <a:srgbClr val="243B53"/>
              </a:solidFill>
              <a:latin typeface="Helvetica Neue"/>
              <a:ea typeface="Helvetica Neue"/>
              <a:cs typeface="Helvetica Neue"/>
            </a:endParaRPr>
          </a:p>
          <a:p>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Compact window: 0.677, 0.739</a:t>
            </a:r>
            <a:endParaRPr sz="1500" b="0">
              <a:solidFill>
                <a:srgbClr val="243B53"/>
              </a:solidFill>
              <a:latin typeface="Helvetica Neue"/>
              <a:ea typeface="Helvetica Neue"/>
              <a:cs typeface="Helvetica Neue"/>
            </a:endParaRPr>
          </a:p>
          <a:p>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Weak viseme: 0.600, 0.671</a:t>
            </a:r>
            <a:endParaRPr sz="1500" b="0">
              <a:solidFill>
                <a:srgbClr val="243B53"/>
              </a:solidFill>
              <a:latin typeface="Helvetica Neue"/>
              <a:ea typeface="Helvetica Neue"/>
              <a:cs typeface="Helvetica Neue"/>
            </a:endParaRPr>
          </a:p>
        </p:txBody>
      </p:sp>
      <p:sp>
        <p:nvSpPr>
          <p:cNvPr id="9" name="直接连接符 8"/>
          <p:cNvSpPr>
            <a:spLocks noGrp="1"/>
          </p:cNvSpPr>
          <p:nvPr/>
        </p:nvSpPr>
        <p:spPr>
          <a:xfrm>
            <a:off x="6096000" y="1428750"/>
            <a:ext cx="0" cy="3333750"/>
          </a:xfrm>
          <a:prstGeom prst="line">
            <a:avLst/>
          </a:prstGeom>
          <a:noFill/>
          <a:ln w="19050">
            <a:solidFill>
              <a:srgbClr val="D9E2EC"/>
            </a:solidFill>
          </a:ln>
        </p:spPr>
      </p:sp>
      <p:sp>
        <p:nvSpPr>
          <p:cNvPr id="10" name="矩形 9"/>
          <p:cNvSpPr>
            <a:spLocks noGrp="1"/>
          </p:cNvSpPr>
          <p:nvPr/>
        </p:nvSpPr>
        <p:spPr>
          <a:xfrm>
            <a:off x="6858000" y="1428750"/>
            <a:ext cx="4381500" cy="438150"/>
          </a:xfrm>
          <a:prstGeom prst="rect">
            <a:avLst/>
          </a:prstGeom>
          <a:noFill/>
          <a:ln w="0">
            <a:noFill/>
          </a:ln>
        </p:spPr>
        <p:txBody>
          <a:bodyPr anchor="ctr">
            <a:noAutofit/>
          </a:bodyPr>
          <a:lstStyle>
            <a:defPPr algn="l">
              <a:defRPr sz="2250" b="1">
                <a:solidFill>
                  <a:srgbClr val="D64545"/>
                </a:solidFill>
                <a:latin typeface="Helvetica Neue"/>
                <a:ea typeface="Helvetica Neue"/>
                <a:cs typeface="Helvetica Neue"/>
              </a:defRPr>
            </a:defPPr>
            <a:lvl1pPr algn="l">
              <a:buNone/>
              <a:defRPr sz="2250" b="1">
                <a:solidFill>
                  <a:srgbClr val="D64545"/>
                </a:solidFill>
                <a:latin typeface="Helvetica Neue"/>
                <a:ea typeface="Helvetica Neue"/>
                <a:cs typeface="Helvetica Neue"/>
              </a:defRPr>
            </a:lvl1pPr>
            <a:lvl2pPr algn="l">
              <a:buNone/>
              <a:defRPr sz="2250" b="1">
                <a:solidFill>
                  <a:srgbClr val="D64545"/>
                </a:solidFill>
                <a:latin typeface="Helvetica Neue"/>
                <a:ea typeface="Helvetica Neue"/>
                <a:cs typeface="Helvetica Neue"/>
              </a:defRPr>
            </a:lvl2pPr>
            <a:lvl3pPr algn="l">
              <a:buNone/>
              <a:defRPr sz="2250" b="1">
                <a:solidFill>
                  <a:srgbClr val="D64545"/>
                </a:solidFill>
                <a:latin typeface="Helvetica Neue"/>
                <a:ea typeface="Helvetica Neue"/>
                <a:cs typeface="Helvetica Neue"/>
              </a:defRPr>
            </a:lvl3pPr>
            <a:lvl4pPr algn="l">
              <a:buNone/>
              <a:defRPr sz="2250" b="1">
                <a:solidFill>
                  <a:srgbClr val="D64545"/>
                </a:solidFill>
                <a:latin typeface="Helvetica Neue"/>
                <a:ea typeface="Helvetica Neue"/>
                <a:cs typeface="Helvetica Neue"/>
              </a:defRPr>
            </a:lvl4pPr>
            <a:lvl5pPr algn="l">
              <a:buNone/>
              <a:defRPr sz="2250" b="1">
                <a:solidFill>
                  <a:srgbClr val="D64545"/>
                </a:solidFill>
                <a:latin typeface="Helvetica Neue"/>
                <a:ea typeface="Helvetica Neue"/>
                <a:cs typeface="Helvetica Neue"/>
              </a:defRPr>
            </a:lvl5pPr>
            <a:lvl6pPr algn="l">
              <a:buNone/>
              <a:defRPr sz="2250" b="1">
                <a:solidFill>
                  <a:srgbClr val="D64545"/>
                </a:solidFill>
                <a:latin typeface="Helvetica Neue"/>
                <a:ea typeface="Helvetica Neue"/>
                <a:cs typeface="Helvetica Neue"/>
              </a:defRPr>
            </a:lvl6pPr>
            <a:lvl7pPr algn="l">
              <a:buNone/>
              <a:defRPr sz="2250" b="1">
                <a:solidFill>
                  <a:srgbClr val="D64545"/>
                </a:solidFill>
                <a:latin typeface="Helvetica Neue"/>
                <a:ea typeface="Helvetica Neue"/>
                <a:cs typeface="Helvetica Neue"/>
              </a:defRPr>
            </a:lvl7pPr>
            <a:lvl8pPr algn="l">
              <a:buNone/>
              <a:defRPr sz="2250" b="1">
                <a:solidFill>
                  <a:srgbClr val="D64545"/>
                </a:solidFill>
                <a:latin typeface="Helvetica Neue"/>
                <a:ea typeface="Helvetica Neue"/>
                <a:cs typeface="Helvetica Neue"/>
              </a:defRPr>
            </a:lvl8pPr>
            <a:lvl9pPr algn="l">
              <a:buNone/>
              <a:defRPr sz="2250" b="1">
                <a:solidFill>
                  <a:srgbClr val="D64545"/>
                </a:solidFill>
                <a:latin typeface="Helvetica Neue"/>
                <a:ea typeface="Helvetica Neue"/>
                <a:cs typeface="Helvetica Neue"/>
              </a:defRPr>
            </a:lvl9pPr>
          </a:lstStyle>
          <a:p>
            <a:pPr algn="l">
              <a:buNone/>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Strategy B: colour traces</a:t>
            </a:r>
            <a:endParaRPr sz="2250" b="1">
              <a:solidFill>
                <a:srgbClr val="D64545"/>
              </a:solidFill>
              <a:latin typeface="Helvetica Neue"/>
              <a:ea typeface="Helvetica Neue"/>
              <a:cs typeface="Helvetica Neue"/>
            </a:endParaRPr>
          </a:p>
        </p:txBody>
      </p:sp>
      <p:sp>
        <p:nvSpPr>
          <p:cNvPr id="11" name="矩形 10"/>
          <p:cNvSpPr>
            <a:spLocks noGrp="1"/>
          </p:cNvSpPr>
          <p:nvPr/>
        </p:nvSpPr>
        <p:spPr>
          <a:xfrm>
            <a:off x="6858000" y="2047875"/>
            <a:ext cx="4572000" cy="762000"/>
          </a:xfrm>
          <a:prstGeom prst="rect">
            <a:avLst/>
          </a:prstGeom>
          <a:noFill/>
          <a:ln w="0">
            <a:noFill/>
          </a:ln>
        </p:spPr>
        <p:txBody>
          <a:bodyPr anchor="t">
            <a:noAutofit/>
          </a:bodyPr>
          <a:lstStyle>
            <a:defPPr algn="l">
              <a:defRPr sz="1725" b="1">
                <a:solidFill>
                  <a:srgbClr val="102A43"/>
                </a:solidFill>
                <a:latin typeface="Helvetica Neue"/>
                <a:ea typeface="Helvetica Neue"/>
                <a:cs typeface="Helvetica Neue"/>
              </a:defRPr>
            </a:defPPr>
            <a:lvl1pPr algn="l">
              <a:buNone/>
              <a:defRPr sz="1725" b="1">
                <a:solidFill>
                  <a:srgbClr val="102A43"/>
                </a:solidFill>
                <a:latin typeface="Helvetica Neue"/>
                <a:ea typeface="Helvetica Neue"/>
                <a:cs typeface="Helvetica Neue"/>
              </a:defRPr>
            </a:lvl1pPr>
            <a:lvl2pPr algn="l">
              <a:buNone/>
              <a:defRPr sz="1725" b="1">
                <a:solidFill>
                  <a:srgbClr val="102A43"/>
                </a:solidFill>
                <a:latin typeface="Helvetica Neue"/>
                <a:ea typeface="Helvetica Neue"/>
                <a:cs typeface="Helvetica Neue"/>
              </a:defRPr>
            </a:lvl2pPr>
            <a:lvl3pPr algn="l">
              <a:buNone/>
              <a:defRPr sz="1725" b="1">
                <a:solidFill>
                  <a:srgbClr val="102A43"/>
                </a:solidFill>
                <a:latin typeface="Helvetica Neue"/>
                <a:ea typeface="Helvetica Neue"/>
                <a:cs typeface="Helvetica Neue"/>
              </a:defRPr>
            </a:lvl3pPr>
            <a:lvl4pPr algn="l">
              <a:buNone/>
              <a:defRPr sz="1725" b="1">
                <a:solidFill>
                  <a:srgbClr val="102A43"/>
                </a:solidFill>
                <a:latin typeface="Helvetica Neue"/>
                <a:ea typeface="Helvetica Neue"/>
                <a:cs typeface="Helvetica Neue"/>
              </a:defRPr>
            </a:lvl4pPr>
            <a:lvl5pPr algn="l">
              <a:buNone/>
              <a:defRPr sz="1725" b="1">
                <a:solidFill>
                  <a:srgbClr val="102A43"/>
                </a:solidFill>
                <a:latin typeface="Helvetica Neue"/>
                <a:ea typeface="Helvetica Neue"/>
                <a:cs typeface="Helvetica Neue"/>
              </a:defRPr>
            </a:lvl5pPr>
            <a:lvl6pPr algn="l">
              <a:buNone/>
              <a:defRPr sz="1725" b="1">
                <a:solidFill>
                  <a:srgbClr val="102A43"/>
                </a:solidFill>
                <a:latin typeface="Helvetica Neue"/>
                <a:ea typeface="Helvetica Neue"/>
                <a:cs typeface="Helvetica Neue"/>
              </a:defRPr>
            </a:lvl6pPr>
            <a:lvl7pPr algn="l">
              <a:buNone/>
              <a:defRPr sz="1725" b="1">
                <a:solidFill>
                  <a:srgbClr val="102A43"/>
                </a:solidFill>
                <a:latin typeface="Helvetica Neue"/>
                <a:ea typeface="Helvetica Neue"/>
                <a:cs typeface="Helvetica Neue"/>
              </a:defRPr>
            </a:lvl7pPr>
            <a:lvl8pPr algn="l">
              <a:buNone/>
              <a:defRPr sz="1725" b="1">
                <a:solidFill>
                  <a:srgbClr val="102A43"/>
                </a:solidFill>
                <a:latin typeface="Helvetica Neue"/>
                <a:ea typeface="Helvetica Neue"/>
                <a:cs typeface="Helvetica Neue"/>
              </a:defRPr>
            </a:lvl8pPr>
            <a:lvl9pPr algn="l">
              <a:buNone/>
              <a:defRPr sz="1725" b="1">
                <a:solidFill>
                  <a:srgbClr val="102A43"/>
                </a:solidFill>
                <a:latin typeface="Helvetica Neue"/>
                <a:ea typeface="Helvetica Neue"/>
                <a:cs typeface="Helvetica Neue"/>
              </a:defRPr>
            </a:lvl9pPr>
          </a:lstStyle>
          <a:p>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 strong 1.2 Hz trace survives three transformations in one pair</a:t>
            </a:r>
            <a:endParaRPr sz="1725" b="1">
              <a:solidFill>
                <a:srgbClr val="102A43"/>
              </a:solidFill>
              <a:latin typeface="Helvetica Neue"/>
              <a:ea typeface="Helvetica Neue"/>
              <a:cs typeface="Helvetica Neue"/>
            </a:endParaRPr>
          </a:p>
        </p:txBody>
      </p:sp>
      <p:sp>
        <p:nvSpPr>
          <p:cNvPr id="12" name="矩形 11"/>
          <p:cNvSpPr>
            <a:spLocks noGrp="1"/>
          </p:cNvSpPr>
          <p:nvPr/>
        </p:nvSpPr>
        <p:spPr>
          <a:xfrm>
            <a:off x="6858000" y="3095625"/>
            <a:ext cx="4572000" cy="1095375"/>
          </a:xfrm>
          <a:prstGeom prst="rect">
            <a:avLst/>
          </a:prstGeom>
          <a:noFill/>
          <a:ln w="0">
            <a:noFill/>
          </a:ln>
        </p:spPr>
        <p:txBody>
          <a:bodyPr anchor="t">
            <a:noAutofit/>
          </a:bodyPr>
          <a:lstStyle>
            <a:defPPr algn="l">
              <a:defRPr sz="1500" b="0">
                <a:solidFill>
                  <a:srgbClr val="243B53"/>
                </a:solidFill>
                <a:latin typeface="Helvetica Neue"/>
                <a:ea typeface="Helvetica Neue"/>
                <a:cs typeface="Helvetica Neue"/>
              </a:defRPr>
            </a:defPPr>
            <a:lvl1pPr algn="l">
              <a:buNone/>
              <a:defRPr sz="1500" b="0">
                <a:solidFill>
                  <a:srgbClr val="243B53"/>
                </a:solidFill>
                <a:latin typeface="Helvetica Neue"/>
                <a:ea typeface="Helvetica Neue"/>
                <a:cs typeface="Helvetica Neue"/>
              </a:defRPr>
            </a:lvl1pPr>
            <a:lvl2pPr algn="l">
              <a:buNone/>
              <a:defRPr sz="1500" b="0">
                <a:solidFill>
                  <a:srgbClr val="243B53"/>
                </a:solidFill>
                <a:latin typeface="Helvetica Neue"/>
                <a:ea typeface="Helvetica Neue"/>
                <a:cs typeface="Helvetica Neue"/>
              </a:defRPr>
            </a:lvl2pPr>
            <a:lvl3pPr algn="l">
              <a:buNone/>
              <a:defRPr sz="1500" b="0">
                <a:solidFill>
                  <a:srgbClr val="243B53"/>
                </a:solidFill>
                <a:latin typeface="Helvetica Neue"/>
                <a:ea typeface="Helvetica Neue"/>
                <a:cs typeface="Helvetica Neue"/>
              </a:defRPr>
            </a:lvl3pPr>
            <a:lvl4pPr algn="l">
              <a:buNone/>
              <a:defRPr sz="1500" b="0">
                <a:solidFill>
                  <a:srgbClr val="243B53"/>
                </a:solidFill>
                <a:latin typeface="Helvetica Neue"/>
                <a:ea typeface="Helvetica Neue"/>
                <a:cs typeface="Helvetica Neue"/>
              </a:defRPr>
            </a:lvl4pPr>
            <a:lvl5pPr algn="l">
              <a:buNone/>
              <a:defRPr sz="1500" b="0">
                <a:solidFill>
                  <a:srgbClr val="243B53"/>
                </a:solidFill>
                <a:latin typeface="Helvetica Neue"/>
                <a:ea typeface="Helvetica Neue"/>
                <a:cs typeface="Helvetica Neue"/>
              </a:defRPr>
            </a:lvl5pPr>
            <a:lvl6pPr algn="l">
              <a:buNone/>
              <a:defRPr sz="1500" b="0">
                <a:solidFill>
                  <a:srgbClr val="243B53"/>
                </a:solidFill>
                <a:latin typeface="Helvetica Neue"/>
                <a:ea typeface="Helvetica Neue"/>
                <a:cs typeface="Helvetica Neue"/>
              </a:defRPr>
            </a:lvl6pPr>
            <a:lvl7pPr algn="l">
              <a:buNone/>
              <a:defRPr sz="1500" b="0">
                <a:solidFill>
                  <a:srgbClr val="243B53"/>
                </a:solidFill>
                <a:latin typeface="Helvetica Neue"/>
                <a:ea typeface="Helvetica Neue"/>
                <a:cs typeface="Helvetica Neue"/>
              </a:defRPr>
            </a:lvl7pPr>
            <a:lvl8pPr algn="l">
              <a:buNone/>
              <a:defRPr sz="1500" b="0">
                <a:solidFill>
                  <a:srgbClr val="243B53"/>
                </a:solidFill>
                <a:latin typeface="Helvetica Neue"/>
                <a:ea typeface="Helvetica Neue"/>
                <a:cs typeface="Helvetica Neue"/>
              </a:defRPr>
            </a:lvl8pPr>
            <a:lvl9pPr algn="l">
              <a:buNone/>
              <a:defRPr sz="1500" b="0">
                <a:solidFill>
                  <a:srgbClr val="243B53"/>
                </a:solidFill>
                <a:latin typeface="Helvetica Neue"/>
                <a:ea typeface="Helvetica Neue"/>
                <a:cs typeface="Helvetica Neue"/>
              </a:defRPr>
            </a:lvl9pPr>
          </a:lstStyle>
          <a:p>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one attacked pair plus codec and synthetic-light controls.</a:t>
            </a:r>
            <a:endParaRPr sz="1500" b="0">
              <a:solidFill>
                <a:srgbClr val="243B53"/>
              </a:solidFill>
              <a:latin typeface="Helvetica Neue"/>
              <a:ea typeface="Helvetica Neue"/>
              <a:cs typeface="Helvetica Neue"/>
            </a:endParaRPr>
          </a:p>
          <a:p>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Scope limit: the frequency metric is not attack-specific.</a:t>
            </a:r>
            <a:endParaRPr sz="1500" b="0">
              <a:solidFill>
                <a:srgbClr val="243B53"/>
              </a:solidFill>
              <a:latin typeface="Helvetica Neue"/>
              <a:ea typeface="Helvetica Neue"/>
              <a:cs typeface="Helvetica Neue"/>
            </a:endParaRPr>
          </a:p>
        </p:txBody>
      </p:sp>
      <p:sp>
        <p:nvSpPr>
          <p:cNvPr id="13" name="矩形 12"/>
          <p:cNvSpPr>
            <a:spLocks noGrp="1"/>
          </p:cNvSpPr>
          <p:nvPr/>
        </p:nvSpPr>
        <p:spPr>
          <a:xfrm>
            <a:off x="762000" y="5095875"/>
            <a:ext cx="10668000" cy="857250"/>
          </a:xfrm>
          <a:prstGeom prst="rect">
            <a:avLst/>
          </a:prstGeom>
          <a:solidFill>
            <a:srgbClr val="102A43"/>
          </a:solidFill>
          <a:ln w="0">
            <a:noFill/>
          </a:ln>
        </p:spPr>
      </p:sp>
      <p:sp>
        <p:nvSpPr>
          <p:cNvPr id="14" name="矩形 13"/>
          <p:cNvSpPr>
            <a:spLocks noGrp="1"/>
          </p:cNvSpPr>
          <p:nvPr/>
        </p:nvSpPr>
        <p:spPr>
          <a:xfrm>
            <a:off x="1047750" y="5219700"/>
            <a:ext cx="2857500" cy="323850"/>
          </a:xfrm>
          <a:prstGeom prst="rect">
            <a:avLst/>
          </a:prstGeom>
          <a:noFill/>
          <a:ln w="0">
            <a:noFill/>
          </a:ln>
        </p:spPr>
        <p:txBody>
          <a:bodyPr anchor="ctr">
            <a:noAutofit/>
          </a:bodyPr>
          <a:lstStyle>
            <a:defPPr algn="l">
              <a:defRPr sz="1500" b="1">
                <a:solidFill>
                  <a:srgbClr val="159E9C"/>
                </a:solidFill>
                <a:latin typeface="Helvetica Neue"/>
                <a:ea typeface="Helvetica Neue"/>
                <a:cs typeface="Helvetica Neue"/>
              </a:defRPr>
            </a:defPPr>
            <a:lvl1pPr algn="l">
              <a:buNone/>
              <a:defRPr sz="1500" b="1">
                <a:solidFill>
                  <a:srgbClr val="159E9C"/>
                </a:solidFill>
                <a:latin typeface="Helvetica Neue"/>
                <a:ea typeface="Helvetica Neue"/>
                <a:cs typeface="Helvetica Neue"/>
              </a:defRPr>
            </a:lvl1pPr>
            <a:lvl2pPr algn="l">
              <a:buNone/>
              <a:defRPr sz="1500" b="1">
                <a:solidFill>
                  <a:srgbClr val="159E9C"/>
                </a:solidFill>
                <a:latin typeface="Helvetica Neue"/>
                <a:ea typeface="Helvetica Neue"/>
                <a:cs typeface="Helvetica Neue"/>
              </a:defRPr>
            </a:lvl2pPr>
            <a:lvl3pPr algn="l">
              <a:buNone/>
              <a:defRPr sz="1500" b="1">
                <a:solidFill>
                  <a:srgbClr val="159E9C"/>
                </a:solidFill>
                <a:latin typeface="Helvetica Neue"/>
                <a:ea typeface="Helvetica Neue"/>
                <a:cs typeface="Helvetica Neue"/>
              </a:defRPr>
            </a:lvl3pPr>
            <a:lvl4pPr algn="l">
              <a:buNone/>
              <a:defRPr sz="1500" b="1">
                <a:solidFill>
                  <a:srgbClr val="159E9C"/>
                </a:solidFill>
                <a:latin typeface="Helvetica Neue"/>
                <a:ea typeface="Helvetica Neue"/>
                <a:cs typeface="Helvetica Neue"/>
              </a:defRPr>
            </a:lvl4pPr>
            <a:lvl5pPr algn="l">
              <a:buNone/>
              <a:defRPr sz="1500" b="1">
                <a:solidFill>
                  <a:srgbClr val="159E9C"/>
                </a:solidFill>
                <a:latin typeface="Helvetica Neue"/>
                <a:ea typeface="Helvetica Neue"/>
                <a:cs typeface="Helvetica Neue"/>
              </a:defRPr>
            </a:lvl5pPr>
            <a:lvl6pPr algn="l">
              <a:buNone/>
              <a:defRPr sz="1500" b="1">
                <a:solidFill>
                  <a:srgbClr val="159E9C"/>
                </a:solidFill>
                <a:latin typeface="Helvetica Neue"/>
                <a:ea typeface="Helvetica Neue"/>
                <a:cs typeface="Helvetica Neue"/>
              </a:defRPr>
            </a:lvl6pPr>
            <a:lvl7pPr algn="l">
              <a:buNone/>
              <a:defRPr sz="1500" b="1">
                <a:solidFill>
                  <a:srgbClr val="159E9C"/>
                </a:solidFill>
                <a:latin typeface="Helvetica Neue"/>
                <a:ea typeface="Helvetica Neue"/>
                <a:cs typeface="Helvetica Neue"/>
              </a:defRPr>
            </a:lvl7pPr>
            <a:lvl8pPr algn="l">
              <a:buNone/>
              <a:defRPr sz="1500" b="1">
                <a:solidFill>
                  <a:srgbClr val="159E9C"/>
                </a:solidFill>
                <a:latin typeface="Helvetica Neue"/>
                <a:ea typeface="Helvetica Neue"/>
                <a:cs typeface="Helvetica Neue"/>
              </a:defRPr>
            </a:lvl8pPr>
            <a:lvl9pPr algn="l">
              <a:buNone/>
              <a:defRPr sz="1500" b="1">
                <a:solidFill>
                  <a:srgbClr val="159E9C"/>
                </a:solidFill>
                <a:latin typeface="Helvetica Neue"/>
                <a:ea typeface="Helvetica Neue"/>
                <a:cs typeface="Helvetica Neue"/>
              </a:defRPr>
            </a:lvl9pPr>
          </a:lstStyle>
          <a:p>
            <a:pPr algn="l">
              <a:buNone/>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Integrated Light response</a:t>
            </a:r>
            <a:endParaRPr sz="1500" b="1">
              <a:solidFill>
                <a:srgbClr val="159E9C"/>
              </a:solidFill>
              <a:latin typeface="Helvetica Neue"/>
              <a:ea typeface="Helvetica Neue"/>
              <a:cs typeface="Helvetica Neue"/>
            </a:endParaRPr>
          </a:p>
        </p:txBody>
      </p:sp>
      <p:sp>
        <p:nvSpPr>
          <p:cNvPr id="15" name="矩形 14"/>
          <p:cNvSpPr>
            <a:spLocks noGrp="1"/>
          </p:cNvSpPr>
          <p:nvPr/>
        </p:nvSpPr>
        <p:spPr>
          <a:xfrm>
            <a:off x="3869055" y="5191125"/>
            <a:ext cx="7469505" cy="596265"/>
          </a:xfrm>
          <a:prstGeom prst="rect">
            <a:avLst/>
          </a:prstGeom>
          <a:noFill/>
          <a:ln w="0">
            <a:noFill/>
          </a:ln>
        </p:spPr>
        <p:txBody>
          <a:bodyPr anchor="ctr">
            <a:noAutofit/>
          </a:bodyPr>
          <a:lstStyle>
            <a:defPPr algn="ctr">
              <a:defRPr sz="1725" b="1">
                <a:solidFill>
                  <a:srgbClr val="FFFFFF"/>
                </a:solidFill>
                <a:latin typeface="Helvetica Neue"/>
                <a:ea typeface="Helvetica Neue"/>
                <a:cs typeface="Helvetica Neue"/>
              </a:defRPr>
            </a:defPPr>
            <a:lvl1pPr algn="ctr">
              <a:buNone/>
              <a:defRPr sz="1725" b="1">
                <a:solidFill>
                  <a:srgbClr val="FFFFFF"/>
                </a:solidFill>
                <a:latin typeface="Helvetica Neue"/>
                <a:ea typeface="Helvetica Neue"/>
                <a:cs typeface="Helvetica Neue"/>
              </a:defRPr>
            </a:lvl1pPr>
            <a:lvl2pPr algn="ctr">
              <a:buNone/>
              <a:defRPr sz="1725" b="1">
                <a:solidFill>
                  <a:srgbClr val="FFFFFF"/>
                </a:solidFill>
                <a:latin typeface="Helvetica Neue"/>
                <a:ea typeface="Helvetica Neue"/>
                <a:cs typeface="Helvetica Neue"/>
              </a:defRPr>
            </a:lvl2pPr>
            <a:lvl3pPr algn="ctr">
              <a:buNone/>
              <a:defRPr sz="1725" b="1">
                <a:solidFill>
                  <a:srgbClr val="FFFFFF"/>
                </a:solidFill>
                <a:latin typeface="Helvetica Neue"/>
                <a:ea typeface="Helvetica Neue"/>
                <a:cs typeface="Helvetica Neue"/>
              </a:defRPr>
            </a:lvl3pPr>
            <a:lvl4pPr algn="ctr">
              <a:buNone/>
              <a:defRPr sz="1725" b="1">
                <a:solidFill>
                  <a:srgbClr val="FFFFFF"/>
                </a:solidFill>
                <a:latin typeface="Helvetica Neue"/>
                <a:ea typeface="Helvetica Neue"/>
                <a:cs typeface="Helvetica Neue"/>
              </a:defRPr>
            </a:lvl4pPr>
            <a:lvl5pPr algn="ctr">
              <a:buNone/>
              <a:defRPr sz="1725" b="1">
                <a:solidFill>
                  <a:srgbClr val="FFFFFF"/>
                </a:solidFill>
                <a:latin typeface="Helvetica Neue"/>
                <a:ea typeface="Helvetica Neue"/>
                <a:cs typeface="Helvetica Neue"/>
              </a:defRPr>
            </a:lvl5pPr>
            <a:lvl6pPr algn="ctr">
              <a:buNone/>
              <a:defRPr sz="1725" b="1">
                <a:solidFill>
                  <a:srgbClr val="FFFFFF"/>
                </a:solidFill>
                <a:latin typeface="Helvetica Neue"/>
                <a:ea typeface="Helvetica Neue"/>
                <a:cs typeface="Helvetica Neue"/>
              </a:defRPr>
            </a:lvl6pPr>
            <a:lvl7pPr algn="ctr">
              <a:buNone/>
              <a:defRPr sz="1725" b="1">
                <a:solidFill>
                  <a:srgbClr val="FFFFFF"/>
                </a:solidFill>
                <a:latin typeface="Helvetica Neue"/>
                <a:ea typeface="Helvetica Neue"/>
                <a:cs typeface="Helvetica Neue"/>
              </a:defRPr>
            </a:lvl7pPr>
            <a:lvl8pPr algn="ctr">
              <a:buNone/>
              <a:defRPr sz="1725" b="1">
                <a:solidFill>
                  <a:srgbClr val="FFFFFF"/>
                </a:solidFill>
                <a:latin typeface="Helvetica Neue"/>
                <a:ea typeface="Helvetica Neue"/>
                <a:cs typeface="Helvetica Neue"/>
              </a:defRPr>
            </a:lvl8pPr>
            <a:lvl9pPr algn="ctr">
              <a:buNone/>
              <a:defRPr sz="1725" b="1">
                <a:solidFill>
                  <a:srgbClr val="FFFFFF"/>
                </a:solidFill>
                <a:latin typeface="Helvetica Neue"/>
                <a:ea typeface="Helvetica Neue"/>
                <a:cs typeface="Helvetica Neue"/>
              </a:defRPr>
            </a:lvl9pPr>
          </a:lstStyle>
          <a:p>
            <a:pPr algn="l">
              <a:buNone/>
              <a:defRPr sz="1725" b="1">
                <a:solidFill>
                  <a:srgbClr val="FFFFFF"/>
                </a:solidFill>
                <a:latin typeface="Helvetica Neue"/>
                <a:ea typeface="Helvetica Neue"/>
                <a:cs typeface="Helvetica Neue"/>
              </a:defRPr>
            </a:pPr>
            <a:r>
              <a:rPr lang="en-US" altLang="zh-CN" sz="1725" b="1">
                <a:solidFill>
                  <a:srgbClr val="FFFFFF"/>
                </a:solidFill>
                <a:latin typeface="Helvetica Neue"/>
                <a:ea typeface="Helvetica Neue"/>
                <a:cs typeface="Helvetica Neue"/>
              </a:rPr>
              <a:t>We report the two methods separately.</a:t>
            </a:r>
            <a:endParaRPr lang="en-US" altLang="zh-CN" sz="1725" b="1">
              <a:solidFill>
                <a:srgbClr val="FFFFFF"/>
              </a:solidFill>
              <a:latin typeface="Helvetica Neue"/>
              <a:ea typeface="Helvetica Neue"/>
              <a:cs typeface="Helvetica Neue"/>
            </a:endParaRPr>
          </a:p>
          <a:p>
            <a:pPr algn="l">
              <a:buNone/>
              <a:defRPr sz="1725" b="1">
                <a:solidFill>
                  <a:srgbClr val="FFFFFF"/>
                </a:solidFill>
                <a:latin typeface="Helvetica Neue"/>
                <a:ea typeface="Helvetica Neue"/>
                <a:cs typeface="Helvetica Neue"/>
              </a:defRPr>
            </a:pPr>
            <a:r>
              <a:rPr lang="en-US" altLang="zh-CN" sz="1725" b="1">
                <a:solidFill>
                  <a:srgbClr val="FFFFFF"/>
                </a:solidFill>
                <a:latin typeface="Helvetica Neue"/>
                <a:ea typeface="Helvetica Neue"/>
                <a:cs typeface="Helvetica Neue"/>
              </a:rPr>
              <a:t>One attacked pair is not enough to train a reliable fusion model.</a:t>
            </a:r>
            <a:endParaRPr lang="en-US" altLang="zh-CN" sz="1725" b="1">
              <a:solidFill>
                <a:srgbClr val="FFFFFF"/>
              </a:solidFill>
              <a:latin typeface="Helvetica Neue"/>
              <a:ea typeface="Helvetica Neue"/>
              <a:cs typeface="Helvetica Neue"/>
            </a:endParaRPr>
          </a:p>
        </p:txBody>
      </p:sp>
      <p:sp>
        <p:nvSpPr>
          <p:cNvPr id="16" name="矩形 15"/>
          <p:cNvSpPr>
            <a:spLocks noGrp="1"/>
          </p:cNvSpPr>
          <p:nvPr/>
        </p:nvSpPr>
        <p:spPr>
          <a:xfrm>
            <a:off x="1571625" y="6057900"/>
            <a:ext cx="9525000" cy="304800"/>
          </a:xfrm>
          <a:prstGeom prst="rect">
            <a:avLst/>
          </a:prstGeom>
          <a:noFill/>
          <a:ln w="0">
            <a:noFill/>
          </a:ln>
        </p:spPr>
        <p:txBody>
          <a:bodyPr anchor="ctr">
            <a:noAutofit/>
          </a:bodyPr>
          <a:lstStyle>
            <a:defPPr algn="ctr">
              <a:defRPr sz="1425" b="1">
                <a:solidFill>
                  <a:srgbClr val="2F6BFF"/>
                </a:solidFill>
                <a:latin typeface="Helvetica Neue"/>
                <a:ea typeface="Helvetica Neue"/>
                <a:cs typeface="Helvetica Neue"/>
              </a:defRPr>
            </a:defPPr>
            <a:lvl1pPr algn="ctr">
              <a:buNone/>
              <a:defRPr sz="1425" b="1">
                <a:solidFill>
                  <a:srgbClr val="2F6BFF"/>
                </a:solidFill>
                <a:latin typeface="Helvetica Neue"/>
                <a:ea typeface="Helvetica Neue"/>
                <a:cs typeface="Helvetica Neue"/>
              </a:defRPr>
            </a:lvl1pPr>
            <a:lvl2pPr algn="ctr">
              <a:buNone/>
              <a:defRPr sz="1425" b="1">
                <a:solidFill>
                  <a:srgbClr val="2F6BFF"/>
                </a:solidFill>
                <a:latin typeface="Helvetica Neue"/>
                <a:ea typeface="Helvetica Neue"/>
                <a:cs typeface="Helvetica Neue"/>
              </a:defRPr>
            </a:lvl2pPr>
            <a:lvl3pPr algn="ctr">
              <a:buNone/>
              <a:defRPr sz="1425" b="1">
                <a:solidFill>
                  <a:srgbClr val="2F6BFF"/>
                </a:solidFill>
                <a:latin typeface="Helvetica Neue"/>
                <a:ea typeface="Helvetica Neue"/>
                <a:cs typeface="Helvetica Neue"/>
              </a:defRPr>
            </a:lvl3pPr>
            <a:lvl4pPr algn="ctr">
              <a:buNone/>
              <a:defRPr sz="1425" b="1">
                <a:solidFill>
                  <a:srgbClr val="2F6BFF"/>
                </a:solidFill>
                <a:latin typeface="Helvetica Neue"/>
                <a:ea typeface="Helvetica Neue"/>
                <a:cs typeface="Helvetica Neue"/>
              </a:defRPr>
            </a:lvl4pPr>
            <a:lvl5pPr algn="ctr">
              <a:buNone/>
              <a:defRPr sz="1425" b="1">
                <a:solidFill>
                  <a:srgbClr val="2F6BFF"/>
                </a:solidFill>
                <a:latin typeface="Helvetica Neue"/>
                <a:ea typeface="Helvetica Neue"/>
                <a:cs typeface="Helvetica Neue"/>
              </a:defRPr>
            </a:lvl5pPr>
            <a:lvl6pPr algn="ctr">
              <a:buNone/>
              <a:defRPr sz="1425" b="1">
                <a:solidFill>
                  <a:srgbClr val="2F6BFF"/>
                </a:solidFill>
                <a:latin typeface="Helvetica Neue"/>
                <a:ea typeface="Helvetica Neue"/>
                <a:cs typeface="Helvetica Neue"/>
              </a:defRPr>
            </a:lvl6pPr>
            <a:lvl7pPr algn="ctr">
              <a:buNone/>
              <a:defRPr sz="1425" b="1">
                <a:solidFill>
                  <a:srgbClr val="2F6BFF"/>
                </a:solidFill>
                <a:latin typeface="Helvetica Neue"/>
                <a:ea typeface="Helvetica Neue"/>
                <a:cs typeface="Helvetica Neue"/>
              </a:defRPr>
            </a:lvl7pPr>
            <a:lvl8pPr algn="ctr">
              <a:buNone/>
              <a:defRPr sz="1425" b="1">
                <a:solidFill>
                  <a:srgbClr val="2F6BFF"/>
                </a:solidFill>
                <a:latin typeface="Helvetica Neue"/>
                <a:ea typeface="Helvetica Neue"/>
                <a:cs typeface="Helvetica Neue"/>
              </a:defRPr>
            </a:lvl8pPr>
            <a:lvl9pPr algn="ctr">
              <a:buNone/>
              <a:defRPr sz="1425" b="1">
                <a:solidFill>
                  <a:srgbClr val="2F6BFF"/>
                </a:solidFill>
                <a:latin typeface="Helvetica Neue"/>
                <a:ea typeface="Helvetica Neue"/>
                <a:cs typeface="Helvetica Neue"/>
              </a:defRPr>
            </a:lvl9pPr>
          </a:lstStyle>
          <a:p>
            <a:pPr algn="ctr">
              <a:buNone/>
              <a:defRPr sz="1425" b="1">
                <a:solidFill>
                  <a:srgbClr val="2F6BFF"/>
                </a:solidFill>
                <a:latin typeface="Helvetica Neue"/>
                <a:ea typeface="Helvetica Neue"/>
                <a:cs typeface="Helvetica Neue"/>
              </a:defRPr>
            </a:pPr>
            <a:r>
              <a:rPr lang="en-US" altLang="zh-CN" sz="1350" b="1">
                <a:solidFill>
                  <a:srgbClr val="2F6BFF"/>
                </a:solidFill>
                <a:latin typeface="Helvetica Neue"/>
                <a:ea typeface="Helvetica Neue"/>
                <a:cs typeface="Helvetica Neue"/>
              </a:rPr>
              <a:t>Next, test more people and natural lighting.</a:t>
            </a:r>
            <a:endParaRPr lang="en-US" altLang="zh-CN" sz="1350" b="1">
              <a:solidFill>
                <a:srgbClr val="2F6BFF"/>
              </a:solidFill>
              <a:latin typeface="Helvetica Neue"/>
              <a:ea typeface="Helvetica Neue"/>
              <a:cs typeface="Helvetica Neue"/>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4619</Words>
  <Application>WPS 演示</Application>
  <PresentationFormat>Converted Presentation</PresentationFormat>
  <Paragraphs>329</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宋体</vt:lpstr>
      <vt:lpstr>Wingdings</vt:lpstr>
      <vt:lpstr>Helvetica Neue</vt:lpstr>
      <vt:lpstr>微软雅黑</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王王</cp:lastModifiedBy>
  <cp:revision>2</cp:revision>
  <dcterms:created xsi:type="dcterms:W3CDTF">2026-10-21T11:19:00Z</dcterms:created>
  <dcterms:modified xsi:type="dcterms:W3CDTF">2026-10-21T14:27:32Z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12725BA3ADE14865B39BAFE1A2BDC752_12</vt:lpwstr>
  </property>
</Properties>
</file>