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c2ee2ca35c45ee" /><Relationship Type="http://schemas.openxmlformats.org/officeDocument/2006/relationships/extended-properties" Target="/docProps/app.xml" Id="Rdcde8ed4abca41d6" /><Relationship Type="http://schemas.openxmlformats.org/officeDocument/2006/relationships/officeDocument" Target="/ppt/presentation.xml" Id="R2f65d7ce53cf49f0" /></Relationships>
</file>

<file path=ppt/presentation.xml><?xml version="1.0" encoding="utf-8"?>
<p:presentation xmlns:p="http://schemas.openxmlformats.org/presentationml/2006/main">
  <p:sldMasterIdLst>
    <p:sldMasterId xmlns:r="http://schemas.openxmlformats.org/officeDocument/2006/relationships" id="2147483648" r:id="Rd1e089701bb64d45"/>
  </p:sldMasterIdLst>
  <p:notesMasterIdLst>
    <p:notesMasterId xmlns:r="http://schemas.openxmlformats.org/officeDocument/2006/relationships" r:id="R2214b9538ebc4087"/>
  </p:notesMasterIdLst>
  <p:sldIdLst>
    <p:sldId xmlns:r="http://schemas.openxmlformats.org/officeDocument/2006/relationships" id="256" r:id="R07712ffdf7b64412"/>
    <p:sldId xmlns:r="http://schemas.openxmlformats.org/officeDocument/2006/relationships" id="257" r:id="R13c048abd1e9442e"/>
    <p:sldId xmlns:r="http://schemas.openxmlformats.org/officeDocument/2006/relationships" id="258" r:id="R088c582401ec477b"/>
    <p:sldId xmlns:r="http://schemas.openxmlformats.org/officeDocument/2006/relationships" id="259" r:id="R87c2af77b95d4057"/>
    <p:sldId xmlns:r="http://schemas.openxmlformats.org/officeDocument/2006/relationships" id="260" r:id="Rccbfa08caabf43ad"/>
    <p:sldId xmlns:r="http://schemas.openxmlformats.org/officeDocument/2006/relationships" id="261" r:id="R9168513432204f33"/>
    <p:sldId xmlns:r="http://schemas.openxmlformats.org/officeDocument/2006/relationships" id="262" r:id="R04365b433f1f46d5"/>
    <p:sldId xmlns:r="http://schemas.openxmlformats.org/officeDocument/2006/relationships" id="263" r:id="R9059a059e4584a86"/>
    <p:sldId xmlns:r="http://schemas.openxmlformats.org/officeDocument/2006/relationships" id="264" r:id="Re77c0c58edb641c1"/>
    <p:sldId xmlns:r="http://schemas.openxmlformats.org/officeDocument/2006/relationships" id="265" r:id="R892f61e5145e4edc"/>
    <p:sldId xmlns:r="http://schemas.openxmlformats.org/officeDocument/2006/relationships" id="266" r:id="R2250215b90d84c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641ef307ec4c51" /><Relationship Type="http://schemas.openxmlformats.org/officeDocument/2006/relationships/slideMaster" Target="/ppt/slideMasters/slideMaster1.xml" Id="Rd1e089701bb64d45" /><Relationship Type="http://schemas.openxmlformats.org/officeDocument/2006/relationships/notesMaster" Target="/ppt/notesMasters/notesMaster1.xml" Id="R2214b9538ebc4087" /><Relationship Type="http://schemas.openxmlformats.org/officeDocument/2006/relationships/presProps" Target="/ppt/presProps.xml" Id="Re758d438f52d4108" /><Relationship Type="http://schemas.openxmlformats.org/officeDocument/2006/relationships/tableStyles" Target="/ppt/tableStyles.xml" Id="R467301511eac47a6" /><Relationship Type="http://schemas.openxmlformats.org/officeDocument/2006/relationships/slide" Target="/ppt/slides/slide1.xml" Id="R07712ffdf7b64412" /><Relationship Type="http://schemas.openxmlformats.org/officeDocument/2006/relationships/slide" Target="/ppt/slides/slide2.xml" Id="R13c048abd1e9442e" /><Relationship Type="http://schemas.openxmlformats.org/officeDocument/2006/relationships/slide" Target="/ppt/slides/slide3.xml" Id="R088c582401ec477b" /><Relationship Type="http://schemas.openxmlformats.org/officeDocument/2006/relationships/slide" Target="/ppt/slides/slide4.xml" Id="R87c2af77b95d4057" /><Relationship Type="http://schemas.openxmlformats.org/officeDocument/2006/relationships/slide" Target="/ppt/slides/slide5.xml" Id="Rccbfa08caabf43ad" /><Relationship Type="http://schemas.openxmlformats.org/officeDocument/2006/relationships/slide" Target="/ppt/slides/slide6.xml" Id="R9168513432204f33" /><Relationship Type="http://schemas.openxmlformats.org/officeDocument/2006/relationships/slide" Target="/ppt/slides/slide7.xml" Id="R04365b433f1f46d5" /><Relationship Type="http://schemas.openxmlformats.org/officeDocument/2006/relationships/slide" Target="/ppt/slides/slide8.xml" Id="R9059a059e4584a86" /><Relationship Type="http://schemas.openxmlformats.org/officeDocument/2006/relationships/slide" Target="/ppt/slides/slide9.xml" Id="Re77c0c58edb641c1" /><Relationship Type="http://schemas.openxmlformats.org/officeDocument/2006/relationships/slide" Target="/ppt/slides/slide10.xml" Id="R892f61e5145e4edc" /><Relationship Type="http://schemas.openxmlformats.org/officeDocument/2006/relationships/slide" Target="/ppt/slides/slide11.xml" Id="R2250215b90d84c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ae731b25d548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ec8d2d5be141ce" /><Relationship Type="http://schemas.openxmlformats.org/officeDocument/2006/relationships/notesMaster" Target="/ppt/notesMasters/notesMaster1.xml" Id="Ra23a0d2c85d344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c9ea75834f4def" /><Relationship Type="http://schemas.openxmlformats.org/officeDocument/2006/relationships/notesMaster" Target="/ppt/notesMasters/notesMaster1.xml" Id="Rcf1a08506fdc43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33d90bd2fd4f69" /><Relationship Type="http://schemas.openxmlformats.org/officeDocument/2006/relationships/notesMaster" Target="/ppt/notesMasters/notesMaster1.xml" Id="R65148360fc5447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ce8c58a5da430b" /><Relationship Type="http://schemas.openxmlformats.org/officeDocument/2006/relationships/notesMaster" Target="/ppt/notesMasters/notesMaster1.xml" Id="R3c5680914ccd4e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a972667533433b" /><Relationship Type="http://schemas.openxmlformats.org/officeDocument/2006/relationships/notesMaster" Target="/ppt/notesMasters/notesMaster1.xml" Id="R0f928311364c4c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a13dfa22b8406b" /><Relationship Type="http://schemas.openxmlformats.org/officeDocument/2006/relationships/notesMaster" Target="/ppt/notesMasters/notesMaster1.xml" Id="Rd1458805dc9749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de7b43aa8443d3" /><Relationship Type="http://schemas.openxmlformats.org/officeDocument/2006/relationships/notesMaster" Target="/ppt/notesMasters/notesMaster1.xml" Id="Rd9581eae854846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c51b5afa544ab9" /><Relationship Type="http://schemas.openxmlformats.org/officeDocument/2006/relationships/notesMaster" Target="/ppt/notesMasters/notesMaster1.xml" Id="Rf58214df343346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fc515cf061492e" /><Relationship Type="http://schemas.openxmlformats.org/officeDocument/2006/relationships/notesMaster" Target="/ppt/notesMasters/notesMaster1.xml" Id="R159860b65c5e4f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80e11db0c64d76" /><Relationship Type="http://schemas.openxmlformats.org/officeDocument/2006/relationships/notesMaster" Target="/ppt/notesMasters/notesMaster1.xml" Id="R7cd9712acbc742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f37189fe0496a" /><Relationship Type="http://schemas.openxmlformats.org/officeDocument/2006/relationships/notesMaster" Target="/ppt/notesMasters/notesMaster1.xml" Id="Rf2c95cb0f7db4f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test two Light-side defenses for speech-to-face deepfakes. Strategy A uses 36 controlled real/SadTalker pairs to compare global lip dynamics, compact temporal windows and weak viseme context. Strategy B audits the periodic colour trace introduced by Dark.Mimic's rPPG evasion. We report the evidence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60 seconds. M2 used synthetic trajectories and two videos for preprocessing only. M3 first added a public pilot, then a 12-pair matched development run. We prespecified an expansion before inspecting its scores. The completed experiment has 36 matched pairs and 72 clips. Every clip passed landmark extraction with coverage one, and the repository passes 46 regression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first 40 seconds. The matched branch uses the same identity, audio, duration and final codec within every real/fake pair. Each speaker contributes three non-overlapping segments. We compare four lip representations, group every outer and inner fold by speaker and select regularisation inside training data by log loss. He, next 35 seconds: the peer branch compares aligned RGB signals from the Dark.Mimic control and modified video. We do not tune a fusion model from one peer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Each fake uses its real segment's portrait and audio. Both members of a pair are standardised to 12 seconds, 512 by 512, 25 FPS and the same H.264/AAC settings. We compare 24 global features, a 60-feature compact window, weak viseme interactions and shuffled visemes. Balanced logistic regression uses a fixed threshold of 0.5. Inner grouped folds select C from four values by binary log loss. Whisper and CMUdict remain a weak proxy, not forced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60 seconds. The original cross-collection held-out set had only six clips. Weak context did not improve Macro-F1 and reduced AUROC in both the saved local run and the fresh Colab run. The uncertainty intervals were wide. We therefore did not tune this split further. Instead, we built the matched experiment shown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The original 12-pair development run suggested a compact-window gain. We committed the expanded protocol before inspecting its scores. This slide reports only the 24 new pairs across 20 repeated outer four-fold splits grouped by speaker. Global features average Macro-F1 0.762 and AUROC 0.843. Compact windows fall to 0.677 and 0.739; their AUROC is lower in all 20 repeats. Viseme context averages 0.600 and 0.671 and does not consistently dominate shuffled visemes across F1, AUROC and log loss. The likely causes are coarse word-level timing, low-confidence ASR in some segments, correlated local features and only 12 independent identities. Source: artifacts/viseme_optimization_new_segments.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The red attack-to-neutral ratio remains above one after all three transformations: 8.45 under H.264 CRF 35, 6.28 after resizing to 256 by 224, and 20.86 at 15 FPS. A 16 October hash-checked rerun matched these rounded values. A newly documented neutral recipe also gave ratios above one, though their magnitude changed. In twelve public real-speaker codec-only controls, the red target-band fraction median was 0.074. A synthetic 1.2 Hz global brightness oscillation raised it to median 0.981 in 12/12 real speakers. Thus the frequency metric is not attack-specific. Natural lighting/motion and multiple attacked identities remain untested. Sources: robustness_summary.csv, benign_chromatic_controls.csv, periodic_light_controls.csv and robustness_reproduced_neutral.csv.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has a controlled model-selection result: the development window gain failed confirmation, so global lip dynamics remain the final course model. Weak visemes also fail to add reliable information. The colour branch finds a strong trace in one attacked pair, while synthetic periodic light shows that the metric is not attack-specific. Yan: both strategies are executable, their controls are explicit and our claims stay within the tested course pilots.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4a07c1795b40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737aae468748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64f86b85e040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150559403a4a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ef706d2a2f4d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fc440b9f3245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AA835A-95EC-4B7E-A261-DDF5DFB16D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7FC759-7CBD-4331-867B-E1118A65CE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FC69FE-F991-4A5D-A157-F2DAB03174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881C6-0411-4EBF-A657-8C13C9FE9C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903742-2C98-428F-9CFF-68C5E1094E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8C85A5-0F1B-4EF2-8508-1432C500D6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2DDBE4-370E-48AE-99DC-814485AA4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C579A9-7198-40E2-AE26-1EDACE616F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52D999-5147-4504-9CE6-D6B81F9C8F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90EBA9-4160-4B23-B658-528818A46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4b8c5c755e487d" /><Relationship Type="http://schemas.openxmlformats.org/officeDocument/2006/relationships/slideLayout" Target="/ppt/slideLayouts/slideLayout1.xml" Id="R7bd95aa9cb324a0c" /><Relationship Type="http://schemas.openxmlformats.org/officeDocument/2006/relationships/slideLayout" Target="/ppt/slideLayouts/slideLayout2.xml" Id="R9626175406224792" /><Relationship Type="http://schemas.openxmlformats.org/officeDocument/2006/relationships/slideLayout" Target="/ppt/slideLayouts/slideLayout3.xml" Id="R8051a7c17f51484d" /><Relationship Type="http://schemas.openxmlformats.org/officeDocument/2006/relationships/slideLayout" Target="/ppt/slideLayouts/slideLayout4.xml" Id="R28caa532065e4dae" /><Relationship Type="http://schemas.openxmlformats.org/officeDocument/2006/relationships/slideLayout" Target="/ppt/slideLayouts/slideLayout5.xml" Id="R4edf19eb3d5d4ac9" /><Relationship Type="http://schemas.openxmlformats.org/officeDocument/2006/relationships/slideLayout" Target="/ppt/slideLayouts/slideLayout6.xml" Id="R7af923e7168346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d95aa9cb324a0c"/>
    <p:sldLayoutId xmlns:r="http://schemas.openxmlformats.org/officeDocument/2006/relationships" id="2147483650" r:id="R9626175406224792"/>
    <p:sldLayoutId xmlns:r="http://schemas.openxmlformats.org/officeDocument/2006/relationships" id="2147483651" r:id="R8051a7c17f51484d"/>
    <p:sldLayoutId xmlns:r="http://schemas.openxmlformats.org/officeDocument/2006/relationships" id="2147483652" r:id="R28caa532065e4dae"/>
    <p:sldLayoutId xmlns:r="http://schemas.openxmlformats.org/officeDocument/2006/relationships" id="2147483653" r:id="R4edf19eb3d5d4ac9"/>
    <p:sldLayoutId xmlns:r="http://schemas.openxmlformats.org/officeDocument/2006/relationships" id="2147483654" r:id="R7af923e7168346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03f741a8b44cc5" /><Relationship Type="http://schemas.openxmlformats.org/officeDocument/2006/relationships/notesSlide" Target="/ppt/notesSlides/notesSlide1.xml" Id="Re5fa6a35cf6248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dddd9630ec4fe7" /><Relationship Type="http://schemas.openxmlformats.org/officeDocument/2006/relationships/notesSlide" Target="/ppt/notesSlides/notesSlide2.xml" Id="R3f870cde3e7241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6e879f32fd4bd3" /><Relationship Type="http://schemas.openxmlformats.org/officeDocument/2006/relationships/notesSlide" Target="/ppt/notesSlides/notesSlide3.xml" Id="R17d9b2f7d39d4f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7d92987fd24a2a" /><Relationship Type="http://schemas.openxmlformats.org/officeDocument/2006/relationships/notesSlide" Target="/ppt/notesSlides/notesSlide4.xml" Id="R2406c9f2087c44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a89db9b1b647cc" /><Relationship Type="http://schemas.openxmlformats.org/officeDocument/2006/relationships/notesSlide" Target="/ppt/notesSlides/notesSlide5.xml" Id="R357213909d9f48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56fd7d26064e78" /><Relationship Type="http://schemas.openxmlformats.org/officeDocument/2006/relationships/chart" Target="/ppt/slides/charts/chart1.xml" Id="R99eb412c8c334263" /><Relationship Type="http://schemas.openxmlformats.org/officeDocument/2006/relationships/notesSlide" Target="/ppt/notesSlides/notesSlide6.xml" Id="R9b3c78b1e25a4d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7ec35823eb47cc" /><Relationship Type="http://schemas.openxmlformats.org/officeDocument/2006/relationships/chart" Target="/ppt/slides/charts/chart2.xml" Id="Rb801ea244a97428f" /><Relationship Type="http://schemas.openxmlformats.org/officeDocument/2006/relationships/chart" Target="/ppt/slides/charts/chart3.xml" Id="Rf0fd857e67284b4d" /><Relationship Type="http://schemas.openxmlformats.org/officeDocument/2006/relationships/notesSlide" Target="/ppt/notesSlides/notesSlide7.xml" Id="Rdcea48ab62db48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8d39dbb5c1405a" /><Relationship Type="http://schemas.openxmlformats.org/officeDocument/2006/relationships/notesSlide" Target="/ppt/notesSlides/notesSlide8.xml" Id="R01735e4caf6e43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90be8708b14a72" /><Relationship Type="http://schemas.openxmlformats.org/officeDocument/2006/relationships/chart" Target="/ppt/slides/charts/chart4.xml" Id="R41c97f45603a4dc2" /><Relationship Type="http://schemas.openxmlformats.org/officeDocument/2006/relationships/chart" Target="/ppt/slides/charts/chart5.xml" Id="R7becbb00e28f4005" /><Relationship Type="http://schemas.openxmlformats.org/officeDocument/2006/relationships/notesSlide" Target="/ppt/notesSlides/notesSlide9.xml" Id="Raad08d435d9248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966b8e242924fab" /><Relationship Type="http://schemas.openxmlformats.org/officeDocument/2006/relationships/chart" Target="/ppt/slides/charts/chart6.xml" Id="R322782dfeeab42ce" /><Relationship Type="http://schemas.openxmlformats.org/officeDocument/2006/relationships/notesSlide" Target="/ppt/notesSlides/notesSlide10.xml" Id="Ra55535cfcd1046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f20f0f1da24d78" /><Relationship Type="http://schemas.openxmlformats.org/officeDocument/2006/relationships/notesSlide" Target="/ppt/notesSlides/notesSlide11.xml" Id="R45f62498410d45aa"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invertIfNegative val="0"/>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Global</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0.762476</c:v>
              </c:pt>
              <c:pt idx="1">
                <c:v>0.842622</c:v>
              </c:pt>
            </c:numLit>
          </c:val>
        </c:ser>
        <c:ser>
          <c:idx val="1"/>
          <c:order val="1"/>
          <c:tx>
            <c:v>Compact window</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0.676665</c:v>
              </c:pt>
              <c:pt idx="1">
                <c:v>0.738542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Shuffled viseme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0.592382</c:v>
              </c:pt>
              <c:pt idx="1">
                <c:v>0.646701</c:v>
              </c:pt>
            </c:numLit>
          </c:val>
        </c:ser>
        <c:ser>
          <c:idx val="1"/>
          <c:order val="1"/>
          <c:tx>
            <c:v>Viseme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0.600279</c:v>
              </c:pt>
              <c:pt idx="1">
                <c:v>0.671181</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varyColors val="0"/>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invertIfNegative val="0"/>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invertIfNegative val="0"/>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9E0341-1400-4D3A-8C2E-5A124F743B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B9685A-9978-4C55-A869-ACCE6BDD6B5E}"/>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050" b="1">
                <a:solidFill>
                  <a:srgbClr val="FFFFFF"/>
                </a:solidFill>
                <a:latin typeface="Helvetica Neue"/>
                <a:ea typeface="Helvetica Neue"/>
                <a:cs typeface="Helvetica Neue"/>
              </a:defRPr>
            </a:defPPr>
            <a:lvl1pPr algn="l">
              <a:defRPr sz="4050" b="1">
                <a:solidFill>
                  <a:srgbClr val="FFFFFF"/>
                </a:solidFill>
                <a:latin typeface="Helvetica Neue"/>
                <a:ea typeface="Helvetica Neue"/>
                <a:cs typeface="Helvetica Neue"/>
              </a:defRPr>
            </a:lvl1pPr>
            <a:lvl2pPr algn="l">
              <a:defRPr sz="4050" b="1">
                <a:solidFill>
                  <a:srgbClr val="FFFFFF"/>
                </a:solidFill>
                <a:latin typeface="Helvetica Neue"/>
                <a:ea typeface="Helvetica Neue"/>
                <a:cs typeface="Helvetica Neue"/>
              </a:defRPr>
            </a:lvl2pPr>
            <a:lvl3pPr algn="l">
              <a:defRPr sz="4050" b="1">
                <a:solidFill>
                  <a:srgbClr val="FFFFFF"/>
                </a:solidFill>
                <a:latin typeface="Helvetica Neue"/>
                <a:ea typeface="Helvetica Neue"/>
                <a:cs typeface="Helvetica Neue"/>
              </a:defRPr>
            </a:lvl3pPr>
            <a:lvl4pPr algn="l">
              <a:defRPr sz="4050" b="1">
                <a:solidFill>
                  <a:srgbClr val="FFFFFF"/>
                </a:solidFill>
                <a:latin typeface="Helvetica Neue"/>
                <a:ea typeface="Helvetica Neue"/>
                <a:cs typeface="Helvetica Neue"/>
              </a:defRPr>
            </a:lvl4pPr>
            <a:lvl5pPr algn="l">
              <a:defRPr sz="4050" b="1">
                <a:solidFill>
                  <a:srgbClr val="FFFFFF"/>
                </a:solidFill>
                <a:latin typeface="Helvetica Neue"/>
                <a:ea typeface="Helvetica Neue"/>
                <a:cs typeface="Helvetica Neue"/>
              </a:defRPr>
            </a:lvl5pPr>
            <a:lvl6pPr algn="l">
              <a:defRPr sz="4050" b="1">
                <a:solidFill>
                  <a:srgbClr val="FFFFFF"/>
                </a:solidFill>
                <a:latin typeface="Helvetica Neue"/>
                <a:ea typeface="Helvetica Neue"/>
                <a:cs typeface="Helvetica Neue"/>
              </a:defRPr>
            </a:lvl6pPr>
            <a:lvl7pPr algn="l">
              <a:defRPr sz="4050" b="1">
                <a:solidFill>
                  <a:srgbClr val="FFFFFF"/>
                </a:solidFill>
                <a:latin typeface="Helvetica Neue"/>
                <a:ea typeface="Helvetica Neue"/>
                <a:cs typeface="Helvetica Neue"/>
              </a:defRPr>
            </a:lvl7pPr>
            <a:lvl8pPr algn="l">
              <a:defRPr sz="4050" b="1">
                <a:solidFill>
                  <a:srgbClr val="FFFFFF"/>
                </a:solidFill>
                <a:latin typeface="Helvetica Neue"/>
                <a:ea typeface="Helvetica Neue"/>
                <a:cs typeface="Helvetica Neue"/>
              </a:defRPr>
            </a:lvl8pPr>
            <a:lvl9pPr algn="l">
              <a:defRPr sz="4050" b="1">
                <a:solidFill>
                  <a:srgbClr val="FFFFFF"/>
                </a:solidFill>
                <a:latin typeface="Helvetica Neue"/>
                <a:ea typeface="Helvetica Neue"/>
                <a:cs typeface="Helvetica Neue"/>
              </a:defRPr>
            </a:lvl9pPr>
          </a:lstStyle>
          <a:p xmlns:a="http://schemas.openxmlformats.org/drawingml/2006/main">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E3D137E4-3161-4FDD-88F4-5B76F77AF022}"/>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D9E8F5"/>
                </a:solidFill>
                <a:latin typeface="Helvetica Neue"/>
                <a:ea typeface="Helvetica Neue"/>
                <a:cs typeface="Helvetica Neue"/>
              </a:defRPr>
            </a:defPPr>
            <a:lvl1pPr algn="l">
              <a:defRPr sz="2250" b="0">
                <a:solidFill>
                  <a:srgbClr val="D9E8F5"/>
                </a:solidFill>
                <a:latin typeface="Helvetica Neue"/>
                <a:ea typeface="Helvetica Neue"/>
                <a:cs typeface="Helvetica Neue"/>
              </a:defRPr>
            </a:lvl1pPr>
            <a:lvl2pPr algn="l">
              <a:defRPr sz="2250" b="0">
                <a:solidFill>
                  <a:srgbClr val="D9E8F5"/>
                </a:solidFill>
                <a:latin typeface="Helvetica Neue"/>
                <a:ea typeface="Helvetica Neue"/>
                <a:cs typeface="Helvetica Neue"/>
              </a:defRPr>
            </a:lvl2pPr>
            <a:lvl3pPr algn="l">
              <a:defRPr sz="2250" b="0">
                <a:solidFill>
                  <a:srgbClr val="D9E8F5"/>
                </a:solidFill>
                <a:latin typeface="Helvetica Neue"/>
                <a:ea typeface="Helvetica Neue"/>
                <a:cs typeface="Helvetica Neue"/>
              </a:defRPr>
            </a:lvl3pPr>
            <a:lvl4pPr algn="l">
              <a:defRPr sz="2250" b="0">
                <a:solidFill>
                  <a:srgbClr val="D9E8F5"/>
                </a:solidFill>
                <a:latin typeface="Helvetica Neue"/>
                <a:ea typeface="Helvetica Neue"/>
                <a:cs typeface="Helvetica Neue"/>
              </a:defRPr>
            </a:lvl4pPr>
            <a:lvl5pPr algn="l">
              <a:defRPr sz="2250" b="0">
                <a:solidFill>
                  <a:srgbClr val="D9E8F5"/>
                </a:solidFill>
                <a:latin typeface="Helvetica Neue"/>
                <a:ea typeface="Helvetica Neue"/>
                <a:cs typeface="Helvetica Neue"/>
              </a:defRPr>
            </a:lvl5pPr>
            <a:lvl6pPr algn="l">
              <a:defRPr sz="2250" b="0">
                <a:solidFill>
                  <a:srgbClr val="D9E8F5"/>
                </a:solidFill>
                <a:latin typeface="Helvetica Neue"/>
                <a:ea typeface="Helvetica Neue"/>
                <a:cs typeface="Helvetica Neue"/>
              </a:defRPr>
            </a:lvl6pPr>
            <a:lvl7pPr algn="l">
              <a:defRPr sz="2250" b="0">
                <a:solidFill>
                  <a:srgbClr val="D9E8F5"/>
                </a:solidFill>
                <a:latin typeface="Helvetica Neue"/>
                <a:ea typeface="Helvetica Neue"/>
                <a:cs typeface="Helvetica Neue"/>
              </a:defRPr>
            </a:lvl7pPr>
            <a:lvl8pPr algn="l">
              <a:defRPr sz="2250" b="0">
                <a:solidFill>
                  <a:srgbClr val="D9E8F5"/>
                </a:solidFill>
                <a:latin typeface="Helvetica Neue"/>
                <a:ea typeface="Helvetica Neue"/>
                <a:cs typeface="Helvetica Neue"/>
              </a:defRPr>
            </a:lvl8pPr>
            <a:lvl9pPr algn="l">
              <a:defRPr sz="2250" b="0">
                <a:solidFill>
                  <a:srgbClr val="D9E8F5"/>
                </a:solidFill>
                <a:latin typeface="Helvetica Neue"/>
                <a:ea typeface="Helvetica Neue"/>
                <a:cs typeface="Helvetica Neue"/>
              </a:defRPr>
            </a:lvl9pPr>
          </a:lstStyle>
          <a:p xmlns:a="http://schemas.openxmlformats.org/drawingml/2006/main">
            <a:pPr algn="l">
              <a:buNone/>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73FC4BC6-5E57-4DFB-9316-D694BF4F0419}"/>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8D68B2-2AE5-4DD0-8D01-1C3039EA94F8}"/>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vl1pPr algn="l">
              <a:defRPr sz="1725" b="1">
                <a:solidFill>
                  <a:srgbClr val="FFFFFF"/>
                </a:solidFill>
                <a:latin typeface="Helvetica Neue"/>
                <a:ea typeface="Helvetica Neue"/>
                <a:cs typeface="Helvetica Neue"/>
              </a:defRPr>
            </a:lvl1pPr>
            <a:lvl2pPr algn="l">
              <a:defRPr sz="1725" b="1">
                <a:solidFill>
                  <a:srgbClr val="FFFFFF"/>
                </a:solidFill>
                <a:latin typeface="Helvetica Neue"/>
                <a:ea typeface="Helvetica Neue"/>
                <a:cs typeface="Helvetica Neue"/>
              </a:defRPr>
            </a:lvl2pPr>
            <a:lvl3pPr algn="l">
              <a:defRPr sz="1725" b="1">
                <a:solidFill>
                  <a:srgbClr val="FFFFFF"/>
                </a:solidFill>
                <a:latin typeface="Helvetica Neue"/>
                <a:ea typeface="Helvetica Neue"/>
                <a:cs typeface="Helvetica Neue"/>
              </a:defRPr>
            </a:lvl3pPr>
            <a:lvl4pPr algn="l">
              <a:defRPr sz="1725" b="1">
                <a:solidFill>
                  <a:srgbClr val="FFFFFF"/>
                </a:solidFill>
                <a:latin typeface="Helvetica Neue"/>
                <a:ea typeface="Helvetica Neue"/>
                <a:cs typeface="Helvetica Neue"/>
              </a:defRPr>
            </a:lvl4pPr>
            <a:lvl5pPr algn="l">
              <a:defRPr sz="1725" b="1">
                <a:solidFill>
                  <a:srgbClr val="FFFFFF"/>
                </a:solidFill>
                <a:latin typeface="Helvetica Neue"/>
                <a:ea typeface="Helvetica Neue"/>
                <a:cs typeface="Helvetica Neue"/>
              </a:defRPr>
            </a:lvl5pPr>
            <a:lvl6pPr algn="l">
              <a:defRPr sz="1725" b="1">
                <a:solidFill>
                  <a:srgbClr val="FFFFFF"/>
                </a:solidFill>
                <a:latin typeface="Helvetica Neue"/>
                <a:ea typeface="Helvetica Neue"/>
                <a:cs typeface="Helvetica Neue"/>
              </a:defRPr>
            </a:lvl6pPr>
            <a:lvl7pPr algn="l">
              <a:defRPr sz="1725" b="1">
                <a:solidFill>
                  <a:srgbClr val="FFFFFF"/>
                </a:solidFill>
                <a:latin typeface="Helvetica Neue"/>
                <a:ea typeface="Helvetica Neue"/>
                <a:cs typeface="Helvetica Neue"/>
              </a:defRPr>
            </a:lvl7pPr>
            <a:lvl8pPr algn="l">
              <a:defRPr sz="1725" b="1">
                <a:solidFill>
                  <a:srgbClr val="FFFFFF"/>
                </a:solidFill>
                <a:latin typeface="Helvetica Neue"/>
                <a:ea typeface="Helvetica Neue"/>
                <a:cs typeface="Helvetica Neue"/>
              </a:defRPr>
            </a:lvl8pPr>
            <a:lvl9pPr algn="l">
              <a:defRPr sz="1725" b="1">
                <a:solidFill>
                  <a:srgbClr val="FFFFFF"/>
                </a:solidFill>
                <a:latin typeface="Helvetica Neue"/>
                <a:ea typeface="Helvetica Neue"/>
                <a:cs typeface="Helvetica Neue"/>
              </a:defRPr>
            </a:lvl9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Expanded matched validation with context ablations</a:t>
            </a:r>
          </a:p>
        </p:txBody>
      </p:sp>
      <p:sp>
        <p:nvSpPr>
          <p:cNvPr id="6" name="">
            <a:extLst xmlns:a="http://schemas.openxmlformats.org/drawingml/2006/main">
              <a:ext uri="{FF2B5EF4-FFF2-40B4-BE49-F238E27FC236}">
                <a16:creationId xmlns:a16="http://schemas.microsoft.com/office/drawing/2014/main" id="{21A989EA-4ECD-43C2-BEAA-DFB9E1CD4A38}"/>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vl1pPr algn="l">
              <a:defRPr sz="1725" b="1">
                <a:solidFill>
                  <a:srgbClr val="FFFFFF"/>
                </a:solidFill>
                <a:latin typeface="Helvetica Neue"/>
                <a:ea typeface="Helvetica Neue"/>
                <a:cs typeface="Helvetica Neue"/>
              </a:defRPr>
            </a:lvl1pPr>
            <a:lvl2pPr algn="l">
              <a:defRPr sz="1725" b="1">
                <a:solidFill>
                  <a:srgbClr val="FFFFFF"/>
                </a:solidFill>
                <a:latin typeface="Helvetica Neue"/>
                <a:ea typeface="Helvetica Neue"/>
                <a:cs typeface="Helvetica Neue"/>
              </a:defRPr>
            </a:lvl2pPr>
            <a:lvl3pPr algn="l">
              <a:defRPr sz="1725" b="1">
                <a:solidFill>
                  <a:srgbClr val="FFFFFF"/>
                </a:solidFill>
                <a:latin typeface="Helvetica Neue"/>
                <a:ea typeface="Helvetica Neue"/>
                <a:cs typeface="Helvetica Neue"/>
              </a:defRPr>
            </a:lvl3pPr>
            <a:lvl4pPr algn="l">
              <a:defRPr sz="1725" b="1">
                <a:solidFill>
                  <a:srgbClr val="FFFFFF"/>
                </a:solidFill>
                <a:latin typeface="Helvetica Neue"/>
                <a:ea typeface="Helvetica Neue"/>
                <a:cs typeface="Helvetica Neue"/>
              </a:defRPr>
            </a:lvl4pPr>
            <a:lvl5pPr algn="l">
              <a:defRPr sz="1725" b="1">
                <a:solidFill>
                  <a:srgbClr val="FFFFFF"/>
                </a:solidFill>
                <a:latin typeface="Helvetica Neue"/>
                <a:ea typeface="Helvetica Neue"/>
                <a:cs typeface="Helvetica Neue"/>
              </a:defRPr>
            </a:lvl5pPr>
            <a:lvl6pPr algn="l">
              <a:defRPr sz="1725" b="1">
                <a:solidFill>
                  <a:srgbClr val="FFFFFF"/>
                </a:solidFill>
                <a:latin typeface="Helvetica Neue"/>
                <a:ea typeface="Helvetica Neue"/>
                <a:cs typeface="Helvetica Neue"/>
              </a:defRPr>
            </a:lvl6pPr>
            <a:lvl7pPr algn="l">
              <a:defRPr sz="1725" b="1">
                <a:solidFill>
                  <a:srgbClr val="FFFFFF"/>
                </a:solidFill>
                <a:latin typeface="Helvetica Neue"/>
                <a:ea typeface="Helvetica Neue"/>
                <a:cs typeface="Helvetica Neue"/>
              </a:defRPr>
            </a:lvl7pPr>
            <a:lvl8pPr algn="l">
              <a:defRPr sz="1725" b="1">
                <a:solidFill>
                  <a:srgbClr val="FFFFFF"/>
                </a:solidFill>
                <a:latin typeface="Helvetica Neue"/>
                <a:ea typeface="Helvetica Neue"/>
                <a:cs typeface="Helvetica Neue"/>
              </a:defRPr>
            </a:lvl8pPr>
            <a:lvl9pPr algn="l">
              <a:defRPr sz="1725" b="1">
                <a:solidFill>
                  <a:srgbClr val="FFFFFF"/>
                </a:solidFill>
                <a:latin typeface="Helvetica Neue"/>
                <a:ea typeface="Helvetica Neue"/>
                <a:cs typeface="Helvetica Neue"/>
              </a:defRPr>
            </a:lvl9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EFA709CD-6351-4B3F-B664-81CD581DED74}"/>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vl1pPr algn="l">
              <a:defRPr sz="1650" b="1">
                <a:solidFill>
                  <a:srgbClr val="159E9C"/>
                </a:solidFill>
                <a:latin typeface="Helvetica Neue"/>
                <a:ea typeface="Helvetica Neue"/>
                <a:cs typeface="Helvetica Neue"/>
              </a:defRPr>
            </a:lvl1pPr>
            <a:lvl2pPr algn="l">
              <a:defRPr sz="1650" b="1">
                <a:solidFill>
                  <a:srgbClr val="159E9C"/>
                </a:solidFill>
                <a:latin typeface="Helvetica Neue"/>
                <a:ea typeface="Helvetica Neue"/>
                <a:cs typeface="Helvetica Neue"/>
              </a:defRPr>
            </a:lvl2pPr>
            <a:lvl3pPr algn="l">
              <a:defRPr sz="1650" b="1">
                <a:solidFill>
                  <a:srgbClr val="159E9C"/>
                </a:solidFill>
                <a:latin typeface="Helvetica Neue"/>
                <a:ea typeface="Helvetica Neue"/>
                <a:cs typeface="Helvetica Neue"/>
              </a:defRPr>
            </a:lvl3pPr>
            <a:lvl4pPr algn="l">
              <a:defRPr sz="1650" b="1">
                <a:solidFill>
                  <a:srgbClr val="159E9C"/>
                </a:solidFill>
                <a:latin typeface="Helvetica Neue"/>
                <a:ea typeface="Helvetica Neue"/>
                <a:cs typeface="Helvetica Neue"/>
              </a:defRPr>
            </a:lvl4pPr>
            <a:lvl5pPr algn="l">
              <a:defRPr sz="1650" b="1">
                <a:solidFill>
                  <a:srgbClr val="159E9C"/>
                </a:solidFill>
                <a:latin typeface="Helvetica Neue"/>
                <a:ea typeface="Helvetica Neue"/>
                <a:cs typeface="Helvetica Neue"/>
              </a:defRPr>
            </a:lvl5pPr>
            <a:lvl6pPr algn="l">
              <a:defRPr sz="1650" b="1">
                <a:solidFill>
                  <a:srgbClr val="159E9C"/>
                </a:solidFill>
                <a:latin typeface="Helvetica Neue"/>
                <a:ea typeface="Helvetica Neue"/>
                <a:cs typeface="Helvetica Neue"/>
              </a:defRPr>
            </a:lvl6pPr>
            <a:lvl7pPr algn="l">
              <a:defRPr sz="1650" b="1">
                <a:solidFill>
                  <a:srgbClr val="159E9C"/>
                </a:solidFill>
                <a:latin typeface="Helvetica Neue"/>
                <a:ea typeface="Helvetica Neue"/>
                <a:cs typeface="Helvetica Neue"/>
              </a:defRPr>
            </a:lvl7pPr>
            <a:lvl8pPr algn="l">
              <a:defRPr sz="1650" b="1">
                <a:solidFill>
                  <a:srgbClr val="159E9C"/>
                </a:solidFill>
                <a:latin typeface="Helvetica Neue"/>
                <a:ea typeface="Helvetica Neue"/>
                <a:cs typeface="Helvetica Neue"/>
              </a:defRPr>
            </a:lvl8pPr>
            <a:lvl9pPr algn="l">
              <a:defRPr sz="1650" b="1">
                <a:solidFill>
                  <a:srgbClr val="159E9C"/>
                </a:solidFill>
                <a:latin typeface="Helvetica Neue"/>
                <a:ea typeface="Helvetica Neue"/>
                <a:cs typeface="Helvetica Neue"/>
              </a:defRPr>
            </a:lvl9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63E2EAA7-7B2E-4FDF-A2F7-43837AB0800A}"/>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FFFFF"/>
                </a:solidFill>
                <a:latin typeface="Helvetica Neue"/>
                <a:ea typeface="Helvetica Neue"/>
                <a:cs typeface="Helvetica Neue"/>
              </a:defRPr>
            </a:defPPr>
            <a:lvl1pPr algn="l">
              <a:defRPr sz="1500" b="0">
                <a:solidFill>
                  <a:srgbClr val="FFFFFF"/>
                </a:solidFill>
                <a:latin typeface="Helvetica Neue"/>
                <a:ea typeface="Helvetica Neue"/>
                <a:cs typeface="Helvetica Neue"/>
              </a:defRPr>
            </a:lvl1pPr>
            <a:lvl2pPr algn="l">
              <a:defRPr sz="1500" b="0">
                <a:solidFill>
                  <a:srgbClr val="FFFFFF"/>
                </a:solidFill>
                <a:latin typeface="Helvetica Neue"/>
                <a:ea typeface="Helvetica Neue"/>
                <a:cs typeface="Helvetica Neue"/>
              </a:defRPr>
            </a:lvl2pPr>
            <a:lvl3pPr algn="l">
              <a:defRPr sz="1500" b="0">
                <a:solidFill>
                  <a:srgbClr val="FFFFFF"/>
                </a:solidFill>
                <a:latin typeface="Helvetica Neue"/>
                <a:ea typeface="Helvetica Neue"/>
                <a:cs typeface="Helvetica Neue"/>
              </a:defRPr>
            </a:lvl3pPr>
            <a:lvl4pPr algn="l">
              <a:defRPr sz="1500" b="0">
                <a:solidFill>
                  <a:srgbClr val="FFFFFF"/>
                </a:solidFill>
                <a:latin typeface="Helvetica Neue"/>
                <a:ea typeface="Helvetica Neue"/>
                <a:cs typeface="Helvetica Neue"/>
              </a:defRPr>
            </a:lvl4pPr>
            <a:lvl5pPr algn="l">
              <a:defRPr sz="1500" b="0">
                <a:solidFill>
                  <a:srgbClr val="FFFFFF"/>
                </a:solidFill>
                <a:latin typeface="Helvetica Neue"/>
                <a:ea typeface="Helvetica Neue"/>
                <a:cs typeface="Helvetica Neue"/>
              </a:defRPr>
            </a:lvl5pPr>
            <a:lvl6pPr algn="l">
              <a:defRPr sz="1500" b="0">
                <a:solidFill>
                  <a:srgbClr val="FFFFFF"/>
                </a:solidFill>
                <a:latin typeface="Helvetica Neue"/>
                <a:ea typeface="Helvetica Neue"/>
                <a:cs typeface="Helvetica Neue"/>
              </a:defRPr>
            </a:lvl6pPr>
            <a:lvl7pPr algn="l">
              <a:defRPr sz="1500" b="0">
                <a:solidFill>
                  <a:srgbClr val="FFFFFF"/>
                </a:solidFill>
                <a:latin typeface="Helvetica Neue"/>
                <a:ea typeface="Helvetica Neue"/>
                <a:cs typeface="Helvetica Neue"/>
              </a:defRPr>
            </a:lvl7pPr>
            <a:lvl8pPr algn="l">
              <a:defRPr sz="1500" b="0">
                <a:solidFill>
                  <a:srgbClr val="FFFFFF"/>
                </a:solidFill>
                <a:latin typeface="Helvetica Neue"/>
                <a:ea typeface="Helvetica Neue"/>
                <a:cs typeface="Helvetica Neue"/>
              </a:defRPr>
            </a:lvl8pPr>
            <a:lvl9pPr algn="l">
              <a:defRPr sz="1500" b="0">
                <a:solidFill>
                  <a:srgbClr val="FFFFFF"/>
                </a:solidFill>
                <a:latin typeface="Helvetica Neue"/>
                <a:ea typeface="Helvetica Neue"/>
                <a:cs typeface="Helvetica Neue"/>
              </a:defRPr>
            </a:lvl9pPr>
          </a:lstStyle>
          <a:p xmlns:a="http://schemas.openxmlformats.org/drawingml/2006/main">
            <a:pPr algn="l">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E8A142B1-AE49-4237-A23A-AB802A416D6A}"/>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B7C9D9"/>
                </a:solidFill>
                <a:latin typeface="Helvetica Neue"/>
                <a:ea typeface="Helvetica Neue"/>
                <a:cs typeface="Helvetica Neue"/>
              </a:defRPr>
            </a:defPPr>
            <a:lvl1pPr algn="r">
              <a:defRPr sz="1125" b="0">
                <a:solidFill>
                  <a:srgbClr val="B7C9D9"/>
                </a:solidFill>
                <a:latin typeface="Helvetica Neue"/>
                <a:ea typeface="Helvetica Neue"/>
                <a:cs typeface="Helvetica Neue"/>
              </a:defRPr>
            </a:lvl1pPr>
            <a:lvl2pPr algn="r">
              <a:defRPr sz="1125" b="0">
                <a:solidFill>
                  <a:srgbClr val="B7C9D9"/>
                </a:solidFill>
                <a:latin typeface="Helvetica Neue"/>
                <a:ea typeface="Helvetica Neue"/>
                <a:cs typeface="Helvetica Neue"/>
              </a:defRPr>
            </a:lvl2pPr>
            <a:lvl3pPr algn="r">
              <a:defRPr sz="1125" b="0">
                <a:solidFill>
                  <a:srgbClr val="B7C9D9"/>
                </a:solidFill>
                <a:latin typeface="Helvetica Neue"/>
                <a:ea typeface="Helvetica Neue"/>
                <a:cs typeface="Helvetica Neue"/>
              </a:defRPr>
            </a:lvl3pPr>
            <a:lvl4pPr algn="r">
              <a:defRPr sz="1125" b="0">
                <a:solidFill>
                  <a:srgbClr val="B7C9D9"/>
                </a:solidFill>
                <a:latin typeface="Helvetica Neue"/>
                <a:ea typeface="Helvetica Neue"/>
                <a:cs typeface="Helvetica Neue"/>
              </a:defRPr>
            </a:lvl4pPr>
            <a:lvl5pPr algn="r">
              <a:defRPr sz="1125" b="0">
                <a:solidFill>
                  <a:srgbClr val="B7C9D9"/>
                </a:solidFill>
                <a:latin typeface="Helvetica Neue"/>
                <a:ea typeface="Helvetica Neue"/>
                <a:cs typeface="Helvetica Neue"/>
              </a:defRPr>
            </a:lvl5pPr>
            <a:lvl6pPr algn="r">
              <a:defRPr sz="1125" b="0">
                <a:solidFill>
                  <a:srgbClr val="B7C9D9"/>
                </a:solidFill>
                <a:latin typeface="Helvetica Neue"/>
                <a:ea typeface="Helvetica Neue"/>
                <a:cs typeface="Helvetica Neue"/>
              </a:defRPr>
            </a:lvl6pPr>
            <a:lvl7pPr algn="r">
              <a:defRPr sz="1125" b="0">
                <a:solidFill>
                  <a:srgbClr val="B7C9D9"/>
                </a:solidFill>
                <a:latin typeface="Helvetica Neue"/>
                <a:ea typeface="Helvetica Neue"/>
                <a:cs typeface="Helvetica Neue"/>
              </a:defRPr>
            </a:lvl7pPr>
            <a:lvl8pPr algn="r">
              <a:defRPr sz="1125" b="0">
                <a:solidFill>
                  <a:srgbClr val="B7C9D9"/>
                </a:solidFill>
                <a:latin typeface="Helvetica Neue"/>
                <a:ea typeface="Helvetica Neue"/>
                <a:cs typeface="Helvetica Neue"/>
              </a:defRPr>
            </a:lvl8pPr>
            <a:lvl9pPr algn="r">
              <a:defRPr sz="1125" b="0">
                <a:solidFill>
                  <a:srgbClr val="B7C9D9"/>
                </a:solidFill>
                <a:latin typeface="Helvetica Neue"/>
                <a:ea typeface="Helvetica Neue"/>
                <a:cs typeface="Helvetica Neue"/>
              </a:defRPr>
            </a:lvl9pPr>
          </a:lstStyle>
          <a:p xmlns:a="http://schemas.openxmlformats.org/drawingml/2006/main">
            <a:pPr algn="r">
              <a:buNone/>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6775764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2D480E-F130-426A-A07A-C73228B0FCA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9936774B-F542-40AD-96C4-2CA66371150E}"/>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4B5498D-3A27-4BA5-B6DC-6426E4D9BA57}"/>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5CCABB-19AA-4352-A5C8-D2CF0E73DCCD}"/>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019207-D027-47EB-8C21-67684DBCE0F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A9ADA1B2-8512-4858-9B1B-FB884F4D46A8}"/>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627D98"/>
                </a:solidFill>
                <a:latin typeface="Helvetica Neue"/>
                <a:ea typeface="Helvetica Neue"/>
                <a:cs typeface="Helvetica Neue"/>
              </a:defRPr>
            </a:defPPr>
            <a:lvl1pPr algn="l">
              <a:defRPr sz="2100" b="1">
                <a:solidFill>
                  <a:srgbClr val="627D98"/>
                </a:solidFill>
                <a:latin typeface="Helvetica Neue"/>
                <a:ea typeface="Helvetica Neue"/>
                <a:cs typeface="Helvetica Neue"/>
              </a:defRPr>
            </a:lvl1pPr>
            <a:lvl2pPr algn="l">
              <a:defRPr sz="2100" b="1">
                <a:solidFill>
                  <a:srgbClr val="627D98"/>
                </a:solidFill>
                <a:latin typeface="Helvetica Neue"/>
                <a:ea typeface="Helvetica Neue"/>
                <a:cs typeface="Helvetica Neue"/>
              </a:defRPr>
            </a:lvl2pPr>
            <a:lvl3pPr algn="l">
              <a:defRPr sz="2100" b="1">
                <a:solidFill>
                  <a:srgbClr val="627D98"/>
                </a:solidFill>
                <a:latin typeface="Helvetica Neue"/>
                <a:ea typeface="Helvetica Neue"/>
                <a:cs typeface="Helvetica Neue"/>
              </a:defRPr>
            </a:lvl3pPr>
            <a:lvl4pPr algn="l">
              <a:defRPr sz="2100" b="1">
                <a:solidFill>
                  <a:srgbClr val="627D98"/>
                </a:solidFill>
                <a:latin typeface="Helvetica Neue"/>
                <a:ea typeface="Helvetica Neue"/>
                <a:cs typeface="Helvetica Neue"/>
              </a:defRPr>
            </a:lvl4pPr>
            <a:lvl5pPr algn="l">
              <a:defRPr sz="2100" b="1">
                <a:solidFill>
                  <a:srgbClr val="627D98"/>
                </a:solidFill>
                <a:latin typeface="Helvetica Neue"/>
                <a:ea typeface="Helvetica Neue"/>
                <a:cs typeface="Helvetica Neue"/>
              </a:defRPr>
            </a:lvl5pPr>
            <a:lvl6pPr algn="l">
              <a:defRPr sz="2100" b="1">
                <a:solidFill>
                  <a:srgbClr val="627D98"/>
                </a:solidFill>
                <a:latin typeface="Helvetica Neue"/>
                <a:ea typeface="Helvetica Neue"/>
                <a:cs typeface="Helvetica Neue"/>
              </a:defRPr>
            </a:lvl6pPr>
            <a:lvl7pPr algn="l">
              <a:defRPr sz="2100" b="1">
                <a:solidFill>
                  <a:srgbClr val="627D98"/>
                </a:solidFill>
                <a:latin typeface="Helvetica Neue"/>
                <a:ea typeface="Helvetica Neue"/>
                <a:cs typeface="Helvetica Neue"/>
              </a:defRPr>
            </a:lvl7pPr>
            <a:lvl8pPr algn="l">
              <a:defRPr sz="2100" b="1">
                <a:solidFill>
                  <a:srgbClr val="627D98"/>
                </a:solidFill>
                <a:latin typeface="Helvetica Neue"/>
                <a:ea typeface="Helvetica Neue"/>
                <a:cs typeface="Helvetica Neue"/>
              </a:defRPr>
            </a:lvl8pPr>
            <a:lvl9pPr algn="l">
              <a:defRPr sz="2100" b="1">
                <a:solidFill>
                  <a:srgbClr val="627D98"/>
                </a:solidFill>
                <a:latin typeface="Helvetica Neue"/>
                <a:ea typeface="Helvetica Neue"/>
                <a:cs typeface="Helvetica Neue"/>
              </a:defRPr>
            </a:lvl9pPr>
          </a:lstStyle>
          <a:p xmlns:a="http://schemas.openxmlformats.org/drawingml/2006/main">
            <a:pPr algn="l">
              <a:buNone/>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BBB03599-873A-4515-9D03-5315BE89F908}"/>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F6BFF"/>
                </a:solidFill>
                <a:latin typeface="Helvetica Neue"/>
                <a:ea typeface="Helvetica Neue"/>
                <a:cs typeface="Helvetica Neue"/>
              </a:defRPr>
            </a:defPPr>
            <a:lvl1pPr algn="l">
              <a:defRPr sz="2100" b="1">
                <a:solidFill>
                  <a:srgbClr val="2F6BFF"/>
                </a:solidFill>
                <a:latin typeface="Helvetica Neue"/>
                <a:ea typeface="Helvetica Neue"/>
                <a:cs typeface="Helvetica Neue"/>
              </a:defRPr>
            </a:lvl1pPr>
            <a:lvl2pPr algn="l">
              <a:defRPr sz="2100" b="1">
                <a:solidFill>
                  <a:srgbClr val="2F6BFF"/>
                </a:solidFill>
                <a:latin typeface="Helvetica Neue"/>
                <a:ea typeface="Helvetica Neue"/>
                <a:cs typeface="Helvetica Neue"/>
              </a:defRPr>
            </a:lvl2pPr>
            <a:lvl3pPr algn="l">
              <a:defRPr sz="2100" b="1">
                <a:solidFill>
                  <a:srgbClr val="2F6BFF"/>
                </a:solidFill>
                <a:latin typeface="Helvetica Neue"/>
                <a:ea typeface="Helvetica Neue"/>
                <a:cs typeface="Helvetica Neue"/>
              </a:defRPr>
            </a:lvl3pPr>
            <a:lvl4pPr algn="l">
              <a:defRPr sz="2100" b="1">
                <a:solidFill>
                  <a:srgbClr val="2F6BFF"/>
                </a:solidFill>
                <a:latin typeface="Helvetica Neue"/>
                <a:ea typeface="Helvetica Neue"/>
                <a:cs typeface="Helvetica Neue"/>
              </a:defRPr>
            </a:lvl4pPr>
            <a:lvl5pPr algn="l">
              <a:defRPr sz="2100" b="1">
                <a:solidFill>
                  <a:srgbClr val="2F6BFF"/>
                </a:solidFill>
                <a:latin typeface="Helvetica Neue"/>
                <a:ea typeface="Helvetica Neue"/>
                <a:cs typeface="Helvetica Neue"/>
              </a:defRPr>
            </a:lvl5pPr>
            <a:lvl6pPr algn="l">
              <a:defRPr sz="2100" b="1">
                <a:solidFill>
                  <a:srgbClr val="2F6BFF"/>
                </a:solidFill>
                <a:latin typeface="Helvetica Neue"/>
                <a:ea typeface="Helvetica Neue"/>
                <a:cs typeface="Helvetica Neue"/>
              </a:defRPr>
            </a:lvl6pPr>
            <a:lvl7pPr algn="l">
              <a:defRPr sz="2100" b="1">
                <a:solidFill>
                  <a:srgbClr val="2F6BFF"/>
                </a:solidFill>
                <a:latin typeface="Helvetica Neue"/>
                <a:ea typeface="Helvetica Neue"/>
                <a:cs typeface="Helvetica Neue"/>
              </a:defRPr>
            </a:lvl7pPr>
            <a:lvl8pPr algn="l">
              <a:defRPr sz="2100" b="1">
                <a:solidFill>
                  <a:srgbClr val="2F6BFF"/>
                </a:solidFill>
                <a:latin typeface="Helvetica Neue"/>
                <a:ea typeface="Helvetica Neue"/>
                <a:cs typeface="Helvetica Neue"/>
              </a:defRPr>
            </a:lvl8pPr>
            <a:lvl9pPr algn="l">
              <a:defRPr sz="2100" b="1">
                <a:solidFill>
                  <a:srgbClr val="2F6BFF"/>
                </a:solidFill>
                <a:latin typeface="Helvetica Neue"/>
                <a:ea typeface="Helvetica Neue"/>
                <a:cs typeface="Helvetica Neue"/>
              </a:defRPr>
            </a:lvl9pPr>
          </a:lstStyle>
          <a:p xmlns:a="http://schemas.openxmlformats.org/drawingml/2006/main">
            <a:pPr algn="l">
              <a:buNone/>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CE5B3C5C-7A80-4E23-8739-96C07C17C959}"/>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20001812-CB98-40D5-9614-677CE35026E9}"/>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a:solidFill>
                  <a:srgbClr val="627D98"/>
                </a:solidFill>
                <a:latin typeface="Helvetica Neue"/>
                <a:ea typeface="Helvetica Neue"/>
                <a:cs typeface="Helvetica Neue"/>
              </a:defRPr>
            </a:defPPr>
            <a:lvl1pPr>
              <a:defRPr sz="1725">
                <a:solidFill>
                  <a:srgbClr val="627D98"/>
                </a:solidFill>
                <a:latin typeface="Helvetica Neue"/>
                <a:ea typeface="Helvetica Neue"/>
                <a:cs typeface="Helvetica Neue"/>
              </a:defRPr>
            </a:lvl1pPr>
            <a:lvl2pPr>
              <a:defRPr sz="1725">
                <a:solidFill>
                  <a:srgbClr val="627D98"/>
                </a:solidFill>
                <a:latin typeface="Helvetica Neue"/>
                <a:ea typeface="Helvetica Neue"/>
                <a:cs typeface="Helvetica Neue"/>
              </a:defRPr>
            </a:lvl2pPr>
            <a:lvl3pPr>
              <a:defRPr sz="1725">
                <a:solidFill>
                  <a:srgbClr val="627D98"/>
                </a:solidFill>
                <a:latin typeface="Helvetica Neue"/>
                <a:ea typeface="Helvetica Neue"/>
                <a:cs typeface="Helvetica Neue"/>
              </a:defRPr>
            </a:lvl3pPr>
            <a:lvl4pPr>
              <a:defRPr sz="1725">
                <a:solidFill>
                  <a:srgbClr val="627D98"/>
                </a:solidFill>
                <a:latin typeface="Helvetica Neue"/>
                <a:ea typeface="Helvetica Neue"/>
                <a:cs typeface="Helvetica Neue"/>
              </a:defRPr>
            </a:lvl4pPr>
            <a:lvl5pPr>
              <a:defRPr sz="1725">
                <a:solidFill>
                  <a:srgbClr val="627D98"/>
                </a:solidFill>
                <a:latin typeface="Helvetica Neue"/>
                <a:ea typeface="Helvetica Neue"/>
                <a:cs typeface="Helvetica Neue"/>
              </a:defRPr>
            </a:lvl5pPr>
            <a:lvl6pPr>
              <a:defRPr sz="1725">
                <a:solidFill>
                  <a:srgbClr val="627D98"/>
                </a:solidFill>
                <a:latin typeface="Helvetica Neue"/>
                <a:ea typeface="Helvetica Neue"/>
                <a:cs typeface="Helvetica Neue"/>
              </a:defRPr>
            </a:lvl6pPr>
            <a:lvl7pPr>
              <a:defRPr sz="1725">
                <a:solidFill>
                  <a:srgbClr val="627D98"/>
                </a:solidFill>
                <a:latin typeface="Helvetica Neue"/>
                <a:ea typeface="Helvetica Neue"/>
                <a:cs typeface="Helvetica Neue"/>
              </a:defRPr>
            </a:lvl7pPr>
            <a:lvl8pPr>
              <a:defRPr sz="1725">
                <a:solidFill>
                  <a:srgbClr val="627D98"/>
                </a:solidFill>
                <a:latin typeface="Helvetica Neue"/>
                <a:ea typeface="Helvetica Neue"/>
                <a:cs typeface="Helvetica Neue"/>
              </a:defRPr>
            </a:lvl8pPr>
            <a:lvl9pPr>
              <a:defRPr sz="1725">
                <a:solidFill>
                  <a:srgbClr val="627D98"/>
                </a:solidFill>
                <a:latin typeface="Helvetica Neue"/>
                <a:ea typeface="Helvetica Neue"/>
                <a:cs typeface="Helvetica Neue"/>
              </a:defRPr>
            </a:lvl9pPr>
          </a:lstStyle>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32 synthetic trajectories, 16 artificial IDs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2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real-video accuracy measured</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F3688A38-23F8-4E42-85FA-5B5FEBD556B0}"/>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2F6BFF"/>
                </a:solidFill>
                <a:latin typeface="Helvetica Neue"/>
                <a:ea typeface="Helvetica Neue"/>
                <a:cs typeface="Helvetica Neue"/>
              </a:defRPr>
            </a:defPPr>
            <a:lvl1pPr algn="l">
              <a:defRPr sz="2850" b="1">
                <a:solidFill>
                  <a:srgbClr val="2F6BFF"/>
                </a:solidFill>
                <a:latin typeface="Helvetica Neue"/>
                <a:ea typeface="Helvetica Neue"/>
                <a:cs typeface="Helvetica Neue"/>
              </a:defRPr>
            </a:lvl1pPr>
            <a:lvl2pPr algn="l">
              <a:defRPr sz="2850" b="1">
                <a:solidFill>
                  <a:srgbClr val="2F6BFF"/>
                </a:solidFill>
                <a:latin typeface="Helvetica Neue"/>
                <a:ea typeface="Helvetica Neue"/>
                <a:cs typeface="Helvetica Neue"/>
              </a:defRPr>
            </a:lvl2pPr>
            <a:lvl3pPr algn="l">
              <a:defRPr sz="2850" b="1">
                <a:solidFill>
                  <a:srgbClr val="2F6BFF"/>
                </a:solidFill>
                <a:latin typeface="Helvetica Neue"/>
                <a:ea typeface="Helvetica Neue"/>
                <a:cs typeface="Helvetica Neue"/>
              </a:defRPr>
            </a:lvl3pPr>
            <a:lvl4pPr algn="l">
              <a:defRPr sz="2850" b="1">
                <a:solidFill>
                  <a:srgbClr val="2F6BFF"/>
                </a:solidFill>
                <a:latin typeface="Helvetica Neue"/>
                <a:ea typeface="Helvetica Neue"/>
                <a:cs typeface="Helvetica Neue"/>
              </a:defRPr>
            </a:lvl4pPr>
            <a:lvl5pPr algn="l">
              <a:defRPr sz="2850" b="1">
                <a:solidFill>
                  <a:srgbClr val="2F6BFF"/>
                </a:solidFill>
                <a:latin typeface="Helvetica Neue"/>
                <a:ea typeface="Helvetica Neue"/>
                <a:cs typeface="Helvetica Neue"/>
              </a:defRPr>
            </a:lvl5pPr>
            <a:lvl6pPr algn="l">
              <a:defRPr sz="2850" b="1">
                <a:solidFill>
                  <a:srgbClr val="2F6BFF"/>
                </a:solidFill>
                <a:latin typeface="Helvetica Neue"/>
                <a:ea typeface="Helvetica Neue"/>
                <a:cs typeface="Helvetica Neue"/>
              </a:defRPr>
            </a:lvl6pPr>
            <a:lvl7pPr algn="l">
              <a:defRPr sz="2850" b="1">
                <a:solidFill>
                  <a:srgbClr val="2F6BFF"/>
                </a:solidFill>
                <a:latin typeface="Helvetica Neue"/>
                <a:ea typeface="Helvetica Neue"/>
                <a:cs typeface="Helvetica Neue"/>
              </a:defRPr>
            </a:lvl7pPr>
            <a:lvl8pPr algn="l">
              <a:defRPr sz="2850" b="1">
                <a:solidFill>
                  <a:srgbClr val="2F6BFF"/>
                </a:solidFill>
                <a:latin typeface="Helvetica Neue"/>
                <a:ea typeface="Helvetica Neue"/>
                <a:cs typeface="Helvetica Neue"/>
              </a:defRPr>
            </a:lvl8pPr>
            <a:lvl9pPr algn="l">
              <a:defRPr sz="2850" b="1">
                <a:solidFill>
                  <a:srgbClr val="2F6BFF"/>
                </a:solidFill>
                <a:latin typeface="Helvetica Neue"/>
                <a:ea typeface="Helvetica Neue"/>
                <a:cs typeface="Helvetica Neue"/>
              </a:defRPr>
            </a:lvl9pPr>
          </a:lstStyle>
          <a:p xmlns:a="http://schemas.openxmlformats.org/drawingml/2006/main">
            <a:pPr algn="l">
              <a:buNone/>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72/72</a:t>
            </a:r>
          </a:p>
        </p:txBody>
      </p:sp>
      <p:sp>
        <p:nvSpPr>
          <p:cNvPr id="11" name="">
            <a:extLst xmlns:a="http://schemas.openxmlformats.org/drawingml/2006/main">
              <a:ext uri="{FF2B5EF4-FFF2-40B4-BE49-F238E27FC236}">
                <a16:creationId xmlns:a16="http://schemas.microsoft.com/office/drawing/2014/main" id="{58CFC537-0B3E-4EF7-8F55-49F50ED648FF}"/>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defRPr sz="1350" b="0">
                <a:solidFill>
                  <a:srgbClr val="243B53"/>
                </a:solidFill>
                <a:latin typeface="Helvetica Neue"/>
                <a:ea typeface="Helvetica Neue"/>
                <a:cs typeface="Helvetica Neue"/>
              </a:defRPr>
            </a:lvl1pPr>
            <a:lvl2pPr algn="l">
              <a:defRPr sz="1350" b="0">
                <a:solidFill>
                  <a:srgbClr val="243B53"/>
                </a:solidFill>
                <a:latin typeface="Helvetica Neue"/>
                <a:ea typeface="Helvetica Neue"/>
                <a:cs typeface="Helvetica Neue"/>
              </a:defRPr>
            </a:lvl2pPr>
            <a:lvl3pPr algn="l">
              <a:defRPr sz="1350" b="0">
                <a:solidFill>
                  <a:srgbClr val="243B53"/>
                </a:solidFill>
                <a:latin typeface="Helvetica Neue"/>
                <a:ea typeface="Helvetica Neue"/>
                <a:cs typeface="Helvetica Neue"/>
              </a:defRPr>
            </a:lvl3pPr>
            <a:lvl4pPr algn="l">
              <a:defRPr sz="1350" b="0">
                <a:solidFill>
                  <a:srgbClr val="243B53"/>
                </a:solidFill>
                <a:latin typeface="Helvetica Neue"/>
                <a:ea typeface="Helvetica Neue"/>
                <a:cs typeface="Helvetica Neue"/>
              </a:defRPr>
            </a:lvl4pPr>
            <a:lvl5pPr algn="l">
              <a:defRPr sz="1350" b="0">
                <a:solidFill>
                  <a:srgbClr val="243B53"/>
                </a:solidFill>
                <a:latin typeface="Helvetica Neue"/>
                <a:ea typeface="Helvetica Neue"/>
                <a:cs typeface="Helvetica Neue"/>
              </a:defRPr>
            </a:lvl5pPr>
            <a:lvl6pPr algn="l">
              <a:defRPr sz="1350" b="0">
                <a:solidFill>
                  <a:srgbClr val="243B53"/>
                </a:solidFill>
                <a:latin typeface="Helvetica Neue"/>
                <a:ea typeface="Helvetica Neue"/>
                <a:cs typeface="Helvetica Neue"/>
              </a:defRPr>
            </a:lvl6pPr>
            <a:lvl7pPr algn="l">
              <a:defRPr sz="1350" b="0">
                <a:solidFill>
                  <a:srgbClr val="243B53"/>
                </a:solidFill>
                <a:latin typeface="Helvetica Neue"/>
                <a:ea typeface="Helvetica Neue"/>
                <a:cs typeface="Helvetica Neue"/>
              </a:defRPr>
            </a:lvl7pPr>
            <a:lvl8pPr algn="l">
              <a:defRPr sz="1350" b="0">
                <a:solidFill>
                  <a:srgbClr val="243B53"/>
                </a:solidFill>
                <a:latin typeface="Helvetica Neue"/>
                <a:ea typeface="Helvetica Neue"/>
                <a:cs typeface="Helvetica Neue"/>
              </a:defRPr>
            </a:lvl8pPr>
            <a:lvl9pPr algn="l">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matched landmark coverage</a:t>
            </a:r>
          </a:p>
        </p:txBody>
      </p:sp>
      <p:sp>
        <p:nvSpPr>
          <p:cNvPr id="12" name="">
            <a:extLst xmlns:a="http://schemas.openxmlformats.org/drawingml/2006/main">
              <a:ext uri="{FF2B5EF4-FFF2-40B4-BE49-F238E27FC236}">
                <a16:creationId xmlns:a16="http://schemas.microsoft.com/office/drawing/2014/main" id="{2222E6C1-29CA-461F-9603-8AA86E14322D}"/>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59E9C"/>
                </a:solidFill>
                <a:latin typeface="Helvetica Neue"/>
                <a:ea typeface="Helvetica Neue"/>
                <a:cs typeface="Helvetica Neue"/>
              </a:defRPr>
            </a:defPPr>
            <a:lvl1pPr algn="l">
              <a:defRPr sz="2850" b="1">
                <a:solidFill>
                  <a:srgbClr val="159E9C"/>
                </a:solidFill>
                <a:latin typeface="Helvetica Neue"/>
                <a:ea typeface="Helvetica Neue"/>
                <a:cs typeface="Helvetica Neue"/>
              </a:defRPr>
            </a:lvl1pPr>
            <a:lvl2pPr algn="l">
              <a:defRPr sz="2850" b="1">
                <a:solidFill>
                  <a:srgbClr val="159E9C"/>
                </a:solidFill>
                <a:latin typeface="Helvetica Neue"/>
                <a:ea typeface="Helvetica Neue"/>
                <a:cs typeface="Helvetica Neue"/>
              </a:defRPr>
            </a:lvl2pPr>
            <a:lvl3pPr algn="l">
              <a:defRPr sz="2850" b="1">
                <a:solidFill>
                  <a:srgbClr val="159E9C"/>
                </a:solidFill>
                <a:latin typeface="Helvetica Neue"/>
                <a:ea typeface="Helvetica Neue"/>
                <a:cs typeface="Helvetica Neue"/>
              </a:defRPr>
            </a:lvl3pPr>
            <a:lvl4pPr algn="l">
              <a:defRPr sz="2850" b="1">
                <a:solidFill>
                  <a:srgbClr val="159E9C"/>
                </a:solidFill>
                <a:latin typeface="Helvetica Neue"/>
                <a:ea typeface="Helvetica Neue"/>
                <a:cs typeface="Helvetica Neue"/>
              </a:defRPr>
            </a:lvl4pPr>
            <a:lvl5pPr algn="l">
              <a:defRPr sz="2850" b="1">
                <a:solidFill>
                  <a:srgbClr val="159E9C"/>
                </a:solidFill>
                <a:latin typeface="Helvetica Neue"/>
                <a:ea typeface="Helvetica Neue"/>
                <a:cs typeface="Helvetica Neue"/>
              </a:defRPr>
            </a:lvl5pPr>
            <a:lvl6pPr algn="l">
              <a:defRPr sz="2850" b="1">
                <a:solidFill>
                  <a:srgbClr val="159E9C"/>
                </a:solidFill>
                <a:latin typeface="Helvetica Neue"/>
                <a:ea typeface="Helvetica Neue"/>
                <a:cs typeface="Helvetica Neue"/>
              </a:defRPr>
            </a:lvl6pPr>
            <a:lvl7pPr algn="l">
              <a:defRPr sz="2850" b="1">
                <a:solidFill>
                  <a:srgbClr val="159E9C"/>
                </a:solidFill>
                <a:latin typeface="Helvetica Neue"/>
                <a:ea typeface="Helvetica Neue"/>
                <a:cs typeface="Helvetica Neue"/>
              </a:defRPr>
            </a:lvl7pPr>
            <a:lvl8pPr algn="l">
              <a:defRPr sz="2850" b="1">
                <a:solidFill>
                  <a:srgbClr val="159E9C"/>
                </a:solidFill>
                <a:latin typeface="Helvetica Neue"/>
                <a:ea typeface="Helvetica Neue"/>
                <a:cs typeface="Helvetica Neue"/>
              </a:defRPr>
            </a:lvl8pPr>
            <a:lvl9pPr algn="l">
              <a:defRPr sz="2850" b="1">
                <a:solidFill>
                  <a:srgbClr val="159E9C"/>
                </a:solidFill>
                <a:latin typeface="Helvetica Neue"/>
                <a:ea typeface="Helvetica Neue"/>
                <a:cs typeface="Helvetica Neue"/>
              </a:defRPr>
            </a:lvl9pPr>
          </a:lstStyle>
          <a:p xmlns:a="http://schemas.openxmlformats.org/drawingml/2006/main">
            <a:pPr algn="l">
              <a:buNone/>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36 / 18 / 18</a:t>
            </a:r>
          </a:p>
        </p:txBody>
      </p:sp>
      <p:sp>
        <p:nvSpPr>
          <p:cNvPr id="13" name="">
            <a:extLst xmlns:a="http://schemas.openxmlformats.org/drawingml/2006/main">
              <a:ext uri="{FF2B5EF4-FFF2-40B4-BE49-F238E27FC236}">
                <a16:creationId xmlns:a16="http://schemas.microsoft.com/office/drawing/2014/main" id="{A86A7D01-B4BE-4926-B55F-5CDFEEA5F327}"/>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defRPr sz="1350" b="0">
                <a:solidFill>
                  <a:srgbClr val="243B53"/>
                </a:solidFill>
                <a:latin typeface="Helvetica Neue"/>
                <a:ea typeface="Helvetica Neue"/>
                <a:cs typeface="Helvetica Neue"/>
              </a:defRPr>
            </a:lvl1pPr>
            <a:lvl2pPr algn="l">
              <a:defRPr sz="1350" b="0">
                <a:solidFill>
                  <a:srgbClr val="243B53"/>
                </a:solidFill>
                <a:latin typeface="Helvetica Neue"/>
                <a:ea typeface="Helvetica Neue"/>
                <a:cs typeface="Helvetica Neue"/>
              </a:defRPr>
            </a:lvl2pPr>
            <a:lvl3pPr algn="l">
              <a:defRPr sz="1350" b="0">
                <a:solidFill>
                  <a:srgbClr val="243B53"/>
                </a:solidFill>
                <a:latin typeface="Helvetica Neue"/>
                <a:ea typeface="Helvetica Neue"/>
                <a:cs typeface="Helvetica Neue"/>
              </a:defRPr>
            </a:lvl3pPr>
            <a:lvl4pPr algn="l">
              <a:defRPr sz="1350" b="0">
                <a:solidFill>
                  <a:srgbClr val="243B53"/>
                </a:solidFill>
                <a:latin typeface="Helvetica Neue"/>
                <a:ea typeface="Helvetica Neue"/>
                <a:cs typeface="Helvetica Neue"/>
              </a:defRPr>
            </a:lvl4pPr>
            <a:lvl5pPr algn="l">
              <a:defRPr sz="1350" b="0">
                <a:solidFill>
                  <a:srgbClr val="243B53"/>
                </a:solidFill>
                <a:latin typeface="Helvetica Neue"/>
                <a:ea typeface="Helvetica Neue"/>
                <a:cs typeface="Helvetica Neue"/>
              </a:defRPr>
            </a:lvl5pPr>
            <a:lvl6pPr algn="l">
              <a:defRPr sz="1350" b="0">
                <a:solidFill>
                  <a:srgbClr val="243B53"/>
                </a:solidFill>
                <a:latin typeface="Helvetica Neue"/>
                <a:ea typeface="Helvetica Neue"/>
                <a:cs typeface="Helvetica Neue"/>
              </a:defRPr>
            </a:lvl6pPr>
            <a:lvl7pPr algn="l">
              <a:defRPr sz="1350" b="0">
                <a:solidFill>
                  <a:srgbClr val="243B53"/>
                </a:solidFill>
                <a:latin typeface="Helvetica Neue"/>
                <a:ea typeface="Helvetica Neue"/>
                <a:cs typeface="Helvetica Neue"/>
              </a:defRPr>
            </a:lvl7pPr>
            <a:lvl8pPr algn="l">
              <a:defRPr sz="1350" b="0">
                <a:solidFill>
                  <a:srgbClr val="243B53"/>
                </a:solidFill>
                <a:latin typeface="Helvetica Neue"/>
                <a:ea typeface="Helvetica Neue"/>
                <a:cs typeface="Helvetica Neue"/>
              </a:defRPr>
            </a:lvl8pPr>
            <a:lvl9pPr algn="l">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E7E3FE49-FFB3-4D0B-8964-C1F0D8E07134}"/>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E67E22"/>
                </a:solidFill>
                <a:latin typeface="Helvetica Neue"/>
                <a:ea typeface="Helvetica Neue"/>
                <a:cs typeface="Helvetica Neue"/>
              </a:defRPr>
            </a:defPPr>
            <a:lvl1pPr algn="l">
              <a:defRPr sz="2850" b="1">
                <a:solidFill>
                  <a:srgbClr val="E67E22"/>
                </a:solidFill>
                <a:latin typeface="Helvetica Neue"/>
                <a:ea typeface="Helvetica Neue"/>
                <a:cs typeface="Helvetica Neue"/>
              </a:defRPr>
            </a:lvl1pPr>
            <a:lvl2pPr algn="l">
              <a:defRPr sz="2850" b="1">
                <a:solidFill>
                  <a:srgbClr val="E67E22"/>
                </a:solidFill>
                <a:latin typeface="Helvetica Neue"/>
                <a:ea typeface="Helvetica Neue"/>
                <a:cs typeface="Helvetica Neue"/>
              </a:defRPr>
            </a:lvl2pPr>
            <a:lvl3pPr algn="l">
              <a:defRPr sz="2850" b="1">
                <a:solidFill>
                  <a:srgbClr val="E67E22"/>
                </a:solidFill>
                <a:latin typeface="Helvetica Neue"/>
                <a:ea typeface="Helvetica Neue"/>
                <a:cs typeface="Helvetica Neue"/>
              </a:defRPr>
            </a:lvl3pPr>
            <a:lvl4pPr algn="l">
              <a:defRPr sz="2850" b="1">
                <a:solidFill>
                  <a:srgbClr val="E67E22"/>
                </a:solidFill>
                <a:latin typeface="Helvetica Neue"/>
                <a:ea typeface="Helvetica Neue"/>
                <a:cs typeface="Helvetica Neue"/>
              </a:defRPr>
            </a:lvl4pPr>
            <a:lvl5pPr algn="l">
              <a:defRPr sz="2850" b="1">
                <a:solidFill>
                  <a:srgbClr val="E67E22"/>
                </a:solidFill>
                <a:latin typeface="Helvetica Neue"/>
                <a:ea typeface="Helvetica Neue"/>
                <a:cs typeface="Helvetica Neue"/>
              </a:defRPr>
            </a:lvl5pPr>
            <a:lvl6pPr algn="l">
              <a:defRPr sz="2850" b="1">
                <a:solidFill>
                  <a:srgbClr val="E67E22"/>
                </a:solidFill>
                <a:latin typeface="Helvetica Neue"/>
                <a:ea typeface="Helvetica Neue"/>
                <a:cs typeface="Helvetica Neue"/>
              </a:defRPr>
            </a:lvl6pPr>
            <a:lvl7pPr algn="l">
              <a:defRPr sz="2850" b="1">
                <a:solidFill>
                  <a:srgbClr val="E67E22"/>
                </a:solidFill>
                <a:latin typeface="Helvetica Neue"/>
                <a:ea typeface="Helvetica Neue"/>
                <a:cs typeface="Helvetica Neue"/>
              </a:defRPr>
            </a:lvl7pPr>
            <a:lvl8pPr algn="l">
              <a:defRPr sz="2850" b="1">
                <a:solidFill>
                  <a:srgbClr val="E67E22"/>
                </a:solidFill>
                <a:latin typeface="Helvetica Neue"/>
                <a:ea typeface="Helvetica Neue"/>
                <a:cs typeface="Helvetica Neue"/>
              </a:defRPr>
            </a:lvl8pPr>
            <a:lvl9pPr algn="l">
              <a:defRPr sz="2850" b="1">
                <a:solidFill>
                  <a:srgbClr val="E67E22"/>
                </a:solidFill>
                <a:latin typeface="Helvetica Neue"/>
                <a:ea typeface="Helvetica Neue"/>
                <a:cs typeface="Helvetica Neue"/>
              </a:defRPr>
            </a:lvl9pPr>
          </a:lstStyle>
          <a:p xmlns:a="http://schemas.openxmlformats.org/drawingml/2006/main">
            <a:pPr algn="l">
              <a:buNone/>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46</a:t>
            </a:r>
          </a:p>
        </p:txBody>
      </p:sp>
      <p:sp>
        <p:nvSpPr>
          <p:cNvPr id="15" name="">
            <a:extLst xmlns:a="http://schemas.openxmlformats.org/drawingml/2006/main">
              <a:ext uri="{FF2B5EF4-FFF2-40B4-BE49-F238E27FC236}">
                <a16:creationId xmlns:a16="http://schemas.microsoft.com/office/drawing/2014/main" id="{7EAC1DF3-62B1-44FD-8BF1-CFADAA349B4C}"/>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defRPr sz="1350" b="0">
                <a:solidFill>
                  <a:srgbClr val="243B53"/>
                </a:solidFill>
                <a:latin typeface="Helvetica Neue"/>
                <a:ea typeface="Helvetica Neue"/>
                <a:cs typeface="Helvetica Neue"/>
              </a:defRPr>
            </a:lvl1pPr>
            <a:lvl2pPr algn="l">
              <a:defRPr sz="1350" b="0">
                <a:solidFill>
                  <a:srgbClr val="243B53"/>
                </a:solidFill>
                <a:latin typeface="Helvetica Neue"/>
                <a:ea typeface="Helvetica Neue"/>
                <a:cs typeface="Helvetica Neue"/>
              </a:defRPr>
            </a:lvl2pPr>
            <a:lvl3pPr algn="l">
              <a:defRPr sz="1350" b="0">
                <a:solidFill>
                  <a:srgbClr val="243B53"/>
                </a:solidFill>
                <a:latin typeface="Helvetica Neue"/>
                <a:ea typeface="Helvetica Neue"/>
                <a:cs typeface="Helvetica Neue"/>
              </a:defRPr>
            </a:lvl3pPr>
            <a:lvl4pPr algn="l">
              <a:defRPr sz="1350" b="0">
                <a:solidFill>
                  <a:srgbClr val="243B53"/>
                </a:solidFill>
                <a:latin typeface="Helvetica Neue"/>
                <a:ea typeface="Helvetica Neue"/>
                <a:cs typeface="Helvetica Neue"/>
              </a:defRPr>
            </a:lvl4pPr>
            <a:lvl5pPr algn="l">
              <a:defRPr sz="1350" b="0">
                <a:solidFill>
                  <a:srgbClr val="243B53"/>
                </a:solidFill>
                <a:latin typeface="Helvetica Neue"/>
                <a:ea typeface="Helvetica Neue"/>
                <a:cs typeface="Helvetica Neue"/>
              </a:defRPr>
            </a:lvl5pPr>
            <a:lvl6pPr algn="l">
              <a:defRPr sz="1350" b="0">
                <a:solidFill>
                  <a:srgbClr val="243B53"/>
                </a:solidFill>
                <a:latin typeface="Helvetica Neue"/>
                <a:ea typeface="Helvetica Neue"/>
                <a:cs typeface="Helvetica Neue"/>
              </a:defRPr>
            </a:lvl6pPr>
            <a:lvl7pPr algn="l">
              <a:defRPr sz="1350" b="0">
                <a:solidFill>
                  <a:srgbClr val="243B53"/>
                </a:solidFill>
                <a:latin typeface="Helvetica Neue"/>
                <a:ea typeface="Helvetica Neue"/>
                <a:cs typeface="Helvetica Neue"/>
              </a:defRPr>
            </a:lvl7pPr>
            <a:lvl8pPr algn="l">
              <a:defRPr sz="1350" b="0">
                <a:solidFill>
                  <a:srgbClr val="243B53"/>
                </a:solidFill>
                <a:latin typeface="Helvetica Neue"/>
                <a:ea typeface="Helvetica Neue"/>
                <a:cs typeface="Helvetica Neue"/>
              </a:defRPr>
            </a:lvl8pPr>
            <a:lvl9pPr algn="l">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F82315E7-4137-4C19-B0E5-FDF9E2FB205C}"/>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vl1pPr algn="l">
              <a:defRPr sz="2850" b="1">
                <a:solidFill>
                  <a:srgbClr val="D64545"/>
                </a:solidFill>
                <a:latin typeface="Helvetica Neue"/>
                <a:ea typeface="Helvetica Neue"/>
                <a:cs typeface="Helvetica Neue"/>
              </a:defRPr>
            </a:lvl1pPr>
            <a:lvl2pPr algn="l">
              <a:defRPr sz="2850" b="1">
                <a:solidFill>
                  <a:srgbClr val="D64545"/>
                </a:solidFill>
                <a:latin typeface="Helvetica Neue"/>
                <a:ea typeface="Helvetica Neue"/>
                <a:cs typeface="Helvetica Neue"/>
              </a:defRPr>
            </a:lvl2pPr>
            <a:lvl3pPr algn="l">
              <a:defRPr sz="2850" b="1">
                <a:solidFill>
                  <a:srgbClr val="D64545"/>
                </a:solidFill>
                <a:latin typeface="Helvetica Neue"/>
                <a:ea typeface="Helvetica Neue"/>
                <a:cs typeface="Helvetica Neue"/>
              </a:defRPr>
            </a:lvl3pPr>
            <a:lvl4pPr algn="l">
              <a:defRPr sz="2850" b="1">
                <a:solidFill>
                  <a:srgbClr val="D64545"/>
                </a:solidFill>
                <a:latin typeface="Helvetica Neue"/>
                <a:ea typeface="Helvetica Neue"/>
                <a:cs typeface="Helvetica Neue"/>
              </a:defRPr>
            </a:lvl4pPr>
            <a:lvl5pPr algn="l">
              <a:defRPr sz="2850" b="1">
                <a:solidFill>
                  <a:srgbClr val="D64545"/>
                </a:solidFill>
                <a:latin typeface="Helvetica Neue"/>
                <a:ea typeface="Helvetica Neue"/>
                <a:cs typeface="Helvetica Neue"/>
              </a:defRPr>
            </a:lvl5pPr>
            <a:lvl6pPr algn="l">
              <a:defRPr sz="2850" b="1">
                <a:solidFill>
                  <a:srgbClr val="D64545"/>
                </a:solidFill>
                <a:latin typeface="Helvetica Neue"/>
                <a:ea typeface="Helvetica Neue"/>
                <a:cs typeface="Helvetica Neue"/>
              </a:defRPr>
            </a:lvl6pPr>
            <a:lvl7pPr algn="l">
              <a:defRPr sz="2850" b="1">
                <a:solidFill>
                  <a:srgbClr val="D64545"/>
                </a:solidFill>
                <a:latin typeface="Helvetica Neue"/>
                <a:ea typeface="Helvetica Neue"/>
                <a:cs typeface="Helvetica Neue"/>
              </a:defRPr>
            </a:lvl7pPr>
            <a:lvl8pPr algn="l">
              <a:defRPr sz="2850" b="1">
                <a:solidFill>
                  <a:srgbClr val="D64545"/>
                </a:solidFill>
                <a:latin typeface="Helvetica Neue"/>
                <a:ea typeface="Helvetica Neue"/>
                <a:cs typeface="Helvetica Neue"/>
              </a:defRPr>
            </a:lvl8pPr>
            <a:lvl9pPr algn="l">
              <a:defRPr sz="2850" b="1">
                <a:solidFill>
                  <a:srgbClr val="D64545"/>
                </a:solidFill>
                <a:latin typeface="Helvetica Neue"/>
                <a:ea typeface="Helvetica Neue"/>
                <a:cs typeface="Helvetica Neue"/>
              </a:defRPr>
            </a:lvl9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8336DEE6-F0A9-4FEE-88AB-EF18EABEFAE5}"/>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defRPr sz="1350" b="0">
                <a:solidFill>
                  <a:srgbClr val="243B53"/>
                </a:solidFill>
                <a:latin typeface="Helvetica Neue"/>
                <a:ea typeface="Helvetica Neue"/>
                <a:cs typeface="Helvetica Neue"/>
              </a:defRPr>
            </a:lvl1pPr>
            <a:lvl2pPr algn="l">
              <a:defRPr sz="1350" b="0">
                <a:solidFill>
                  <a:srgbClr val="243B53"/>
                </a:solidFill>
                <a:latin typeface="Helvetica Neue"/>
                <a:ea typeface="Helvetica Neue"/>
                <a:cs typeface="Helvetica Neue"/>
              </a:defRPr>
            </a:lvl2pPr>
            <a:lvl3pPr algn="l">
              <a:defRPr sz="1350" b="0">
                <a:solidFill>
                  <a:srgbClr val="243B53"/>
                </a:solidFill>
                <a:latin typeface="Helvetica Neue"/>
                <a:ea typeface="Helvetica Neue"/>
                <a:cs typeface="Helvetica Neue"/>
              </a:defRPr>
            </a:lvl3pPr>
            <a:lvl4pPr algn="l">
              <a:defRPr sz="1350" b="0">
                <a:solidFill>
                  <a:srgbClr val="243B53"/>
                </a:solidFill>
                <a:latin typeface="Helvetica Neue"/>
                <a:ea typeface="Helvetica Neue"/>
                <a:cs typeface="Helvetica Neue"/>
              </a:defRPr>
            </a:lvl4pPr>
            <a:lvl5pPr algn="l">
              <a:defRPr sz="1350" b="0">
                <a:solidFill>
                  <a:srgbClr val="243B53"/>
                </a:solidFill>
                <a:latin typeface="Helvetica Neue"/>
                <a:ea typeface="Helvetica Neue"/>
                <a:cs typeface="Helvetica Neue"/>
              </a:defRPr>
            </a:lvl5pPr>
            <a:lvl6pPr algn="l">
              <a:defRPr sz="1350" b="0">
                <a:solidFill>
                  <a:srgbClr val="243B53"/>
                </a:solidFill>
                <a:latin typeface="Helvetica Neue"/>
                <a:ea typeface="Helvetica Neue"/>
                <a:cs typeface="Helvetica Neue"/>
              </a:defRPr>
            </a:lvl6pPr>
            <a:lvl7pPr algn="l">
              <a:defRPr sz="1350" b="0">
                <a:solidFill>
                  <a:srgbClr val="243B53"/>
                </a:solidFill>
                <a:latin typeface="Helvetica Neue"/>
                <a:ea typeface="Helvetica Neue"/>
                <a:cs typeface="Helvetica Neue"/>
              </a:defRPr>
            </a:lvl7pPr>
            <a:lvl8pPr algn="l">
              <a:defRPr sz="1350" b="0">
                <a:solidFill>
                  <a:srgbClr val="243B53"/>
                </a:solidFill>
                <a:latin typeface="Helvetica Neue"/>
                <a:ea typeface="Helvetica Neue"/>
                <a:cs typeface="Helvetica Neue"/>
              </a:defRPr>
            </a:lvl8pPr>
            <a:lvl9pPr algn="l">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F734FFFE-E13B-43F1-BC3C-C2970BD4DCFD}"/>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02A43"/>
                </a:solidFill>
                <a:latin typeface="Helvetica Neue"/>
                <a:ea typeface="Helvetica Neue"/>
                <a:cs typeface="Helvetica Neue"/>
              </a:defRPr>
            </a:defPPr>
            <a:lvl1pPr algn="l">
              <a:defRPr sz="1500" b="1">
                <a:solidFill>
                  <a:srgbClr val="102A43"/>
                </a:solidFill>
                <a:latin typeface="Helvetica Neue"/>
                <a:ea typeface="Helvetica Neue"/>
                <a:cs typeface="Helvetica Neue"/>
              </a:defRPr>
            </a:lvl1pPr>
            <a:lvl2pPr algn="l">
              <a:defRPr sz="1500" b="1">
                <a:solidFill>
                  <a:srgbClr val="102A43"/>
                </a:solidFill>
                <a:latin typeface="Helvetica Neue"/>
                <a:ea typeface="Helvetica Neue"/>
                <a:cs typeface="Helvetica Neue"/>
              </a:defRPr>
            </a:lvl2pPr>
            <a:lvl3pPr algn="l">
              <a:defRPr sz="1500" b="1">
                <a:solidFill>
                  <a:srgbClr val="102A43"/>
                </a:solidFill>
                <a:latin typeface="Helvetica Neue"/>
                <a:ea typeface="Helvetica Neue"/>
                <a:cs typeface="Helvetica Neue"/>
              </a:defRPr>
            </a:lvl3pPr>
            <a:lvl4pPr algn="l">
              <a:defRPr sz="1500" b="1">
                <a:solidFill>
                  <a:srgbClr val="102A43"/>
                </a:solidFill>
                <a:latin typeface="Helvetica Neue"/>
                <a:ea typeface="Helvetica Neue"/>
                <a:cs typeface="Helvetica Neue"/>
              </a:defRPr>
            </a:lvl4pPr>
            <a:lvl5pPr algn="l">
              <a:defRPr sz="1500" b="1">
                <a:solidFill>
                  <a:srgbClr val="102A43"/>
                </a:solidFill>
                <a:latin typeface="Helvetica Neue"/>
                <a:ea typeface="Helvetica Neue"/>
                <a:cs typeface="Helvetica Neue"/>
              </a:defRPr>
            </a:lvl5pPr>
            <a:lvl6pPr algn="l">
              <a:defRPr sz="1500" b="1">
                <a:solidFill>
                  <a:srgbClr val="102A43"/>
                </a:solidFill>
                <a:latin typeface="Helvetica Neue"/>
                <a:ea typeface="Helvetica Neue"/>
                <a:cs typeface="Helvetica Neue"/>
              </a:defRPr>
            </a:lvl6pPr>
            <a:lvl7pPr algn="l">
              <a:defRPr sz="1500" b="1">
                <a:solidFill>
                  <a:srgbClr val="102A43"/>
                </a:solidFill>
                <a:latin typeface="Helvetica Neue"/>
                <a:ea typeface="Helvetica Neue"/>
                <a:cs typeface="Helvetica Neue"/>
              </a:defRPr>
            </a:lvl7pPr>
            <a:lvl8pPr algn="l">
              <a:defRPr sz="1500" b="1">
                <a:solidFill>
                  <a:srgbClr val="102A43"/>
                </a:solidFill>
                <a:latin typeface="Helvetica Neue"/>
                <a:ea typeface="Helvetica Neue"/>
                <a:cs typeface="Helvetica Neue"/>
              </a:defRPr>
            </a:lvl8pPr>
            <a:lvl9pPr algn="l">
              <a:defRPr sz="1500" b="1">
                <a:solidFill>
                  <a:srgbClr val="102A43"/>
                </a:solidFill>
                <a:latin typeface="Helvetica Neue"/>
                <a:ea typeface="Helvetica Neue"/>
                <a:cs typeface="Helvetica Neue"/>
              </a:defRPr>
            </a:lvl9pPr>
          </a:lstStyle>
          <a:p xmlns:a="http://schemas.openxmlformats.org/drawingml/2006/main">
            <a:pPr algn="l">
              <a:buNone/>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36 matched pairs plus a peer-pair forensic audit</a:t>
            </a:r>
          </a:p>
        </p:txBody>
      </p:sp>
    </p:spTree>
    <p:extLst>
      <p:ext uri="{BB962C8B-B14F-4D97-AF65-F5344CB8AC3E}">
        <p14:creationId xmlns:p14="http://schemas.microsoft.com/office/powerpoint/2010/main" val="8231079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9C768A3-FE1F-458F-9F04-112F4FC705A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E5169B62-681B-4C8D-9A6B-A5BB346FE47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5F9FE2C9-3517-4C54-9D71-86B5CB35310F}"/>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17A052-EA3D-4A4F-8FE8-A81412DB928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A33230CA-C89C-4081-9914-A0501B012D4D}"/>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459F0564-5C82-4F34-8602-4BCFAE0702B8}"/>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6D08F3C0-9B88-4350-AC2E-5F38E3CED232}"/>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defRPr sz="1650" b="1">
                <a:solidFill>
                  <a:srgbClr val="2F6BFF"/>
                </a:solidFill>
                <a:latin typeface="Helvetica Neue"/>
                <a:ea typeface="Helvetica Neue"/>
                <a:cs typeface="Helvetica Neue"/>
              </a:defRPr>
            </a:lvl1pPr>
            <a:lvl2pPr algn="l">
              <a:defRPr sz="1650" b="1">
                <a:solidFill>
                  <a:srgbClr val="2F6BFF"/>
                </a:solidFill>
                <a:latin typeface="Helvetica Neue"/>
                <a:ea typeface="Helvetica Neue"/>
                <a:cs typeface="Helvetica Neue"/>
              </a:defRPr>
            </a:lvl2pPr>
            <a:lvl3pPr algn="l">
              <a:defRPr sz="1650" b="1">
                <a:solidFill>
                  <a:srgbClr val="2F6BFF"/>
                </a:solidFill>
                <a:latin typeface="Helvetica Neue"/>
                <a:ea typeface="Helvetica Neue"/>
                <a:cs typeface="Helvetica Neue"/>
              </a:defRPr>
            </a:lvl3pPr>
            <a:lvl4pPr algn="l">
              <a:defRPr sz="1650" b="1">
                <a:solidFill>
                  <a:srgbClr val="2F6BFF"/>
                </a:solidFill>
                <a:latin typeface="Helvetica Neue"/>
                <a:ea typeface="Helvetica Neue"/>
                <a:cs typeface="Helvetica Neue"/>
              </a:defRPr>
            </a:lvl4pPr>
            <a:lvl5pPr algn="l">
              <a:defRPr sz="1650" b="1">
                <a:solidFill>
                  <a:srgbClr val="2F6BFF"/>
                </a:solidFill>
                <a:latin typeface="Helvetica Neue"/>
                <a:ea typeface="Helvetica Neue"/>
                <a:cs typeface="Helvetica Neue"/>
              </a:defRPr>
            </a:lvl5pPr>
            <a:lvl6pPr algn="l">
              <a:defRPr sz="1650" b="1">
                <a:solidFill>
                  <a:srgbClr val="2F6BFF"/>
                </a:solidFill>
                <a:latin typeface="Helvetica Neue"/>
                <a:ea typeface="Helvetica Neue"/>
                <a:cs typeface="Helvetica Neue"/>
              </a:defRPr>
            </a:lvl6pPr>
            <a:lvl7pPr algn="l">
              <a:defRPr sz="1650" b="1">
                <a:solidFill>
                  <a:srgbClr val="2F6BFF"/>
                </a:solidFill>
                <a:latin typeface="Helvetica Neue"/>
                <a:ea typeface="Helvetica Neue"/>
                <a:cs typeface="Helvetica Neue"/>
              </a:defRPr>
            </a:lvl7pPr>
            <a:lvl8pPr algn="l">
              <a:defRPr sz="1650" b="1">
                <a:solidFill>
                  <a:srgbClr val="2F6BFF"/>
                </a:solidFill>
                <a:latin typeface="Helvetica Neue"/>
                <a:ea typeface="Helvetica Neue"/>
                <a:cs typeface="Helvetica Neue"/>
              </a:defRPr>
            </a:lvl8pPr>
            <a:lvl9pPr algn="l">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Matched pilot</a:t>
            </a:r>
          </a:p>
        </p:txBody>
      </p:sp>
      <p:sp>
        <p:nvSpPr>
          <p:cNvPr id="8" name="">
            <a:extLst xmlns:a="http://schemas.openxmlformats.org/drawingml/2006/main">
              <a:ext uri="{FF2B5EF4-FFF2-40B4-BE49-F238E27FC236}">
                <a16:creationId xmlns:a16="http://schemas.microsoft.com/office/drawing/2014/main" id="{18A70829-E14A-47A7-966C-45BFCA7BD0CD}"/>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speakers × 3 segments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36 real + 36 SadTalker</a:t>
            </a:r>
          </a:p>
        </p:txBody>
      </p:sp>
      <p:sp>
        <p:nvSpPr>
          <p:cNvPr id="9" name="">
            <a:extLst xmlns:a="http://schemas.openxmlformats.org/drawingml/2006/main">
              <a:ext uri="{FF2B5EF4-FFF2-40B4-BE49-F238E27FC236}">
                <a16:creationId xmlns:a16="http://schemas.microsoft.com/office/drawing/2014/main" id="{DDAF9E41-183C-4B3C-929A-FBD40213AEA2}"/>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62AE872-C947-4979-959B-DEDA987497AA}"/>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defRPr sz="1650" b="1">
                <a:solidFill>
                  <a:srgbClr val="E67E22"/>
                </a:solidFill>
                <a:latin typeface="Helvetica Neue"/>
                <a:ea typeface="Helvetica Neue"/>
                <a:cs typeface="Helvetica Neue"/>
              </a:defRPr>
            </a:lvl1pPr>
            <a:lvl2pPr algn="l">
              <a:defRPr sz="1650" b="1">
                <a:solidFill>
                  <a:srgbClr val="E67E22"/>
                </a:solidFill>
                <a:latin typeface="Helvetica Neue"/>
                <a:ea typeface="Helvetica Neue"/>
                <a:cs typeface="Helvetica Neue"/>
              </a:defRPr>
            </a:lvl2pPr>
            <a:lvl3pPr algn="l">
              <a:defRPr sz="1650" b="1">
                <a:solidFill>
                  <a:srgbClr val="E67E22"/>
                </a:solidFill>
                <a:latin typeface="Helvetica Neue"/>
                <a:ea typeface="Helvetica Neue"/>
                <a:cs typeface="Helvetica Neue"/>
              </a:defRPr>
            </a:lvl3pPr>
            <a:lvl4pPr algn="l">
              <a:defRPr sz="1650" b="1">
                <a:solidFill>
                  <a:srgbClr val="E67E22"/>
                </a:solidFill>
                <a:latin typeface="Helvetica Neue"/>
                <a:ea typeface="Helvetica Neue"/>
                <a:cs typeface="Helvetica Neue"/>
              </a:defRPr>
            </a:lvl4pPr>
            <a:lvl5pPr algn="l">
              <a:defRPr sz="1650" b="1">
                <a:solidFill>
                  <a:srgbClr val="E67E22"/>
                </a:solidFill>
                <a:latin typeface="Helvetica Neue"/>
                <a:ea typeface="Helvetica Neue"/>
                <a:cs typeface="Helvetica Neue"/>
              </a:defRPr>
            </a:lvl5pPr>
            <a:lvl6pPr algn="l">
              <a:defRPr sz="1650" b="1">
                <a:solidFill>
                  <a:srgbClr val="E67E22"/>
                </a:solidFill>
                <a:latin typeface="Helvetica Neue"/>
                <a:ea typeface="Helvetica Neue"/>
                <a:cs typeface="Helvetica Neue"/>
              </a:defRPr>
            </a:lvl6pPr>
            <a:lvl7pPr algn="l">
              <a:defRPr sz="1650" b="1">
                <a:solidFill>
                  <a:srgbClr val="E67E22"/>
                </a:solidFill>
                <a:latin typeface="Helvetica Neue"/>
                <a:ea typeface="Helvetica Neue"/>
                <a:cs typeface="Helvetica Neue"/>
              </a:defRPr>
            </a:lvl7pPr>
            <a:lvl8pPr algn="l">
              <a:defRPr sz="1650" b="1">
                <a:solidFill>
                  <a:srgbClr val="E67E22"/>
                </a:solidFill>
                <a:latin typeface="Helvetica Neue"/>
                <a:ea typeface="Helvetica Neue"/>
                <a:cs typeface="Helvetica Neue"/>
              </a:defRPr>
            </a:lvl8pPr>
            <a:lvl9pPr algn="l">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7B7481B8-DC61-4927-B06A-719FC67CBCEF}"/>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F5612057-4875-4CE8-8243-0F6379381342}"/>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A70DF086-9C36-4670-8921-8126973B546B}"/>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vl1pPr algn="l">
              <a:defRPr sz="1650" b="1">
                <a:solidFill>
                  <a:srgbClr val="159E9C"/>
                </a:solidFill>
                <a:latin typeface="Helvetica Neue"/>
                <a:ea typeface="Helvetica Neue"/>
                <a:cs typeface="Helvetica Neue"/>
              </a:defRPr>
            </a:lvl1pPr>
            <a:lvl2pPr algn="l">
              <a:defRPr sz="1650" b="1">
                <a:solidFill>
                  <a:srgbClr val="159E9C"/>
                </a:solidFill>
                <a:latin typeface="Helvetica Neue"/>
                <a:ea typeface="Helvetica Neue"/>
                <a:cs typeface="Helvetica Neue"/>
              </a:defRPr>
            </a:lvl2pPr>
            <a:lvl3pPr algn="l">
              <a:defRPr sz="1650" b="1">
                <a:solidFill>
                  <a:srgbClr val="159E9C"/>
                </a:solidFill>
                <a:latin typeface="Helvetica Neue"/>
                <a:ea typeface="Helvetica Neue"/>
                <a:cs typeface="Helvetica Neue"/>
              </a:defRPr>
            </a:lvl3pPr>
            <a:lvl4pPr algn="l">
              <a:defRPr sz="1650" b="1">
                <a:solidFill>
                  <a:srgbClr val="159E9C"/>
                </a:solidFill>
                <a:latin typeface="Helvetica Neue"/>
                <a:ea typeface="Helvetica Neue"/>
                <a:cs typeface="Helvetica Neue"/>
              </a:defRPr>
            </a:lvl4pPr>
            <a:lvl5pPr algn="l">
              <a:defRPr sz="1650" b="1">
                <a:solidFill>
                  <a:srgbClr val="159E9C"/>
                </a:solidFill>
                <a:latin typeface="Helvetica Neue"/>
                <a:ea typeface="Helvetica Neue"/>
                <a:cs typeface="Helvetica Neue"/>
              </a:defRPr>
            </a:lvl5pPr>
            <a:lvl6pPr algn="l">
              <a:defRPr sz="1650" b="1">
                <a:solidFill>
                  <a:srgbClr val="159E9C"/>
                </a:solidFill>
                <a:latin typeface="Helvetica Neue"/>
                <a:ea typeface="Helvetica Neue"/>
                <a:cs typeface="Helvetica Neue"/>
              </a:defRPr>
            </a:lvl6pPr>
            <a:lvl7pPr algn="l">
              <a:defRPr sz="1650" b="1">
                <a:solidFill>
                  <a:srgbClr val="159E9C"/>
                </a:solidFill>
                <a:latin typeface="Helvetica Neue"/>
                <a:ea typeface="Helvetica Neue"/>
                <a:cs typeface="Helvetica Neue"/>
              </a:defRPr>
            </a:lvl7pPr>
            <a:lvl8pPr algn="l">
              <a:defRPr sz="1650" b="1">
                <a:solidFill>
                  <a:srgbClr val="159E9C"/>
                </a:solidFill>
                <a:latin typeface="Helvetica Neue"/>
                <a:ea typeface="Helvetica Neue"/>
                <a:cs typeface="Helvetica Neue"/>
              </a:defRPr>
            </a:lvl8pPr>
            <a:lvl9pPr algn="l">
              <a:defRPr sz="1650" b="1">
                <a:solidFill>
                  <a:srgbClr val="159E9C"/>
                </a:solidFill>
                <a:latin typeface="Helvetica Neue"/>
                <a:ea typeface="Helvetica Neue"/>
                <a:cs typeface="Helvetica Neue"/>
              </a:defRPr>
            </a:lvl9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76B94430-288F-4692-BB56-0910C627EA92}"/>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vs compact windows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Viseme and shuffled controls</a:t>
            </a:r>
          </a:p>
        </p:txBody>
      </p:sp>
      <p:sp>
        <p:nvSpPr>
          <p:cNvPr id="15" name="">
            <a:extLst xmlns:a="http://schemas.openxmlformats.org/drawingml/2006/main">
              <a:ext uri="{FF2B5EF4-FFF2-40B4-BE49-F238E27FC236}">
                <a16:creationId xmlns:a16="http://schemas.microsoft.com/office/drawing/2014/main" id="{1FE98A58-D0C0-441C-9C4B-E228D83A18A2}"/>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DF842149-7405-467B-8928-B76C050F3C46}"/>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defRPr sz="1650" b="1">
                <a:solidFill>
                  <a:srgbClr val="D64545"/>
                </a:solidFill>
                <a:latin typeface="Helvetica Neue"/>
                <a:ea typeface="Helvetica Neue"/>
                <a:cs typeface="Helvetica Neue"/>
              </a:defRPr>
            </a:lvl1pPr>
            <a:lvl2pPr algn="l">
              <a:defRPr sz="1650" b="1">
                <a:solidFill>
                  <a:srgbClr val="D64545"/>
                </a:solidFill>
                <a:latin typeface="Helvetica Neue"/>
                <a:ea typeface="Helvetica Neue"/>
                <a:cs typeface="Helvetica Neue"/>
              </a:defRPr>
            </a:lvl2pPr>
            <a:lvl3pPr algn="l">
              <a:defRPr sz="1650" b="1">
                <a:solidFill>
                  <a:srgbClr val="D64545"/>
                </a:solidFill>
                <a:latin typeface="Helvetica Neue"/>
                <a:ea typeface="Helvetica Neue"/>
                <a:cs typeface="Helvetica Neue"/>
              </a:defRPr>
            </a:lvl3pPr>
            <a:lvl4pPr algn="l">
              <a:defRPr sz="1650" b="1">
                <a:solidFill>
                  <a:srgbClr val="D64545"/>
                </a:solidFill>
                <a:latin typeface="Helvetica Neue"/>
                <a:ea typeface="Helvetica Neue"/>
                <a:cs typeface="Helvetica Neue"/>
              </a:defRPr>
            </a:lvl4pPr>
            <a:lvl5pPr algn="l">
              <a:defRPr sz="1650" b="1">
                <a:solidFill>
                  <a:srgbClr val="D64545"/>
                </a:solidFill>
                <a:latin typeface="Helvetica Neue"/>
                <a:ea typeface="Helvetica Neue"/>
                <a:cs typeface="Helvetica Neue"/>
              </a:defRPr>
            </a:lvl5pPr>
            <a:lvl6pPr algn="l">
              <a:defRPr sz="1650" b="1">
                <a:solidFill>
                  <a:srgbClr val="D64545"/>
                </a:solidFill>
                <a:latin typeface="Helvetica Neue"/>
                <a:ea typeface="Helvetica Neue"/>
                <a:cs typeface="Helvetica Neue"/>
              </a:defRPr>
            </a:lvl6pPr>
            <a:lvl7pPr algn="l">
              <a:defRPr sz="1650" b="1">
                <a:solidFill>
                  <a:srgbClr val="D64545"/>
                </a:solidFill>
                <a:latin typeface="Helvetica Neue"/>
                <a:ea typeface="Helvetica Neue"/>
                <a:cs typeface="Helvetica Neue"/>
              </a:defRPr>
            </a:lvl7pPr>
            <a:lvl8pPr algn="l">
              <a:defRPr sz="1650" b="1">
                <a:solidFill>
                  <a:srgbClr val="D64545"/>
                </a:solidFill>
                <a:latin typeface="Helvetica Neue"/>
                <a:ea typeface="Helvetica Neue"/>
                <a:cs typeface="Helvetica Neue"/>
              </a:defRPr>
            </a:lvl8pPr>
            <a:lvl9pPr algn="l">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B13E9D32-359C-43F5-ACDE-C3199C690081}"/>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D01FEDE2-09D5-4FFB-9642-30BD4DA9BD53}"/>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AC950D05-3A46-410A-A31B-2EA4FF27420E}"/>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defRPr sz="1650" b="1">
                <a:solidFill>
                  <a:srgbClr val="102A43"/>
                </a:solidFill>
                <a:latin typeface="Helvetica Neue"/>
                <a:ea typeface="Helvetica Neue"/>
                <a:cs typeface="Helvetica Neue"/>
              </a:defRPr>
            </a:lvl1pPr>
            <a:lvl2pPr algn="l">
              <a:defRPr sz="1650" b="1">
                <a:solidFill>
                  <a:srgbClr val="102A43"/>
                </a:solidFill>
                <a:latin typeface="Helvetica Neue"/>
                <a:ea typeface="Helvetica Neue"/>
                <a:cs typeface="Helvetica Neue"/>
              </a:defRPr>
            </a:lvl2pPr>
            <a:lvl3pPr algn="l">
              <a:defRPr sz="1650" b="1">
                <a:solidFill>
                  <a:srgbClr val="102A43"/>
                </a:solidFill>
                <a:latin typeface="Helvetica Neue"/>
                <a:ea typeface="Helvetica Neue"/>
                <a:cs typeface="Helvetica Neue"/>
              </a:defRPr>
            </a:lvl3pPr>
            <a:lvl4pPr algn="l">
              <a:defRPr sz="1650" b="1">
                <a:solidFill>
                  <a:srgbClr val="102A43"/>
                </a:solidFill>
                <a:latin typeface="Helvetica Neue"/>
                <a:ea typeface="Helvetica Neue"/>
                <a:cs typeface="Helvetica Neue"/>
              </a:defRPr>
            </a:lvl4pPr>
            <a:lvl5pPr algn="l">
              <a:defRPr sz="1650" b="1">
                <a:solidFill>
                  <a:srgbClr val="102A43"/>
                </a:solidFill>
                <a:latin typeface="Helvetica Neue"/>
                <a:ea typeface="Helvetica Neue"/>
                <a:cs typeface="Helvetica Neue"/>
              </a:defRPr>
            </a:lvl5pPr>
            <a:lvl6pPr algn="l">
              <a:defRPr sz="1650" b="1">
                <a:solidFill>
                  <a:srgbClr val="102A43"/>
                </a:solidFill>
                <a:latin typeface="Helvetica Neue"/>
                <a:ea typeface="Helvetica Neue"/>
                <a:cs typeface="Helvetica Neue"/>
              </a:defRPr>
            </a:lvl6pPr>
            <a:lvl7pPr algn="l">
              <a:defRPr sz="1650" b="1">
                <a:solidFill>
                  <a:srgbClr val="102A43"/>
                </a:solidFill>
                <a:latin typeface="Helvetica Neue"/>
                <a:ea typeface="Helvetica Neue"/>
                <a:cs typeface="Helvetica Neue"/>
              </a:defRPr>
            </a:lvl7pPr>
            <a:lvl8pPr algn="l">
              <a:defRPr sz="1650" b="1">
                <a:solidFill>
                  <a:srgbClr val="102A43"/>
                </a:solidFill>
                <a:latin typeface="Helvetica Neue"/>
                <a:ea typeface="Helvetica Neue"/>
                <a:cs typeface="Helvetica Neue"/>
              </a:defRPr>
            </a:lvl8pPr>
            <a:lvl9pPr algn="l">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Nested grouped evaluation</a:t>
            </a:r>
          </a:p>
        </p:txBody>
      </p:sp>
      <p:sp>
        <p:nvSpPr>
          <p:cNvPr id="20" name="">
            <a:extLst xmlns:a="http://schemas.openxmlformats.org/drawingml/2006/main">
              <a:ext uri="{FF2B5EF4-FFF2-40B4-BE49-F238E27FC236}">
                <a16:creationId xmlns:a16="http://schemas.microsoft.com/office/drawing/2014/main" id="{9DBF2EF0-54D2-45CD-84A0-BAE571F5B78D}"/>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20 × four-fold outer</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3-fold inner log-loss</a:t>
            </a:r>
          </a:p>
        </p:txBody>
      </p:sp>
      <p:sp>
        <p:nvSpPr>
          <p:cNvPr id="21" name="">
            <a:extLst xmlns:a="http://schemas.openxmlformats.org/drawingml/2006/main">
              <a:ext uri="{FF2B5EF4-FFF2-40B4-BE49-F238E27FC236}">
                <a16:creationId xmlns:a16="http://schemas.microsoft.com/office/drawing/2014/main" id="{933CC561-38B7-40D0-8F44-BD66EBAB8825}"/>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1E4F3403-A51B-4518-A1C4-7BBCD6EB6040}"/>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defRPr sz="1650" b="1">
                <a:solidFill>
                  <a:srgbClr val="102A43"/>
                </a:solidFill>
                <a:latin typeface="Helvetica Neue"/>
                <a:ea typeface="Helvetica Neue"/>
                <a:cs typeface="Helvetica Neue"/>
              </a:defRPr>
            </a:lvl1pPr>
            <a:lvl2pPr algn="l">
              <a:defRPr sz="1650" b="1">
                <a:solidFill>
                  <a:srgbClr val="102A43"/>
                </a:solidFill>
                <a:latin typeface="Helvetica Neue"/>
                <a:ea typeface="Helvetica Neue"/>
                <a:cs typeface="Helvetica Neue"/>
              </a:defRPr>
            </a:lvl2pPr>
            <a:lvl3pPr algn="l">
              <a:defRPr sz="1650" b="1">
                <a:solidFill>
                  <a:srgbClr val="102A43"/>
                </a:solidFill>
                <a:latin typeface="Helvetica Neue"/>
                <a:ea typeface="Helvetica Neue"/>
                <a:cs typeface="Helvetica Neue"/>
              </a:defRPr>
            </a:lvl3pPr>
            <a:lvl4pPr algn="l">
              <a:defRPr sz="1650" b="1">
                <a:solidFill>
                  <a:srgbClr val="102A43"/>
                </a:solidFill>
                <a:latin typeface="Helvetica Neue"/>
                <a:ea typeface="Helvetica Neue"/>
                <a:cs typeface="Helvetica Neue"/>
              </a:defRPr>
            </a:lvl4pPr>
            <a:lvl5pPr algn="l">
              <a:defRPr sz="1650" b="1">
                <a:solidFill>
                  <a:srgbClr val="102A43"/>
                </a:solidFill>
                <a:latin typeface="Helvetica Neue"/>
                <a:ea typeface="Helvetica Neue"/>
                <a:cs typeface="Helvetica Neue"/>
              </a:defRPr>
            </a:lvl5pPr>
            <a:lvl6pPr algn="l">
              <a:defRPr sz="1650" b="1">
                <a:solidFill>
                  <a:srgbClr val="102A43"/>
                </a:solidFill>
                <a:latin typeface="Helvetica Neue"/>
                <a:ea typeface="Helvetica Neue"/>
                <a:cs typeface="Helvetica Neue"/>
              </a:defRPr>
            </a:lvl6pPr>
            <a:lvl7pPr algn="l">
              <a:defRPr sz="1650" b="1">
                <a:solidFill>
                  <a:srgbClr val="102A43"/>
                </a:solidFill>
                <a:latin typeface="Helvetica Neue"/>
                <a:ea typeface="Helvetica Neue"/>
                <a:cs typeface="Helvetica Neue"/>
              </a:defRPr>
            </a:lvl7pPr>
            <a:lvl8pPr algn="l">
              <a:defRPr sz="1650" b="1">
                <a:solidFill>
                  <a:srgbClr val="102A43"/>
                </a:solidFill>
                <a:latin typeface="Helvetica Neue"/>
                <a:ea typeface="Helvetica Neue"/>
                <a:cs typeface="Helvetica Neue"/>
              </a:defRPr>
            </a:lvl8pPr>
            <a:lvl9pPr algn="l">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6E365D9C-84EB-456B-B2D4-D4A92260BC02}"/>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1120E064-308A-45FF-A7BF-F9066DCDDBD6}"/>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395697C5-DCC0-4EE5-B0CE-1A279C4290AC}"/>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CFBA5E3B-D7D8-4ABF-872E-6DCEEFDEB00A}"/>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398F294B-51B8-4D14-B6F3-D6780B1E6CA3}"/>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985D4457-DF83-4695-A989-A9AB8A673138}"/>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102A43"/>
                </a:solidFill>
                <a:latin typeface="Helvetica Neue"/>
                <a:ea typeface="Helvetica Neue"/>
                <a:cs typeface="Helvetica Neue"/>
              </a:defRPr>
            </a:defPPr>
            <a:lvl1pPr algn="ctr">
              <a:defRPr sz="1425" b="1">
                <a:solidFill>
                  <a:srgbClr val="102A43"/>
                </a:solidFill>
                <a:latin typeface="Helvetica Neue"/>
                <a:ea typeface="Helvetica Neue"/>
                <a:cs typeface="Helvetica Neue"/>
              </a:defRPr>
            </a:lvl1pPr>
            <a:lvl2pPr algn="ctr">
              <a:defRPr sz="1425" b="1">
                <a:solidFill>
                  <a:srgbClr val="102A43"/>
                </a:solidFill>
                <a:latin typeface="Helvetica Neue"/>
                <a:ea typeface="Helvetica Neue"/>
                <a:cs typeface="Helvetica Neue"/>
              </a:defRPr>
            </a:lvl2pPr>
            <a:lvl3pPr algn="ctr">
              <a:defRPr sz="1425" b="1">
                <a:solidFill>
                  <a:srgbClr val="102A43"/>
                </a:solidFill>
                <a:latin typeface="Helvetica Neue"/>
                <a:ea typeface="Helvetica Neue"/>
                <a:cs typeface="Helvetica Neue"/>
              </a:defRPr>
            </a:lvl3pPr>
            <a:lvl4pPr algn="ctr">
              <a:defRPr sz="1425" b="1">
                <a:solidFill>
                  <a:srgbClr val="102A43"/>
                </a:solidFill>
                <a:latin typeface="Helvetica Neue"/>
                <a:ea typeface="Helvetica Neue"/>
                <a:cs typeface="Helvetica Neue"/>
              </a:defRPr>
            </a:lvl4pPr>
            <a:lvl5pPr algn="ctr">
              <a:defRPr sz="1425" b="1">
                <a:solidFill>
                  <a:srgbClr val="102A43"/>
                </a:solidFill>
                <a:latin typeface="Helvetica Neue"/>
                <a:ea typeface="Helvetica Neue"/>
                <a:cs typeface="Helvetica Neue"/>
              </a:defRPr>
            </a:lvl5pPr>
            <a:lvl6pPr algn="ctr">
              <a:defRPr sz="1425" b="1">
                <a:solidFill>
                  <a:srgbClr val="102A43"/>
                </a:solidFill>
                <a:latin typeface="Helvetica Neue"/>
                <a:ea typeface="Helvetica Neue"/>
                <a:cs typeface="Helvetica Neue"/>
              </a:defRPr>
            </a:lvl6pPr>
            <a:lvl7pPr algn="ctr">
              <a:defRPr sz="1425" b="1">
                <a:solidFill>
                  <a:srgbClr val="102A43"/>
                </a:solidFill>
                <a:latin typeface="Helvetica Neue"/>
                <a:ea typeface="Helvetica Neue"/>
                <a:cs typeface="Helvetica Neue"/>
              </a:defRPr>
            </a:lvl7pPr>
            <a:lvl8pPr algn="ctr">
              <a:defRPr sz="1425" b="1">
                <a:solidFill>
                  <a:srgbClr val="102A43"/>
                </a:solidFill>
                <a:latin typeface="Helvetica Neue"/>
                <a:ea typeface="Helvetica Neue"/>
                <a:cs typeface="Helvetica Neue"/>
              </a:defRPr>
            </a:lvl8pPr>
            <a:lvl9pPr algn="ctr">
              <a:defRPr sz="1425" b="1">
                <a:solidFill>
                  <a:srgbClr val="102A43"/>
                </a:solidFill>
                <a:latin typeface="Helvetica Neue"/>
                <a:ea typeface="Helvetica Neue"/>
                <a:cs typeface="Helvetica Neue"/>
              </a:defRPr>
            </a:lvl9pPr>
          </a:lstStyle>
          <a:p xmlns:a="http://schemas.openxmlformats.org/drawingml/2006/main">
            <a:pPr algn="ctr">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21148610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7F8738-46AF-450B-9D3C-084F52A3E6E9}"/>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BB110AB5-5224-4BD6-A2BC-93F0F46E070D}"/>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4A99B9EA-942E-4B5D-8F8C-B62BD08C0FC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DD449B-06DA-4432-90AE-D42067C3F942}"/>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D41436-FAC4-4F73-A54E-865EB33A252A}"/>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EBEE56A8-EEF0-477F-BEB7-7D038BBB4DFA}"/>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6D9C97A2-A4C9-4EA8-93C6-B55156401CAC}"/>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defRPr sz="1650" b="1">
                <a:solidFill>
                  <a:srgbClr val="102A43"/>
                </a:solidFill>
                <a:latin typeface="Helvetica Neue"/>
                <a:ea typeface="Helvetica Neue"/>
                <a:cs typeface="Helvetica Neue"/>
              </a:defRPr>
            </a:lvl1pPr>
            <a:lvl2pPr algn="l">
              <a:defRPr sz="1650" b="1">
                <a:solidFill>
                  <a:srgbClr val="102A43"/>
                </a:solidFill>
                <a:latin typeface="Helvetica Neue"/>
                <a:ea typeface="Helvetica Neue"/>
                <a:cs typeface="Helvetica Neue"/>
              </a:defRPr>
            </a:lvl2pPr>
            <a:lvl3pPr algn="l">
              <a:defRPr sz="1650" b="1">
                <a:solidFill>
                  <a:srgbClr val="102A43"/>
                </a:solidFill>
                <a:latin typeface="Helvetica Neue"/>
                <a:ea typeface="Helvetica Neue"/>
                <a:cs typeface="Helvetica Neue"/>
              </a:defRPr>
            </a:lvl3pPr>
            <a:lvl4pPr algn="l">
              <a:defRPr sz="1650" b="1">
                <a:solidFill>
                  <a:srgbClr val="102A43"/>
                </a:solidFill>
                <a:latin typeface="Helvetica Neue"/>
                <a:ea typeface="Helvetica Neue"/>
                <a:cs typeface="Helvetica Neue"/>
              </a:defRPr>
            </a:lvl4pPr>
            <a:lvl5pPr algn="l">
              <a:defRPr sz="1650" b="1">
                <a:solidFill>
                  <a:srgbClr val="102A43"/>
                </a:solidFill>
                <a:latin typeface="Helvetica Neue"/>
                <a:ea typeface="Helvetica Neue"/>
                <a:cs typeface="Helvetica Neue"/>
              </a:defRPr>
            </a:lvl5pPr>
            <a:lvl6pPr algn="l">
              <a:defRPr sz="1650" b="1">
                <a:solidFill>
                  <a:srgbClr val="102A43"/>
                </a:solidFill>
                <a:latin typeface="Helvetica Neue"/>
                <a:ea typeface="Helvetica Neue"/>
                <a:cs typeface="Helvetica Neue"/>
              </a:defRPr>
            </a:lvl6pPr>
            <a:lvl7pPr algn="l">
              <a:defRPr sz="1650" b="1">
                <a:solidFill>
                  <a:srgbClr val="102A43"/>
                </a:solidFill>
                <a:latin typeface="Helvetica Neue"/>
                <a:ea typeface="Helvetica Neue"/>
                <a:cs typeface="Helvetica Neue"/>
              </a:defRPr>
            </a:lvl7pPr>
            <a:lvl8pPr algn="l">
              <a:defRPr sz="1650" b="1">
                <a:solidFill>
                  <a:srgbClr val="102A43"/>
                </a:solidFill>
                <a:latin typeface="Helvetica Neue"/>
                <a:ea typeface="Helvetica Neue"/>
                <a:cs typeface="Helvetica Neue"/>
              </a:defRPr>
            </a:lvl8pPr>
            <a:lvl9pPr algn="l">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5B6BB8F9-E564-44FA-84A9-2817EC9EBEBF}"/>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A74BEE6E-A2AA-4D7A-9F89-D1006022054F}"/>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DB30E31-5697-4E1D-8C13-D7BA59B63879}"/>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defRPr sz="1650" b="1">
                <a:solidFill>
                  <a:srgbClr val="E67E22"/>
                </a:solidFill>
                <a:latin typeface="Helvetica Neue"/>
                <a:ea typeface="Helvetica Neue"/>
                <a:cs typeface="Helvetica Neue"/>
              </a:defRPr>
            </a:lvl1pPr>
            <a:lvl2pPr algn="l">
              <a:defRPr sz="1650" b="1">
                <a:solidFill>
                  <a:srgbClr val="E67E22"/>
                </a:solidFill>
                <a:latin typeface="Helvetica Neue"/>
                <a:ea typeface="Helvetica Neue"/>
                <a:cs typeface="Helvetica Neue"/>
              </a:defRPr>
            </a:lvl2pPr>
            <a:lvl3pPr algn="l">
              <a:defRPr sz="1650" b="1">
                <a:solidFill>
                  <a:srgbClr val="E67E22"/>
                </a:solidFill>
                <a:latin typeface="Helvetica Neue"/>
                <a:ea typeface="Helvetica Neue"/>
                <a:cs typeface="Helvetica Neue"/>
              </a:defRPr>
            </a:lvl3pPr>
            <a:lvl4pPr algn="l">
              <a:defRPr sz="1650" b="1">
                <a:solidFill>
                  <a:srgbClr val="E67E22"/>
                </a:solidFill>
                <a:latin typeface="Helvetica Neue"/>
                <a:ea typeface="Helvetica Neue"/>
                <a:cs typeface="Helvetica Neue"/>
              </a:defRPr>
            </a:lvl4pPr>
            <a:lvl5pPr algn="l">
              <a:defRPr sz="1650" b="1">
                <a:solidFill>
                  <a:srgbClr val="E67E22"/>
                </a:solidFill>
                <a:latin typeface="Helvetica Neue"/>
                <a:ea typeface="Helvetica Neue"/>
                <a:cs typeface="Helvetica Neue"/>
              </a:defRPr>
            </a:lvl5pPr>
            <a:lvl6pPr algn="l">
              <a:defRPr sz="1650" b="1">
                <a:solidFill>
                  <a:srgbClr val="E67E22"/>
                </a:solidFill>
                <a:latin typeface="Helvetica Neue"/>
                <a:ea typeface="Helvetica Neue"/>
                <a:cs typeface="Helvetica Neue"/>
              </a:defRPr>
            </a:lvl6pPr>
            <a:lvl7pPr algn="l">
              <a:defRPr sz="1650" b="1">
                <a:solidFill>
                  <a:srgbClr val="E67E22"/>
                </a:solidFill>
                <a:latin typeface="Helvetica Neue"/>
                <a:ea typeface="Helvetica Neue"/>
                <a:cs typeface="Helvetica Neue"/>
              </a:defRPr>
            </a:lvl7pPr>
            <a:lvl8pPr algn="l">
              <a:defRPr sz="1650" b="1">
                <a:solidFill>
                  <a:srgbClr val="E67E22"/>
                </a:solidFill>
                <a:latin typeface="Helvetica Neue"/>
                <a:ea typeface="Helvetica Neue"/>
                <a:cs typeface="Helvetica Neue"/>
              </a:defRPr>
            </a:lvl8pPr>
            <a:lvl9pPr algn="l">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B825E65C-0960-42DF-B73A-4983E30BA05E}"/>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5B2F8E6D-BA6C-4C06-95B9-34F788904151}"/>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C85AA3ED-0709-4D58-A065-81DA978888C0}"/>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defRPr sz="1650" b="1">
                <a:solidFill>
                  <a:srgbClr val="2F6BFF"/>
                </a:solidFill>
                <a:latin typeface="Helvetica Neue"/>
                <a:ea typeface="Helvetica Neue"/>
                <a:cs typeface="Helvetica Neue"/>
              </a:defRPr>
            </a:lvl1pPr>
            <a:lvl2pPr algn="l">
              <a:defRPr sz="1650" b="1">
                <a:solidFill>
                  <a:srgbClr val="2F6BFF"/>
                </a:solidFill>
                <a:latin typeface="Helvetica Neue"/>
                <a:ea typeface="Helvetica Neue"/>
                <a:cs typeface="Helvetica Neue"/>
              </a:defRPr>
            </a:lvl2pPr>
            <a:lvl3pPr algn="l">
              <a:defRPr sz="1650" b="1">
                <a:solidFill>
                  <a:srgbClr val="2F6BFF"/>
                </a:solidFill>
                <a:latin typeface="Helvetica Neue"/>
                <a:ea typeface="Helvetica Neue"/>
                <a:cs typeface="Helvetica Neue"/>
              </a:defRPr>
            </a:lvl3pPr>
            <a:lvl4pPr algn="l">
              <a:defRPr sz="1650" b="1">
                <a:solidFill>
                  <a:srgbClr val="2F6BFF"/>
                </a:solidFill>
                <a:latin typeface="Helvetica Neue"/>
                <a:ea typeface="Helvetica Neue"/>
                <a:cs typeface="Helvetica Neue"/>
              </a:defRPr>
            </a:lvl4pPr>
            <a:lvl5pPr algn="l">
              <a:defRPr sz="1650" b="1">
                <a:solidFill>
                  <a:srgbClr val="2F6BFF"/>
                </a:solidFill>
                <a:latin typeface="Helvetica Neue"/>
                <a:ea typeface="Helvetica Neue"/>
                <a:cs typeface="Helvetica Neue"/>
              </a:defRPr>
            </a:lvl5pPr>
            <a:lvl6pPr algn="l">
              <a:defRPr sz="1650" b="1">
                <a:solidFill>
                  <a:srgbClr val="2F6BFF"/>
                </a:solidFill>
                <a:latin typeface="Helvetica Neue"/>
                <a:ea typeface="Helvetica Neue"/>
                <a:cs typeface="Helvetica Neue"/>
              </a:defRPr>
            </a:lvl6pPr>
            <a:lvl7pPr algn="l">
              <a:defRPr sz="1650" b="1">
                <a:solidFill>
                  <a:srgbClr val="2F6BFF"/>
                </a:solidFill>
                <a:latin typeface="Helvetica Neue"/>
                <a:ea typeface="Helvetica Neue"/>
                <a:cs typeface="Helvetica Neue"/>
              </a:defRPr>
            </a:lvl7pPr>
            <a:lvl8pPr algn="l">
              <a:defRPr sz="1650" b="1">
                <a:solidFill>
                  <a:srgbClr val="2F6BFF"/>
                </a:solidFill>
                <a:latin typeface="Helvetica Neue"/>
                <a:ea typeface="Helvetica Neue"/>
                <a:cs typeface="Helvetica Neue"/>
              </a:defRPr>
            </a:lvl8pPr>
            <a:lvl9pPr algn="l">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413D833A-814F-4DBD-9C9E-94DDA8A5785D}"/>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6656B1F7-20A5-462E-ABE8-C45DD6E43C54}"/>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0459F190-B562-4949-B1E2-3DB1BEBB9606}"/>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F599C5AD-BD42-4AC8-BF8B-A906E76B07AA}"/>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385F99-4DE8-4885-96D5-A0C8DCEBB424}"/>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59E9C"/>
                </a:solidFill>
                <a:latin typeface="Helvetica Neue"/>
                <a:ea typeface="Helvetica Neue"/>
                <a:cs typeface="Helvetica Neue"/>
              </a:defRPr>
            </a:defPPr>
            <a:lvl1pPr algn="l">
              <a:defRPr sz="1800" b="1">
                <a:solidFill>
                  <a:srgbClr val="159E9C"/>
                </a:solidFill>
                <a:latin typeface="Helvetica Neue"/>
                <a:ea typeface="Helvetica Neue"/>
                <a:cs typeface="Helvetica Neue"/>
              </a:defRPr>
            </a:lvl1pPr>
            <a:lvl2pPr algn="l">
              <a:defRPr sz="1800" b="1">
                <a:solidFill>
                  <a:srgbClr val="159E9C"/>
                </a:solidFill>
                <a:latin typeface="Helvetica Neue"/>
                <a:ea typeface="Helvetica Neue"/>
                <a:cs typeface="Helvetica Neue"/>
              </a:defRPr>
            </a:lvl2pPr>
            <a:lvl3pPr algn="l">
              <a:defRPr sz="1800" b="1">
                <a:solidFill>
                  <a:srgbClr val="159E9C"/>
                </a:solidFill>
                <a:latin typeface="Helvetica Neue"/>
                <a:ea typeface="Helvetica Neue"/>
                <a:cs typeface="Helvetica Neue"/>
              </a:defRPr>
            </a:lvl3pPr>
            <a:lvl4pPr algn="l">
              <a:defRPr sz="1800" b="1">
                <a:solidFill>
                  <a:srgbClr val="159E9C"/>
                </a:solidFill>
                <a:latin typeface="Helvetica Neue"/>
                <a:ea typeface="Helvetica Neue"/>
                <a:cs typeface="Helvetica Neue"/>
              </a:defRPr>
            </a:lvl4pPr>
            <a:lvl5pPr algn="l">
              <a:defRPr sz="1800" b="1">
                <a:solidFill>
                  <a:srgbClr val="159E9C"/>
                </a:solidFill>
                <a:latin typeface="Helvetica Neue"/>
                <a:ea typeface="Helvetica Neue"/>
                <a:cs typeface="Helvetica Neue"/>
              </a:defRPr>
            </a:lvl5pPr>
            <a:lvl6pPr algn="l">
              <a:defRPr sz="1800" b="1">
                <a:solidFill>
                  <a:srgbClr val="159E9C"/>
                </a:solidFill>
                <a:latin typeface="Helvetica Neue"/>
                <a:ea typeface="Helvetica Neue"/>
                <a:cs typeface="Helvetica Neue"/>
              </a:defRPr>
            </a:lvl6pPr>
            <a:lvl7pPr algn="l">
              <a:defRPr sz="1800" b="1">
                <a:solidFill>
                  <a:srgbClr val="159E9C"/>
                </a:solidFill>
                <a:latin typeface="Helvetica Neue"/>
                <a:ea typeface="Helvetica Neue"/>
                <a:cs typeface="Helvetica Neue"/>
              </a:defRPr>
            </a:lvl7pPr>
            <a:lvl8pPr algn="l">
              <a:defRPr sz="1800" b="1">
                <a:solidFill>
                  <a:srgbClr val="159E9C"/>
                </a:solidFill>
                <a:latin typeface="Helvetica Neue"/>
                <a:ea typeface="Helvetica Neue"/>
                <a:cs typeface="Helvetica Neue"/>
              </a:defRPr>
            </a:lvl8pPr>
            <a:lvl9pPr algn="l">
              <a:defRPr sz="1800" b="1">
                <a:solidFill>
                  <a:srgbClr val="159E9C"/>
                </a:solidFill>
                <a:latin typeface="Helvetica Neue"/>
                <a:ea typeface="Helvetica Neue"/>
                <a:cs typeface="Helvetica Neue"/>
              </a:defRPr>
            </a:lvl9pPr>
          </a:lstStyle>
          <a:p xmlns:a="http://schemas.openxmlformats.org/drawingml/2006/main">
            <a:pPr algn="l">
              <a:buNone/>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207F9BCE-2636-4631-AE3A-F6DECBE12A76}"/>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102A43"/>
                </a:solidFill>
                <a:latin typeface="Helvetica Neue"/>
                <a:ea typeface="Helvetica Neue"/>
                <a:cs typeface="Helvetica Neue"/>
              </a:defRPr>
            </a:defPPr>
            <a:lvl1pPr algn="ctr">
              <a:defRPr sz="2250" b="1">
                <a:solidFill>
                  <a:srgbClr val="102A43"/>
                </a:solidFill>
                <a:latin typeface="Helvetica Neue"/>
                <a:ea typeface="Helvetica Neue"/>
                <a:cs typeface="Helvetica Neue"/>
              </a:defRPr>
            </a:lvl1pPr>
            <a:lvl2pPr algn="ctr">
              <a:defRPr sz="2250" b="1">
                <a:solidFill>
                  <a:srgbClr val="102A43"/>
                </a:solidFill>
                <a:latin typeface="Helvetica Neue"/>
                <a:ea typeface="Helvetica Neue"/>
                <a:cs typeface="Helvetica Neue"/>
              </a:defRPr>
            </a:lvl2pPr>
            <a:lvl3pPr algn="ctr">
              <a:defRPr sz="2250" b="1">
                <a:solidFill>
                  <a:srgbClr val="102A43"/>
                </a:solidFill>
                <a:latin typeface="Helvetica Neue"/>
                <a:ea typeface="Helvetica Neue"/>
                <a:cs typeface="Helvetica Neue"/>
              </a:defRPr>
            </a:lvl3pPr>
            <a:lvl4pPr algn="ctr">
              <a:defRPr sz="2250" b="1">
                <a:solidFill>
                  <a:srgbClr val="102A43"/>
                </a:solidFill>
                <a:latin typeface="Helvetica Neue"/>
                <a:ea typeface="Helvetica Neue"/>
                <a:cs typeface="Helvetica Neue"/>
              </a:defRPr>
            </a:lvl4pPr>
            <a:lvl5pPr algn="ctr">
              <a:defRPr sz="2250" b="1">
                <a:solidFill>
                  <a:srgbClr val="102A43"/>
                </a:solidFill>
                <a:latin typeface="Helvetica Neue"/>
                <a:ea typeface="Helvetica Neue"/>
                <a:cs typeface="Helvetica Neue"/>
              </a:defRPr>
            </a:lvl5pPr>
            <a:lvl6pPr algn="ctr">
              <a:defRPr sz="2250" b="1">
                <a:solidFill>
                  <a:srgbClr val="102A43"/>
                </a:solidFill>
                <a:latin typeface="Helvetica Neue"/>
                <a:ea typeface="Helvetica Neue"/>
                <a:cs typeface="Helvetica Neue"/>
              </a:defRPr>
            </a:lvl6pPr>
            <a:lvl7pPr algn="ctr">
              <a:defRPr sz="2250" b="1">
                <a:solidFill>
                  <a:srgbClr val="102A43"/>
                </a:solidFill>
                <a:latin typeface="Helvetica Neue"/>
                <a:ea typeface="Helvetica Neue"/>
                <a:cs typeface="Helvetica Neue"/>
              </a:defRPr>
            </a:lvl7pPr>
            <a:lvl8pPr algn="ctr">
              <a:defRPr sz="2250" b="1">
                <a:solidFill>
                  <a:srgbClr val="102A43"/>
                </a:solidFill>
                <a:latin typeface="Helvetica Neue"/>
                <a:ea typeface="Helvetica Neue"/>
                <a:cs typeface="Helvetica Neue"/>
              </a:defRPr>
            </a:lvl8pPr>
            <a:lvl9pPr algn="ctr">
              <a:defRPr sz="2250" b="1">
                <a:solidFill>
                  <a:srgbClr val="102A43"/>
                </a:solidFill>
                <a:latin typeface="Helvetica Neue"/>
                <a:ea typeface="Helvetica Neue"/>
                <a:cs typeface="Helvetica Neue"/>
              </a:defRPr>
            </a:lvl9pPr>
          </a:lstStyle>
          <a:p xmlns:a="http://schemas.openxmlformats.org/drawingml/2006/main">
            <a:pPr algn="ctr">
              <a:buNone/>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951FE2E8-4263-4AD5-BFB1-E1881800989B}"/>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0">
                <a:solidFill>
                  <a:srgbClr val="243B53"/>
                </a:solidFill>
                <a:latin typeface="Helvetica Neue"/>
                <a:ea typeface="Helvetica Neue"/>
                <a:cs typeface="Helvetica Neue"/>
              </a:defRPr>
            </a:defPPr>
            <a:lvl1pPr algn="ctr">
              <a:defRPr sz="1500" b="0">
                <a:solidFill>
                  <a:srgbClr val="243B53"/>
                </a:solidFill>
                <a:latin typeface="Helvetica Neue"/>
                <a:ea typeface="Helvetica Neue"/>
                <a:cs typeface="Helvetica Neue"/>
              </a:defRPr>
            </a:lvl1pPr>
            <a:lvl2pPr algn="ctr">
              <a:defRPr sz="1500" b="0">
                <a:solidFill>
                  <a:srgbClr val="243B53"/>
                </a:solidFill>
                <a:latin typeface="Helvetica Neue"/>
                <a:ea typeface="Helvetica Neue"/>
                <a:cs typeface="Helvetica Neue"/>
              </a:defRPr>
            </a:lvl2pPr>
            <a:lvl3pPr algn="ctr">
              <a:defRPr sz="1500" b="0">
                <a:solidFill>
                  <a:srgbClr val="243B53"/>
                </a:solidFill>
                <a:latin typeface="Helvetica Neue"/>
                <a:ea typeface="Helvetica Neue"/>
                <a:cs typeface="Helvetica Neue"/>
              </a:defRPr>
            </a:lvl3pPr>
            <a:lvl4pPr algn="ctr">
              <a:defRPr sz="1500" b="0">
                <a:solidFill>
                  <a:srgbClr val="243B53"/>
                </a:solidFill>
                <a:latin typeface="Helvetica Neue"/>
                <a:ea typeface="Helvetica Neue"/>
                <a:cs typeface="Helvetica Neue"/>
              </a:defRPr>
            </a:lvl4pPr>
            <a:lvl5pPr algn="ctr">
              <a:defRPr sz="1500" b="0">
                <a:solidFill>
                  <a:srgbClr val="243B53"/>
                </a:solidFill>
                <a:latin typeface="Helvetica Neue"/>
                <a:ea typeface="Helvetica Neue"/>
                <a:cs typeface="Helvetica Neue"/>
              </a:defRPr>
            </a:lvl5pPr>
            <a:lvl6pPr algn="ctr">
              <a:defRPr sz="1500" b="0">
                <a:solidFill>
                  <a:srgbClr val="243B53"/>
                </a:solidFill>
                <a:latin typeface="Helvetica Neue"/>
                <a:ea typeface="Helvetica Neue"/>
                <a:cs typeface="Helvetica Neue"/>
              </a:defRPr>
            </a:lvl6pPr>
            <a:lvl7pPr algn="ctr">
              <a:defRPr sz="1500" b="0">
                <a:solidFill>
                  <a:srgbClr val="243B53"/>
                </a:solidFill>
                <a:latin typeface="Helvetica Neue"/>
                <a:ea typeface="Helvetica Neue"/>
                <a:cs typeface="Helvetica Neue"/>
              </a:defRPr>
            </a:lvl7pPr>
            <a:lvl8pPr algn="ctr">
              <a:defRPr sz="1500" b="0">
                <a:solidFill>
                  <a:srgbClr val="243B53"/>
                </a:solidFill>
                <a:latin typeface="Helvetica Neue"/>
                <a:ea typeface="Helvetica Neue"/>
                <a:cs typeface="Helvetica Neue"/>
              </a:defRPr>
            </a:lvl8pPr>
            <a:lvl9pPr algn="ctr">
              <a:defRPr sz="1500" b="0">
                <a:solidFill>
                  <a:srgbClr val="243B53"/>
                </a:solidFill>
                <a:latin typeface="Helvetica Neue"/>
                <a:ea typeface="Helvetica Neue"/>
                <a:cs typeface="Helvetica Neue"/>
              </a:defRPr>
            </a:lvl9pPr>
          </a:lstStyle>
          <a:p xmlns:a="http://schemas.openxmlformats.org/drawingml/2006/main">
            <a:pPr algn="ctr">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3FCDA84F-BC4A-4490-8187-4028CEBEDE73}"/>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vl1pPr algn="ctr">
              <a:defRPr sz="1500" b="1">
                <a:solidFill>
                  <a:srgbClr val="D64545"/>
                </a:solidFill>
                <a:latin typeface="Helvetica Neue"/>
                <a:ea typeface="Helvetica Neue"/>
                <a:cs typeface="Helvetica Neue"/>
              </a:defRPr>
            </a:lvl1pPr>
            <a:lvl2pPr algn="ctr">
              <a:defRPr sz="1500" b="1">
                <a:solidFill>
                  <a:srgbClr val="D64545"/>
                </a:solidFill>
                <a:latin typeface="Helvetica Neue"/>
                <a:ea typeface="Helvetica Neue"/>
                <a:cs typeface="Helvetica Neue"/>
              </a:defRPr>
            </a:lvl2pPr>
            <a:lvl3pPr algn="ctr">
              <a:defRPr sz="1500" b="1">
                <a:solidFill>
                  <a:srgbClr val="D64545"/>
                </a:solidFill>
                <a:latin typeface="Helvetica Neue"/>
                <a:ea typeface="Helvetica Neue"/>
                <a:cs typeface="Helvetica Neue"/>
              </a:defRPr>
            </a:lvl3pPr>
            <a:lvl4pPr algn="ctr">
              <a:defRPr sz="1500" b="1">
                <a:solidFill>
                  <a:srgbClr val="D64545"/>
                </a:solidFill>
                <a:latin typeface="Helvetica Neue"/>
                <a:ea typeface="Helvetica Neue"/>
                <a:cs typeface="Helvetica Neue"/>
              </a:defRPr>
            </a:lvl4pPr>
            <a:lvl5pPr algn="ctr">
              <a:defRPr sz="1500" b="1">
                <a:solidFill>
                  <a:srgbClr val="D64545"/>
                </a:solidFill>
                <a:latin typeface="Helvetica Neue"/>
                <a:ea typeface="Helvetica Neue"/>
                <a:cs typeface="Helvetica Neue"/>
              </a:defRPr>
            </a:lvl5pPr>
            <a:lvl6pPr algn="ctr">
              <a:defRPr sz="1500" b="1">
                <a:solidFill>
                  <a:srgbClr val="D64545"/>
                </a:solidFill>
                <a:latin typeface="Helvetica Neue"/>
                <a:ea typeface="Helvetica Neue"/>
                <a:cs typeface="Helvetica Neue"/>
              </a:defRPr>
            </a:lvl6pPr>
            <a:lvl7pPr algn="ctr">
              <a:defRPr sz="1500" b="1">
                <a:solidFill>
                  <a:srgbClr val="D64545"/>
                </a:solidFill>
                <a:latin typeface="Helvetica Neue"/>
                <a:ea typeface="Helvetica Neue"/>
                <a:cs typeface="Helvetica Neue"/>
              </a:defRPr>
            </a:lvl7pPr>
            <a:lvl8pPr algn="ctr">
              <a:defRPr sz="1500" b="1">
                <a:solidFill>
                  <a:srgbClr val="D64545"/>
                </a:solidFill>
                <a:latin typeface="Helvetica Neue"/>
                <a:ea typeface="Helvetica Neue"/>
                <a:cs typeface="Helvetica Neue"/>
              </a:defRPr>
            </a:lvl8pPr>
            <a:lvl9pPr algn="ctr">
              <a:defRPr sz="1500" b="1">
                <a:solidFill>
                  <a:srgbClr val="D64545"/>
                </a:solidFill>
                <a:latin typeface="Helvetica Neue"/>
                <a:ea typeface="Helvetica Neue"/>
                <a:cs typeface="Helvetica Neue"/>
              </a:defRPr>
            </a:lvl9pPr>
          </a:lstStyle>
          <a:p xmlns:a="http://schemas.openxmlformats.org/drawingml/2006/main">
            <a:pPr algn="ctr">
              <a:buNone/>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17117993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B14E81-211C-4033-96B9-990A03A6193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expanded matched experiment</a:t>
            </a:r>
          </a:p>
        </p:txBody>
      </p:sp>
      <p:sp>
        <p:nvSpPr>
          <p:cNvPr id="2" name="">
            <a:extLst xmlns:a="http://schemas.openxmlformats.org/drawingml/2006/main">
              <a:ext uri="{FF2B5EF4-FFF2-40B4-BE49-F238E27FC236}">
                <a16:creationId xmlns:a16="http://schemas.microsoft.com/office/drawing/2014/main" id="{9F94E856-0357-4F7A-81F2-AED6CC98382F}"/>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99378F1-4159-4C38-8B77-DF956C13A41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988CD5-FCC8-4EED-9D94-F08FEF4F4244}"/>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B8C31B16-9753-4093-9CE4-9D20842DC19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5295E7B2-1908-4F02-B920-11CAC0CBE55C}"/>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7D664A12-BCDF-4DE2-B337-1222735AD02F}"/>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defRPr sz="1650" b="1">
                <a:solidFill>
                  <a:srgbClr val="2F6BFF"/>
                </a:solidFill>
                <a:latin typeface="Helvetica Neue"/>
                <a:ea typeface="Helvetica Neue"/>
                <a:cs typeface="Helvetica Neue"/>
              </a:defRPr>
            </a:lvl1pPr>
            <a:lvl2pPr algn="l">
              <a:defRPr sz="1650" b="1">
                <a:solidFill>
                  <a:srgbClr val="2F6BFF"/>
                </a:solidFill>
                <a:latin typeface="Helvetica Neue"/>
                <a:ea typeface="Helvetica Neue"/>
                <a:cs typeface="Helvetica Neue"/>
              </a:defRPr>
            </a:lvl2pPr>
            <a:lvl3pPr algn="l">
              <a:defRPr sz="1650" b="1">
                <a:solidFill>
                  <a:srgbClr val="2F6BFF"/>
                </a:solidFill>
                <a:latin typeface="Helvetica Neue"/>
                <a:ea typeface="Helvetica Neue"/>
                <a:cs typeface="Helvetica Neue"/>
              </a:defRPr>
            </a:lvl3pPr>
            <a:lvl4pPr algn="l">
              <a:defRPr sz="1650" b="1">
                <a:solidFill>
                  <a:srgbClr val="2F6BFF"/>
                </a:solidFill>
                <a:latin typeface="Helvetica Neue"/>
                <a:ea typeface="Helvetica Neue"/>
                <a:cs typeface="Helvetica Neue"/>
              </a:defRPr>
            </a:lvl4pPr>
            <a:lvl5pPr algn="l">
              <a:defRPr sz="1650" b="1">
                <a:solidFill>
                  <a:srgbClr val="2F6BFF"/>
                </a:solidFill>
                <a:latin typeface="Helvetica Neue"/>
                <a:ea typeface="Helvetica Neue"/>
                <a:cs typeface="Helvetica Neue"/>
              </a:defRPr>
            </a:lvl5pPr>
            <a:lvl6pPr algn="l">
              <a:defRPr sz="1650" b="1">
                <a:solidFill>
                  <a:srgbClr val="2F6BFF"/>
                </a:solidFill>
                <a:latin typeface="Helvetica Neue"/>
                <a:ea typeface="Helvetica Neue"/>
                <a:cs typeface="Helvetica Neue"/>
              </a:defRPr>
            </a:lvl6pPr>
            <a:lvl7pPr algn="l">
              <a:defRPr sz="1650" b="1">
                <a:solidFill>
                  <a:srgbClr val="2F6BFF"/>
                </a:solidFill>
                <a:latin typeface="Helvetica Neue"/>
                <a:ea typeface="Helvetica Neue"/>
                <a:cs typeface="Helvetica Neue"/>
              </a:defRPr>
            </a:lvl7pPr>
            <a:lvl8pPr algn="l">
              <a:defRPr sz="1650" b="1">
                <a:solidFill>
                  <a:srgbClr val="2F6BFF"/>
                </a:solidFill>
                <a:latin typeface="Helvetica Neue"/>
                <a:ea typeface="Helvetica Neue"/>
                <a:cs typeface="Helvetica Neue"/>
              </a:defRPr>
            </a:lvl8pPr>
            <a:lvl9pPr algn="l">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36 pairs</a:t>
            </a:r>
          </a:p>
        </p:txBody>
      </p:sp>
      <p:sp>
        <p:nvSpPr>
          <p:cNvPr id="8" name="">
            <a:extLst xmlns:a="http://schemas.openxmlformats.org/drawingml/2006/main">
              <a:ext uri="{FF2B5EF4-FFF2-40B4-BE49-F238E27FC236}">
                <a16:creationId xmlns:a16="http://schemas.microsoft.com/office/drawing/2014/main" id="{2DE1939D-8A2D-4A59-8F3D-8E165DDFCE49}"/>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Same identity/audio</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72 controlled clips</a:t>
            </a:r>
          </a:p>
        </p:txBody>
      </p:sp>
      <p:sp>
        <p:nvSpPr>
          <p:cNvPr id="9" name="">
            <a:extLst xmlns:a="http://schemas.openxmlformats.org/drawingml/2006/main">
              <a:ext uri="{FF2B5EF4-FFF2-40B4-BE49-F238E27FC236}">
                <a16:creationId xmlns:a16="http://schemas.microsoft.com/office/drawing/2014/main" id="{4DED0F70-4932-4DB2-AD18-92C3823EE222}"/>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1E7014B4-2C2E-4B50-83D0-08FC3381B009}"/>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D3A65E21-1179-4C91-B956-87DC18D32042}"/>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vl1pPr algn="l">
              <a:defRPr sz="1650" b="1">
                <a:solidFill>
                  <a:srgbClr val="159E9C"/>
                </a:solidFill>
                <a:latin typeface="Helvetica Neue"/>
                <a:ea typeface="Helvetica Neue"/>
                <a:cs typeface="Helvetica Neue"/>
              </a:defRPr>
            </a:lvl1pPr>
            <a:lvl2pPr algn="l">
              <a:defRPr sz="1650" b="1">
                <a:solidFill>
                  <a:srgbClr val="159E9C"/>
                </a:solidFill>
                <a:latin typeface="Helvetica Neue"/>
                <a:ea typeface="Helvetica Neue"/>
                <a:cs typeface="Helvetica Neue"/>
              </a:defRPr>
            </a:lvl2pPr>
            <a:lvl3pPr algn="l">
              <a:defRPr sz="1650" b="1">
                <a:solidFill>
                  <a:srgbClr val="159E9C"/>
                </a:solidFill>
                <a:latin typeface="Helvetica Neue"/>
                <a:ea typeface="Helvetica Neue"/>
                <a:cs typeface="Helvetica Neue"/>
              </a:defRPr>
            </a:lvl3pPr>
            <a:lvl4pPr algn="l">
              <a:defRPr sz="1650" b="1">
                <a:solidFill>
                  <a:srgbClr val="159E9C"/>
                </a:solidFill>
                <a:latin typeface="Helvetica Neue"/>
                <a:ea typeface="Helvetica Neue"/>
                <a:cs typeface="Helvetica Neue"/>
              </a:defRPr>
            </a:lvl4pPr>
            <a:lvl5pPr algn="l">
              <a:defRPr sz="1650" b="1">
                <a:solidFill>
                  <a:srgbClr val="159E9C"/>
                </a:solidFill>
                <a:latin typeface="Helvetica Neue"/>
                <a:ea typeface="Helvetica Neue"/>
                <a:cs typeface="Helvetica Neue"/>
              </a:defRPr>
            </a:lvl5pPr>
            <a:lvl6pPr algn="l">
              <a:defRPr sz="1650" b="1">
                <a:solidFill>
                  <a:srgbClr val="159E9C"/>
                </a:solidFill>
                <a:latin typeface="Helvetica Neue"/>
                <a:ea typeface="Helvetica Neue"/>
                <a:cs typeface="Helvetica Neue"/>
              </a:defRPr>
            </a:lvl6pPr>
            <a:lvl7pPr algn="l">
              <a:defRPr sz="1650" b="1">
                <a:solidFill>
                  <a:srgbClr val="159E9C"/>
                </a:solidFill>
                <a:latin typeface="Helvetica Neue"/>
                <a:ea typeface="Helvetica Neue"/>
                <a:cs typeface="Helvetica Neue"/>
              </a:defRPr>
            </a:lvl7pPr>
            <a:lvl8pPr algn="l">
              <a:defRPr sz="1650" b="1">
                <a:solidFill>
                  <a:srgbClr val="159E9C"/>
                </a:solidFill>
                <a:latin typeface="Helvetica Neue"/>
                <a:ea typeface="Helvetica Neue"/>
                <a:cs typeface="Helvetica Neue"/>
              </a:defRPr>
            </a:lvl8pPr>
            <a:lvl9pPr algn="l">
              <a:defRPr sz="1650" b="1">
                <a:solidFill>
                  <a:srgbClr val="159E9C"/>
                </a:solidFill>
                <a:latin typeface="Helvetica Neue"/>
                <a:ea typeface="Helvetica Neue"/>
                <a:cs typeface="Helvetica Neue"/>
              </a:defRPr>
            </a:lvl9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C586054E-0EC4-430C-9135-279C1DEA6A6B}"/>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938529C6-A28D-435C-9CCE-0BC0921197B4}"/>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8E056B4E-6367-47E7-93BE-CE9B0407671B}"/>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94632F1E-F2BB-47CE-9FC2-11327FC8ACCC}"/>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defRPr sz="1650" b="1">
                <a:solidFill>
                  <a:srgbClr val="E67E22"/>
                </a:solidFill>
                <a:latin typeface="Helvetica Neue"/>
                <a:ea typeface="Helvetica Neue"/>
                <a:cs typeface="Helvetica Neue"/>
              </a:defRPr>
            </a:lvl1pPr>
            <a:lvl2pPr algn="l">
              <a:defRPr sz="1650" b="1">
                <a:solidFill>
                  <a:srgbClr val="E67E22"/>
                </a:solidFill>
                <a:latin typeface="Helvetica Neue"/>
                <a:ea typeface="Helvetica Neue"/>
                <a:cs typeface="Helvetica Neue"/>
              </a:defRPr>
            </a:lvl2pPr>
            <a:lvl3pPr algn="l">
              <a:defRPr sz="1650" b="1">
                <a:solidFill>
                  <a:srgbClr val="E67E22"/>
                </a:solidFill>
                <a:latin typeface="Helvetica Neue"/>
                <a:ea typeface="Helvetica Neue"/>
                <a:cs typeface="Helvetica Neue"/>
              </a:defRPr>
            </a:lvl3pPr>
            <a:lvl4pPr algn="l">
              <a:defRPr sz="1650" b="1">
                <a:solidFill>
                  <a:srgbClr val="E67E22"/>
                </a:solidFill>
                <a:latin typeface="Helvetica Neue"/>
                <a:ea typeface="Helvetica Neue"/>
                <a:cs typeface="Helvetica Neue"/>
              </a:defRPr>
            </a:lvl4pPr>
            <a:lvl5pPr algn="l">
              <a:defRPr sz="1650" b="1">
                <a:solidFill>
                  <a:srgbClr val="E67E22"/>
                </a:solidFill>
                <a:latin typeface="Helvetica Neue"/>
                <a:ea typeface="Helvetica Neue"/>
                <a:cs typeface="Helvetica Neue"/>
              </a:defRPr>
            </a:lvl5pPr>
            <a:lvl6pPr algn="l">
              <a:defRPr sz="1650" b="1">
                <a:solidFill>
                  <a:srgbClr val="E67E22"/>
                </a:solidFill>
                <a:latin typeface="Helvetica Neue"/>
                <a:ea typeface="Helvetica Neue"/>
                <a:cs typeface="Helvetica Neue"/>
              </a:defRPr>
            </a:lvl6pPr>
            <a:lvl7pPr algn="l">
              <a:defRPr sz="1650" b="1">
                <a:solidFill>
                  <a:srgbClr val="E67E22"/>
                </a:solidFill>
                <a:latin typeface="Helvetica Neue"/>
                <a:ea typeface="Helvetica Neue"/>
                <a:cs typeface="Helvetica Neue"/>
              </a:defRPr>
            </a:lvl7pPr>
            <a:lvl8pPr algn="l">
              <a:defRPr sz="1650" b="1">
                <a:solidFill>
                  <a:srgbClr val="E67E22"/>
                </a:solidFill>
                <a:latin typeface="Helvetica Neue"/>
                <a:ea typeface="Helvetica Neue"/>
                <a:cs typeface="Helvetica Neue"/>
              </a:defRPr>
            </a:lvl8pPr>
            <a:lvl9pPr algn="l">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7DB493FC-71D4-4C19-B6AB-BEC376D0A87B}"/>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0F41FDF3-1A8B-4E49-AD06-6604E45DEB88}"/>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033D673A-0AA2-4E5A-8E67-BD83E6648BDC}"/>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35550626-57A5-4B0C-BA0C-D517EA37FA77}"/>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defRPr sz="1650" b="1">
                <a:solidFill>
                  <a:srgbClr val="D64545"/>
                </a:solidFill>
                <a:latin typeface="Helvetica Neue"/>
                <a:ea typeface="Helvetica Neue"/>
                <a:cs typeface="Helvetica Neue"/>
              </a:defRPr>
            </a:lvl1pPr>
            <a:lvl2pPr algn="l">
              <a:defRPr sz="1650" b="1">
                <a:solidFill>
                  <a:srgbClr val="D64545"/>
                </a:solidFill>
                <a:latin typeface="Helvetica Neue"/>
                <a:ea typeface="Helvetica Neue"/>
                <a:cs typeface="Helvetica Neue"/>
              </a:defRPr>
            </a:lvl2pPr>
            <a:lvl3pPr algn="l">
              <a:defRPr sz="1650" b="1">
                <a:solidFill>
                  <a:srgbClr val="D64545"/>
                </a:solidFill>
                <a:latin typeface="Helvetica Neue"/>
                <a:ea typeface="Helvetica Neue"/>
                <a:cs typeface="Helvetica Neue"/>
              </a:defRPr>
            </a:lvl3pPr>
            <a:lvl4pPr algn="l">
              <a:defRPr sz="1650" b="1">
                <a:solidFill>
                  <a:srgbClr val="D64545"/>
                </a:solidFill>
                <a:latin typeface="Helvetica Neue"/>
                <a:ea typeface="Helvetica Neue"/>
                <a:cs typeface="Helvetica Neue"/>
              </a:defRPr>
            </a:lvl4pPr>
            <a:lvl5pPr algn="l">
              <a:defRPr sz="1650" b="1">
                <a:solidFill>
                  <a:srgbClr val="D64545"/>
                </a:solidFill>
                <a:latin typeface="Helvetica Neue"/>
                <a:ea typeface="Helvetica Neue"/>
                <a:cs typeface="Helvetica Neue"/>
              </a:defRPr>
            </a:lvl5pPr>
            <a:lvl6pPr algn="l">
              <a:defRPr sz="1650" b="1">
                <a:solidFill>
                  <a:srgbClr val="D64545"/>
                </a:solidFill>
                <a:latin typeface="Helvetica Neue"/>
                <a:ea typeface="Helvetica Neue"/>
                <a:cs typeface="Helvetica Neue"/>
              </a:defRPr>
            </a:lvl6pPr>
            <a:lvl7pPr algn="l">
              <a:defRPr sz="1650" b="1">
                <a:solidFill>
                  <a:srgbClr val="D64545"/>
                </a:solidFill>
                <a:latin typeface="Helvetica Neue"/>
                <a:ea typeface="Helvetica Neue"/>
                <a:cs typeface="Helvetica Neue"/>
              </a:defRPr>
            </a:lvl7pPr>
            <a:lvl8pPr algn="l">
              <a:defRPr sz="1650" b="1">
                <a:solidFill>
                  <a:srgbClr val="D64545"/>
                </a:solidFill>
                <a:latin typeface="Helvetica Neue"/>
                <a:ea typeface="Helvetica Neue"/>
                <a:cs typeface="Helvetica Neue"/>
              </a:defRPr>
            </a:lvl8pPr>
            <a:lvl9pPr algn="l">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Four views</a:t>
            </a:r>
          </a:p>
        </p:txBody>
      </p:sp>
      <p:sp>
        <p:nvSpPr>
          <p:cNvPr id="20" name="">
            <a:extLst xmlns:a="http://schemas.openxmlformats.org/drawingml/2006/main">
              <a:ext uri="{FF2B5EF4-FFF2-40B4-BE49-F238E27FC236}">
                <a16:creationId xmlns:a16="http://schemas.microsoft.com/office/drawing/2014/main" id="{FC029DD4-D786-4F5C-9072-C1964E7CF841}"/>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24 global, 60 window</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Viseme and shuffled</a:t>
            </a:r>
          </a:p>
        </p:txBody>
      </p:sp>
      <p:sp>
        <p:nvSpPr>
          <p:cNvPr id="21" name="">
            <a:extLst xmlns:a="http://schemas.openxmlformats.org/drawingml/2006/main">
              <a:ext uri="{FF2B5EF4-FFF2-40B4-BE49-F238E27FC236}">
                <a16:creationId xmlns:a16="http://schemas.microsoft.com/office/drawing/2014/main" id="{FFE4F62B-ACE0-4AD4-86E3-3146C39E31DF}"/>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E87A96A7-2E02-493C-B9BC-3DA84AAE3260}"/>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CA7A1127-4DA7-44B9-984D-C9551B420DA5}"/>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defRPr sz="1650" b="1">
                <a:solidFill>
                  <a:srgbClr val="102A43"/>
                </a:solidFill>
                <a:latin typeface="Helvetica Neue"/>
                <a:ea typeface="Helvetica Neue"/>
                <a:cs typeface="Helvetica Neue"/>
              </a:defRPr>
            </a:lvl1pPr>
            <a:lvl2pPr algn="l">
              <a:defRPr sz="1650" b="1">
                <a:solidFill>
                  <a:srgbClr val="102A43"/>
                </a:solidFill>
                <a:latin typeface="Helvetica Neue"/>
                <a:ea typeface="Helvetica Neue"/>
                <a:cs typeface="Helvetica Neue"/>
              </a:defRPr>
            </a:lvl2pPr>
            <a:lvl3pPr algn="l">
              <a:defRPr sz="1650" b="1">
                <a:solidFill>
                  <a:srgbClr val="102A43"/>
                </a:solidFill>
                <a:latin typeface="Helvetica Neue"/>
                <a:ea typeface="Helvetica Neue"/>
                <a:cs typeface="Helvetica Neue"/>
              </a:defRPr>
            </a:lvl3pPr>
            <a:lvl4pPr algn="l">
              <a:defRPr sz="1650" b="1">
                <a:solidFill>
                  <a:srgbClr val="102A43"/>
                </a:solidFill>
                <a:latin typeface="Helvetica Neue"/>
                <a:ea typeface="Helvetica Neue"/>
                <a:cs typeface="Helvetica Neue"/>
              </a:defRPr>
            </a:lvl4pPr>
            <a:lvl5pPr algn="l">
              <a:defRPr sz="1650" b="1">
                <a:solidFill>
                  <a:srgbClr val="102A43"/>
                </a:solidFill>
                <a:latin typeface="Helvetica Neue"/>
                <a:ea typeface="Helvetica Neue"/>
                <a:cs typeface="Helvetica Neue"/>
              </a:defRPr>
            </a:lvl5pPr>
            <a:lvl6pPr algn="l">
              <a:defRPr sz="1650" b="1">
                <a:solidFill>
                  <a:srgbClr val="102A43"/>
                </a:solidFill>
                <a:latin typeface="Helvetica Neue"/>
                <a:ea typeface="Helvetica Neue"/>
                <a:cs typeface="Helvetica Neue"/>
              </a:defRPr>
            </a:lvl6pPr>
            <a:lvl7pPr algn="l">
              <a:defRPr sz="1650" b="1">
                <a:solidFill>
                  <a:srgbClr val="102A43"/>
                </a:solidFill>
                <a:latin typeface="Helvetica Neue"/>
                <a:ea typeface="Helvetica Neue"/>
                <a:cs typeface="Helvetica Neue"/>
              </a:defRPr>
            </a:lvl7pPr>
            <a:lvl8pPr algn="l">
              <a:defRPr sz="1650" b="1">
                <a:solidFill>
                  <a:srgbClr val="102A43"/>
                </a:solidFill>
                <a:latin typeface="Helvetica Neue"/>
                <a:ea typeface="Helvetica Neue"/>
                <a:cs typeface="Helvetica Neue"/>
              </a:defRPr>
            </a:lvl8pPr>
            <a:lvl9pPr algn="l">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Nested CV</a:t>
            </a:r>
          </a:p>
        </p:txBody>
      </p:sp>
      <p:sp>
        <p:nvSpPr>
          <p:cNvPr id="24" name="">
            <a:extLst xmlns:a="http://schemas.openxmlformats.org/drawingml/2006/main">
              <a:ext uri="{FF2B5EF4-FFF2-40B4-BE49-F238E27FC236}">
                <a16:creationId xmlns:a16="http://schemas.microsoft.com/office/drawing/2014/main" id="{3FB07202-11DD-4F88-AE11-3A5E7BD708CB}"/>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Outer: 20 × four-fold</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Inner: log-loss C selection</a:t>
            </a:r>
          </a:p>
        </p:txBody>
      </p:sp>
      <p:sp>
        <p:nvSpPr>
          <p:cNvPr id="25" name="">
            <a:extLst xmlns:a="http://schemas.openxmlformats.org/drawingml/2006/main">
              <a:ext uri="{FF2B5EF4-FFF2-40B4-BE49-F238E27FC236}">
                <a16:creationId xmlns:a16="http://schemas.microsoft.com/office/drawing/2014/main" id="{81C7E0CF-54C7-493C-AFDA-E91A7AE96F1A}"/>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defRPr sz="1650" b="1">
                <a:solidFill>
                  <a:srgbClr val="102A43"/>
                </a:solidFill>
                <a:latin typeface="Helvetica Neue"/>
                <a:ea typeface="Helvetica Neue"/>
                <a:cs typeface="Helvetica Neue"/>
              </a:defRPr>
            </a:lvl1pPr>
            <a:lvl2pPr algn="l">
              <a:defRPr sz="1650" b="1">
                <a:solidFill>
                  <a:srgbClr val="102A43"/>
                </a:solidFill>
                <a:latin typeface="Helvetica Neue"/>
                <a:ea typeface="Helvetica Neue"/>
                <a:cs typeface="Helvetica Neue"/>
              </a:defRPr>
            </a:lvl2pPr>
            <a:lvl3pPr algn="l">
              <a:defRPr sz="1650" b="1">
                <a:solidFill>
                  <a:srgbClr val="102A43"/>
                </a:solidFill>
                <a:latin typeface="Helvetica Neue"/>
                <a:ea typeface="Helvetica Neue"/>
                <a:cs typeface="Helvetica Neue"/>
              </a:defRPr>
            </a:lvl3pPr>
            <a:lvl4pPr algn="l">
              <a:defRPr sz="1650" b="1">
                <a:solidFill>
                  <a:srgbClr val="102A43"/>
                </a:solidFill>
                <a:latin typeface="Helvetica Neue"/>
                <a:ea typeface="Helvetica Neue"/>
                <a:cs typeface="Helvetica Neue"/>
              </a:defRPr>
            </a:lvl4pPr>
            <a:lvl5pPr algn="l">
              <a:defRPr sz="1650" b="1">
                <a:solidFill>
                  <a:srgbClr val="102A43"/>
                </a:solidFill>
                <a:latin typeface="Helvetica Neue"/>
                <a:ea typeface="Helvetica Neue"/>
                <a:cs typeface="Helvetica Neue"/>
              </a:defRPr>
            </a:lvl5pPr>
            <a:lvl6pPr algn="l">
              <a:defRPr sz="1650" b="1">
                <a:solidFill>
                  <a:srgbClr val="102A43"/>
                </a:solidFill>
                <a:latin typeface="Helvetica Neue"/>
                <a:ea typeface="Helvetica Neue"/>
                <a:cs typeface="Helvetica Neue"/>
              </a:defRPr>
            </a:lvl6pPr>
            <a:lvl7pPr algn="l">
              <a:defRPr sz="1650" b="1">
                <a:solidFill>
                  <a:srgbClr val="102A43"/>
                </a:solidFill>
                <a:latin typeface="Helvetica Neue"/>
                <a:ea typeface="Helvetica Neue"/>
                <a:cs typeface="Helvetica Neue"/>
              </a:defRPr>
            </a:lvl7pPr>
            <a:lvl8pPr algn="l">
              <a:defRPr sz="1650" b="1">
                <a:solidFill>
                  <a:srgbClr val="102A43"/>
                </a:solidFill>
                <a:latin typeface="Helvetica Neue"/>
                <a:ea typeface="Helvetica Neue"/>
                <a:cs typeface="Helvetica Neue"/>
              </a:defRPr>
            </a:lvl8pPr>
            <a:lvl9pPr algn="l">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Identical decoded audio and codec inside each pair</a:t>
            </a:r>
          </a:p>
        </p:txBody>
      </p:sp>
      <p:sp>
        <p:nvSpPr>
          <p:cNvPr id="26" name="">
            <a:extLst xmlns:a="http://schemas.openxmlformats.org/drawingml/2006/main">
              <a:ext uri="{FF2B5EF4-FFF2-40B4-BE49-F238E27FC236}">
                <a16:creationId xmlns:a16="http://schemas.microsoft.com/office/drawing/2014/main" id="{1FD51F84-C900-41DD-8F89-2D77482B9A9F}"/>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vl1pPr algn="l">
              <a:defRPr sz="1500" b="0">
                <a:solidFill>
                  <a:srgbClr val="243B53"/>
                </a:solidFill>
                <a:latin typeface="Helvetica Neue"/>
                <a:ea typeface="Helvetica Neue"/>
                <a:cs typeface="Helvetica Neue"/>
              </a:defRPr>
            </a:lvl1pPr>
            <a:lvl2pPr algn="l">
              <a:defRPr sz="1500" b="0">
                <a:solidFill>
                  <a:srgbClr val="243B53"/>
                </a:solidFill>
                <a:latin typeface="Helvetica Neue"/>
                <a:ea typeface="Helvetica Neue"/>
                <a:cs typeface="Helvetica Neue"/>
              </a:defRPr>
            </a:lvl2pPr>
            <a:lvl3pPr algn="l">
              <a:defRPr sz="1500" b="0">
                <a:solidFill>
                  <a:srgbClr val="243B53"/>
                </a:solidFill>
                <a:latin typeface="Helvetica Neue"/>
                <a:ea typeface="Helvetica Neue"/>
                <a:cs typeface="Helvetica Neue"/>
              </a:defRPr>
            </a:lvl3pPr>
            <a:lvl4pPr algn="l">
              <a:defRPr sz="1500" b="0">
                <a:solidFill>
                  <a:srgbClr val="243B53"/>
                </a:solidFill>
                <a:latin typeface="Helvetica Neue"/>
                <a:ea typeface="Helvetica Neue"/>
                <a:cs typeface="Helvetica Neue"/>
              </a:defRPr>
            </a:lvl4pPr>
            <a:lvl5pPr algn="l">
              <a:defRPr sz="1500" b="0">
                <a:solidFill>
                  <a:srgbClr val="243B53"/>
                </a:solidFill>
                <a:latin typeface="Helvetica Neue"/>
                <a:ea typeface="Helvetica Neue"/>
                <a:cs typeface="Helvetica Neue"/>
              </a:defRPr>
            </a:lvl5pPr>
            <a:lvl6pPr algn="l">
              <a:defRPr sz="1500" b="0">
                <a:solidFill>
                  <a:srgbClr val="243B53"/>
                </a:solidFill>
                <a:latin typeface="Helvetica Neue"/>
                <a:ea typeface="Helvetica Neue"/>
                <a:cs typeface="Helvetica Neue"/>
              </a:defRPr>
            </a:lvl6pPr>
            <a:lvl7pPr algn="l">
              <a:defRPr sz="1500" b="0">
                <a:solidFill>
                  <a:srgbClr val="243B53"/>
                </a:solidFill>
                <a:latin typeface="Helvetica Neue"/>
                <a:ea typeface="Helvetica Neue"/>
                <a:cs typeface="Helvetica Neue"/>
              </a:defRPr>
            </a:lvl7pPr>
            <a:lvl8pPr algn="l">
              <a:defRPr sz="1500" b="0">
                <a:solidFill>
                  <a:srgbClr val="243B53"/>
                </a:solidFill>
                <a:latin typeface="Helvetica Neue"/>
                <a:ea typeface="Helvetica Neue"/>
                <a:cs typeface="Helvetica Neue"/>
              </a:defRPr>
            </a:lvl8pPr>
            <a:lvl9pPr algn="l">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All three segments stay with their speaker</a:t>
            </a:r>
          </a:p>
        </p:txBody>
      </p:sp>
      <p:sp>
        <p:nvSpPr>
          <p:cNvPr id="27" name="">
            <a:extLst xmlns:a="http://schemas.openxmlformats.org/drawingml/2006/main">
              <a:ext uri="{FF2B5EF4-FFF2-40B4-BE49-F238E27FC236}">
                <a16:creationId xmlns:a16="http://schemas.microsoft.com/office/drawing/2014/main" id="{A118A13D-405A-4DE0-B8E1-AB2270E21A39}"/>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defRPr sz="1650" b="1">
                <a:solidFill>
                  <a:srgbClr val="D64545"/>
                </a:solidFill>
                <a:latin typeface="Helvetica Neue"/>
                <a:ea typeface="Helvetica Neue"/>
                <a:cs typeface="Helvetica Neue"/>
              </a:defRPr>
            </a:lvl1pPr>
            <a:lvl2pPr algn="l">
              <a:defRPr sz="1650" b="1">
                <a:solidFill>
                  <a:srgbClr val="D64545"/>
                </a:solidFill>
                <a:latin typeface="Helvetica Neue"/>
                <a:ea typeface="Helvetica Neue"/>
                <a:cs typeface="Helvetica Neue"/>
              </a:defRPr>
            </a:lvl2pPr>
            <a:lvl3pPr algn="l">
              <a:defRPr sz="1650" b="1">
                <a:solidFill>
                  <a:srgbClr val="D64545"/>
                </a:solidFill>
                <a:latin typeface="Helvetica Neue"/>
                <a:ea typeface="Helvetica Neue"/>
                <a:cs typeface="Helvetica Neue"/>
              </a:defRPr>
            </a:lvl3pPr>
            <a:lvl4pPr algn="l">
              <a:defRPr sz="1650" b="1">
                <a:solidFill>
                  <a:srgbClr val="D64545"/>
                </a:solidFill>
                <a:latin typeface="Helvetica Neue"/>
                <a:ea typeface="Helvetica Neue"/>
                <a:cs typeface="Helvetica Neue"/>
              </a:defRPr>
            </a:lvl4pPr>
            <a:lvl5pPr algn="l">
              <a:defRPr sz="1650" b="1">
                <a:solidFill>
                  <a:srgbClr val="D64545"/>
                </a:solidFill>
                <a:latin typeface="Helvetica Neue"/>
                <a:ea typeface="Helvetica Neue"/>
                <a:cs typeface="Helvetica Neue"/>
              </a:defRPr>
            </a:lvl5pPr>
            <a:lvl6pPr algn="l">
              <a:defRPr sz="1650" b="1">
                <a:solidFill>
                  <a:srgbClr val="D64545"/>
                </a:solidFill>
                <a:latin typeface="Helvetica Neue"/>
                <a:ea typeface="Helvetica Neue"/>
                <a:cs typeface="Helvetica Neue"/>
              </a:defRPr>
            </a:lvl6pPr>
            <a:lvl7pPr algn="l">
              <a:defRPr sz="1650" b="1">
                <a:solidFill>
                  <a:srgbClr val="D64545"/>
                </a:solidFill>
                <a:latin typeface="Helvetica Neue"/>
                <a:ea typeface="Helvetica Neue"/>
                <a:cs typeface="Helvetica Neue"/>
              </a:defRPr>
            </a:lvl7pPr>
            <a:lvl8pPr algn="l">
              <a:defRPr sz="1650" b="1">
                <a:solidFill>
                  <a:srgbClr val="D64545"/>
                </a:solidFill>
                <a:latin typeface="Helvetica Neue"/>
                <a:ea typeface="Helvetica Neue"/>
                <a:cs typeface="Helvetica Neue"/>
              </a:defRPr>
            </a:lvl8pPr>
            <a:lvl9pPr algn="l">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Weak viseme timing, not forced alignment</a:t>
            </a:r>
          </a:p>
        </p:txBody>
      </p:sp>
      <p:sp>
        <p:nvSpPr>
          <p:cNvPr id="28" name="">
            <a:extLst xmlns:a="http://schemas.openxmlformats.org/drawingml/2006/main">
              <a:ext uri="{FF2B5EF4-FFF2-40B4-BE49-F238E27FC236}">
                <a16:creationId xmlns:a16="http://schemas.microsoft.com/office/drawing/2014/main" id="{A5689BA2-2B21-462D-AF27-5D774DF54DA0}"/>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vl1pPr algn="l">
              <a:defRPr sz="1500" b="0">
                <a:solidFill>
                  <a:srgbClr val="243B53"/>
                </a:solidFill>
                <a:latin typeface="Helvetica Neue"/>
                <a:ea typeface="Helvetica Neue"/>
                <a:cs typeface="Helvetica Neue"/>
              </a:defRPr>
            </a:lvl1pPr>
            <a:lvl2pPr algn="l">
              <a:defRPr sz="1500" b="0">
                <a:solidFill>
                  <a:srgbClr val="243B53"/>
                </a:solidFill>
                <a:latin typeface="Helvetica Neue"/>
                <a:ea typeface="Helvetica Neue"/>
                <a:cs typeface="Helvetica Neue"/>
              </a:defRPr>
            </a:lvl2pPr>
            <a:lvl3pPr algn="l">
              <a:defRPr sz="1500" b="0">
                <a:solidFill>
                  <a:srgbClr val="243B53"/>
                </a:solidFill>
                <a:latin typeface="Helvetica Neue"/>
                <a:ea typeface="Helvetica Neue"/>
                <a:cs typeface="Helvetica Neue"/>
              </a:defRPr>
            </a:lvl3pPr>
            <a:lvl4pPr algn="l">
              <a:defRPr sz="1500" b="0">
                <a:solidFill>
                  <a:srgbClr val="243B53"/>
                </a:solidFill>
                <a:latin typeface="Helvetica Neue"/>
                <a:ea typeface="Helvetica Neue"/>
                <a:cs typeface="Helvetica Neue"/>
              </a:defRPr>
            </a:lvl4pPr>
            <a:lvl5pPr algn="l">
              <a:defRPr sz="1500" b="0">
                <a:solidFill>
                  <a:srgbClr val="243B53"/>
                </a:solidFill>
                <a:latin typeface="Helvetica Neue"/>
                <a:ea typeface="Helvetica Neue"/>
                <a:cs typeface="Helvetica Neue"/>
              </a:defRPr>
            </a:lvl5pPr>
            <a:lvl6pPr algn="l">
              <a:defRPr sz="1500" b="0">
                <a:solidFill>
                  <a:srgbClr val="243B53"/>
                </a:solidFill>
                <a:latin typeface="Helvetica Neue"/>
                <a:ea typeface="Helvetica Neue"/>
                <a:cs typeface="Helvetica Neue"/>
              </a:defRPr>
            </a:lvl6pPr>
            <a:lvl7pPr algn="l">
              <a:defRPr sz="1500" b="0">
                <a:solidFill>
                  <a:srgbClr val="243B53"/>
                </a:solidFill>
                <a:latin typeface="Helvetica Neue"/>
                <a:ea typeface="Helvetica Neue"/>
                <a:cs typeface="Helvetica Neue"/>
              </a:defRPr>
            </a:lvl7pPr>
            <a:lvl8pPr algn="l">
              <a:defRPr sz="1500" b="0">
                <a:solidFill>
                  <a:srgbClr val="243B53"/>
                </a:solidFill>
                <a:latin typeface="Helvetica Neue"/>
                <a:ea typeface="Helvetica Neue"/>
                <a:cs typeface="Helvetica Neue"/>
              </a:defRPr>
            </a:lvl8pPr>
            <a:lvl9pPr algn="l">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generator and 12 identities</a:t>
            </a:r>
          </a:p>
        </p:txBody>
      </p:sp>
      <p:sp>
        <p:nvSpPr>
          <p:cNvPr id="29" name="">
            <a:extLst xmlns:a="http://schemas.openxmlformats.org/drawingml/2006/main">
              <a:ext uri="{FF2B5EF4-FFF2-40B4-BE49-F238E27FC236}">
                <a16:creationId xmlns:a16="http://schemas.microsoft.com/office/drawing/2014/main" id="{81DF0EF6-6395-404B-BF4B-097FA806F50E}"/>
              </a:ext>
            </a:extLst>
          </p:cNvPr>
          <p:cNvSpPr>
            <a:spLocks xmlns:a="http://schemas.openxmlformats.org/drawingml/2006/main" noGrp="1"/>
          </p:cNvSpPr>
          <p:nvPr/>
        </p:nvSpPr>
        <p:spPr>
          <a:xfrm xmlns:a="http://schemas.openxmlformats.org/drawingml/2006/main">
            <a:off x="666750" y="578167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159E9C"/>
                </a:solidFill>
                <a:latin typeface="Helvetica Neue"/>
                <a:ea typeface="Helvetica Neue"/>
                <a:cs typeface="Helvetica Neue"/>
              </a:defRPr>
            </a:defPPr>
            <a:lvl1pPr algn="l">
              <a:defRPr sz="1350" b="1">
                <a:solidFill>
                  <a:srgbClr val="159E9C"/>
                </a:solidFill>
                <a:latin typeface="Helvetica Neue"/>
                <a:ea typeface="Helvetica Neue"/>
                <a:cs typeface="Helvetica Neue"/>
              </a:defRPr>
            </a:lvl1pPr>
            <a:lvl2pPr algn="l">
              <a:defRPr sz="1350" b="1">
                <a:solidFill>
                  <a:srgbClr val="159E9C"/>
                </a:solidFill>
                <a:latin typeface="Helvetica Neue"/>
                <a:ea typeface="Helvetica Neue"/>
                <a:cs typeface="Helvetica Neue"/>
              </a:defRPr>
            </a:lvl2pPr>
            <a:lvl3pPr algn="l">
              <a:defRPr sz="1350" b="1">
                <a:solidFill>
                  <a:srgbClr val="159E9C"/>
                </a:solidFill>
                <a:latin typeface="Helvetica Neue"/>
                <a:ea typeface="Helvetica Neue"/>
                <a:cs typeface="Helvetica Neue"/>
              </a:defRPr>
            </a:lvl3pPr>
            <a:lvl4pPr algn="l">
              <a:defRPr sz="1350" b="1">
                <a:solidFill>
                  <a:srgbClr val="159E9C"/>
                </a:solidFill>
                <a:latin typeface="Helvetica Neue"/>
                <a:ea typeface="Helvetica Neue"/>
                <a:cs typeface="Helvetica Neue"/>
              </a:defRPr>
            </a:lvl4pPr>
            <a:lvl5pPr algn="l">
              <a:defRPr sz="1350" b="1">
                <a:solidFill>
                  <a:srgbClr val="159E9C"/>
                </a:solidFill>
                <a:latin typeface="Helvetica Neue"/>
                <a:ea typeface="Helvetica Neue"/>
                <a:cs typeface="Helvetica Neue"/>
              </a:defRPr>
            </a:lvl5pPr>
            <a:lvl6pPr algn="l">
              <a:defRPr sz="1350" b="1">
                <a:solidFill>
                  <a:srgbClr val="159E9C"/>
                </a:solidFill>
                <a:latin typeface="Helvetica Neue"/>
                <a:ea typeface="Helvetica Neue"/>
                <a:cs typeface="Helvetica Neue"/>
              </a:defRPr>
            </a:lvl6pPr>
            <a:lvl7pPr algn="l">
              <a:defRPr sz="1350" b="1">
                <a:solidFill>
                  <a:srgbClr val="159E9C"/>
                </a:solidFill>
                <a:latin typeface="Helvetica Neue"/>
                <a:ea typeface="Helvetica Neue"/>
                <a:cs typeface="Helvetica Neue"/>
              </a:defRPr>
            </a:lvl7pPr>
            <a:lvl8pPr algn="l">
              <a:defRPr sz="1350" b="1">
                <a:solidFill>
                  <a:srgbClr val="159E9C"/>
                </a:solidFill>
                <a:latin typeface="Helvetica Neue"/>
                <a:ea typeface="Helvetica Neue"/>
                <a:cs typeface="Helvetica Neue"/>
              </a:defRPr>
            </a:lvl8pPr>
            <a:lvl9pPr algn="l">
              <a:defRPr sz="1350" b="1">
                <a:solidFill>
                  <a:srgbClr val="159E9C"/>
                </a:solidFill>
                <a:latin typeface="Helvetica Neue"/>
                <a:ea typeface="Helvetica Neue"/>
                <a:cs typeface="Helvetica Neue"/>
              </a:defRPr>
            </a:lvl9pPr>
          </a:lstStyle>
          <a:p xmlns:a="http://schemas.openxmlformats.org/drawingml/2006/main">
            <a:pPr algn="l">
              <a:buNone/>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presents: matched design, nested evaluation and model selection</a:t>
            </a:r>
          </a:p>
        </p:txBody>
      </p:sp>
    </p:spTree>
    <p:extLst>
      <p:ext uri="{BB962C8B-B14F-4D97-AF65-F5344CB8AC3E}">
        <p14:creationId xmlns:p14="http://schemas.microsoft.com/office/powerpoint/2010/main" val="2071589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93BA1E-37FD-42CF-B90F-D5CB25EC54C8}"/>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Original cross-collection pilot: weak context did not help</a:t>
            </a:r>
          </a:p>
        </p:txBody>
      </p:sp>
      <p:sp>
        <p:nvSpPr>
          <p:cNvPr id="2" name="">
            <a:extLst xmlns:a="http://schemas.openxmlformats.org/drawingml/2006/main">
              <a:ext uri="{FF2B5EF4-FFF2-40B4-BE49-F238E27FC236}">
                <a16:creationId xmlns:a16="http://schemas.microsoft.com/office/drawing/2014/main" id="{F9005097-B3DD-4BC4-BACC-519DBE22D9D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703D243-75C5-49AF-A814-E0CC53DB806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3B2BB5-3095-4890-B289-5166C32F4B9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56A54D7-3EFE-4DFA-84E9-56170E5DE39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6" name="Chart">
            <a:extLst xmlns:a="http://schemas.openxmlformats.org/drawingml/2006/main">
              <a:ext uri="{FF2B5EF4-FFF2-40B4-BE49-F238E27FC236}">
                <a16:creationId xmlns:a16="http://schemas.microsoft.com/office/drawing/2014/main" id="{967E4747-7596-4DB0-93E7-D18FA5675D86}"/>
              </a:ext>
            </a:extLst>
          </p:cNvPr>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99eb412c8c334263"/>
          </a:graphicData>
        </a:graphic>
      </p:graphicFrame>
      <p:sp>
        <p:nvSpPr>
          <p:cNvPr id="7" name="">
            <a:extLst xmlns:a="http://schemas.openxmlformats.org/drawingml/2006/main">
              <a:ext uri="{FF2B5EF4-FFF2-40B4-BE49-F238E27FC236}">
                <a16:creationId xmlns:a16="http://schemas.microsoft.com/office/drawing/2014/main" id="{A450D928-4E36-447D-BA6F-A214517DE80E}"/>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02A43"/>
                </a:solidFill>
                <a:latin typeface="Helvetica Neue"/>
                <a:ea typeface="Helvetica Neue"/>
                <a:cs typeface="Helvetica Neue"/>
              </a:defRPr>
            </a:defPPr>
            <a:lvl1pPr algn="l">
              <a:defRPr sz="2100" b="1">
                <a:solidFill>
                  <a:srgbClr val="102A43"/>
                </a:solidFill>
                <a:latin typeface="Helvetica Neue"/>
                <a:ea typeface="Helvetica Neue"/>
                <a:cs typeface="Helvetica Neue"/>
              </a:defRPr>
            </a:lvl1pPr>
            <a:lvl2pPr algn="l">
              <a:defRPr sz="2100" b="1">
                <a:solidFill>
                  <a:srgbClr val="102A43"/>
                </a:solidFill>
                <a:latin typeface="Helvetica Neue"/>
                <a:ea typeface="Helvetica Neue"/>
                <a:cs typeface="Helvetica Neue"/>
              </a:defRPr>
            </a:lvl2pPr>
            <a:lvl3pPr algn="l">
              <a:defRPr sz="2100" b="1">
                <a:solidFill>
                  <a:srgbClr val="102A43"/>
                </a:solidFill>
                <a:latin typeface="Helvetica Neue"/>
                <a:ea typeface="Helvetica Neue"/>
                <a:cs typeface="Helvetica Neue"/>
              </a:defRPr>
            </a:lvl3pPr>
            <a:lvl4pPr algn="l">
              <a:defRPr sz="2100" b="1">
                <a:solidFill>
                  <a:srgbClr val="102A43"/>
                </a:solidFill>
                <a:latin typeface="Helvetica Neue"/>
                <a:ea typeface="Helvetica Neue"/>
                <a:cs typeface="Helvetica Neue"/>
              </a:defRPr>
            </a:lvl4pPr>
            <a:lvl5pPr algn="l">
              <a:defRPr sz="2100" b="1">
                <a:solidFill>
                  <a:srgbClr val="102A43"/>
                </a:solidFill>
                <a:latin typeface="Helvetica Neue"/>
                <a:ea typeface="Helvetica Neue"/>
                <a:cs typeface="Helvetica Neue"/>
              </a:defRPr>
            </a:lvl5pPr>
            <a:lvl6pPr algn="l">
              <a:defRPr sz="2100" b="1">
                <a:solidFill>
                  <a:srgbClr val="102A43"/>
                </a:solidFill>
                <a:latin typeface="Helvetica Neue"/>
                <a:ea typeface="Helvetica Neue"/>
                <a:cs typeface="Helvetica Neue"/>
              </a:defRPr>
            </a:lvl6pPr>
            <a:lvl7pPr algn="l">
              <a:defRPr sz="2100" b="1">
                <a:solidFill>
                  <a:srgbClr val="102A43"/>
                </a:solidFill>
                <a:latin typeface="Helvetica Neue"/>
                <a:ea typeface="Helvetica Neue"/>
                <a:cs typeface="Helvetica Neue"/>
              </a:defRPr>
            </a:lvl7pPr>
            <a:lvl8pPr algn="l">
              <a:defRPr sz="2100" b="1">
                <a:solidFill>
                  <a:srgbClr val="102A43"/>
                </a:solidFill>
                <a:latin typeface="Helvetica Neue"/>
                <a:ea typeface="Helvetica Neue"/>
                <a:cs typeface="Helvetica Neue"/>
              </a:defRPr>
            </a:lvl8pPr>
            <a:lvl9pPr algn="l">
              <a:defRPr sz="2100" b="1">
                <a:solidFill>
                  <a:srgbClr val="102A43"/>
                </a:solidFill>
                <a:latin typeface="Helvetica Neue"/>
                <a:ea typeface="Helvetica Neue"/>
                <a:cs typeface="Helvetica Neue"/>
              </a:defRPr>
            </a:lvl9pPr>
          </a:lstStyle>
          <a:p xmlns:a="http://schemas.openxmlformats.org/drawingml/2006/main">
            <a:pPr algn="l">
              <a:buNone/>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01988031-2C76-4595-8243-5D4B3523DACF}"/>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650" b="0">
                <a:solidFill>
                  <a:srgbClr val="243B53"/>
                </a:solidFill>
                <a:latin typeface="Helvetica Neue"/>
                <a:ea typeface="Helvetica Neue"/>
                <a:cs typeface="Helvetica Neue"/>
              </a:defRPr>
            </a:defPPr>
            <a:lvl1pPr algn="l">
              <a:defRPr sz="1650" b="0">
                <a:solidFill>
                  <a:srgbClr val="243B53"/>
                </a:solidFill>
                <a:latin typeface="Helvetica Neue"/>
                <a:ea typeface="Helvetica Neue"/>
                <a:cs typeface="Helvetica Neue"/>
              </a:defRPr>
            </a:lvl1pPr>
            <a:lvl2pPr algn="l">
              <a:defRPr sz="1650" b="0">
                <a:solidFill>
                  <a:srgbClr val="243B53"/>
                </a:solidFill>
                <a:latin typeface="Helvetica Neue"/>
                <a:ea typeface="Helvetica Neue"/>
                <a:cs typeface="Helvetica Neue"/>
              </a:defRPr>
            </a:lvl2pPr>
            <a:lvl3pPr algn="l">
              <a:defRPr sz="1650" b="0">
                <a:solidFill>
                  <a:srgbClr val="243B53"/>
                </a:solidFill>
                <a:latin typeface="Helvetica Neue"/>
                <a:ea typeface="Helvetica Neue"/>
                <a:cs typeface="Helvetica Neue"/>
              </a:defRPr>
            </a:lvl3pPr>
            <a:lvl4pPr algn="l">
              <a:defRPr sz="1650" b="0">
                <a:solidFill>
                  <a:srgbClr val="243B53"/>
                </a:solidFill>
                <a:latin typeface="Helvetica Neue"/>
                <a:ea typeface="Helvetica Neue"/>
                <a:cs typeface="Helvetica Neue"/>
              </a:defRPr>
            </a:lvl4pPr>
            <a:lvl5pPr algn="l">
              <a:defRPr sz="1650" b="0">
                <a:solidFill>
                  <a:srgbClr val="243B53"/>
                </a:solidFill>
                <a:latin typeface="Helvetica Neue"/>
                <a:ea typeface="Helvetica Neue"/>
                <a:cs typeface="Helvetica Neue"/>
              </a:defRPr>
            </a:lvl5pPr>
            <a:lvl6pPr algn="l">
              <a:defRPr sz="1650" b="0">
                <a:solidFill>
                  <a:srgbClr val="243B53"/>
                </a:solidFill>
                <a:latin typeface="Helvetica Neue"/>
                <a:ea typeface="Helvetica Neue"/>
                <a:cs typeface="Helvetica Neue"/>
              </a:defRPr>
            </a:lvl6pPr>
            <a:lvl7pPr algn="l">
              <a:defRPr sz="1650" b="0">
                <a:solidFill>
                  <a:srgbClr val="243B53"/>
                </a:solidFill>
                <a:latin typeface="Helvetica Neue"/>
                <a:ea typeface="Helvetica Neue"/>
                <a:cs typeface="Helvetica Neue"/>
              </a:defRPr>
            </a:lvl7pPr>
            <a:lvl8pPr algn="l">
              <a:defRPr sz="1650" b="0">
                <a:solidFill>
                  <a:srgbClr val="243B53"/>
                </a:solidFill>
                <a:latin typeface="Helvetica Neue"/>
                <a:ea typeface="Helvetica Neue"/>
                <a:cs typeface="Helvetica Neue"/>
              </a:defRPr>
            </a:lvl8pPr>
            <a:lvl9pPr algn="l">
              <a:defRPr sz="1650" b="0">
                <a:solidFill>
                  <a:srgbClr val="243B53"/>
                </a:solidFill>
                <a:latin typeface="Helvetica Neue"/>
                <a:ea typeface="Helvetica Neue"/>
                <a:cs typeface="Helvetica Neue"/>
              </a:defRPr>
            </a:lvl9pPr>
          </a:lstStyle>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A9E6F3A5-0D6A-48B4-B612-6EAE3DF63E35}"/>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defRPr sz="1350" b="0">
                <a:solidFill>
                  <a:srgbClr val="627D98"/>
                </a:solidFill>
                <a:latin typeface="Helvetica Neue"/>
                <a:ea typeface="Helvetica Neue"/>
                <a:cs typeface="Helvetica Neue"/>
              </a:defRPr>
            </a:lvl1pPr>
            <a:lvl2pPr algn="l">
              <a:defRPr sz="1350" b="0">
                <a:solidFill>
                  <a:srgbClr val="627D98"/>
                </a:solidFill>
                <a:latin typeface="Helvetica Neue"/>
                <a:ea typeface="Helvetica Neue"/>
                <a:cs typeface="Helvetica Neue"/>
              </a:defRPr>
            </a:lvl2pPr>
            <a:lvl3pPr algn="l">
              <a:defRPr sz="1350" b="0">
                <a:solidFill>
                  <a:srgbClr val="627D98"/>
                </a:solidFill>
                <a:latin typeface="Helvetica Neue"/>
                <a:ea typeface="Helvetica Neue"/>
                <a:cs typeface="Helvetica Neue"/>
              </a:defRPr>
            </a:lvl3pPr>
            <a:lvl4pPr algn="l">
              <a:defRPr sz="1350" b="0">
                <a:solidFill>
                  <a:srgbClr val="627D98"/>
                </a:solidFill>
                <a:latin typeface="Helvetica Neue"/>
                <a:ea typeface="Helvetica Neue"/>
                <a:cs typeface="Helvetica Neue"/>
              </a:defRPr>
            </a:lvl4pPr>
            <a:lvl5pPr algn="l">
              <a:defRPr sz="1350" b="0">
                <a:solidFill>
                  <a:srgbClr val="627D98"/>
                </a:solidFill>
                <a:latin typeface="Helvetica Neue"/>
                <a:ea typeface="Helvetica Neue"/>
                <a:cs typeface="Helvetica Neue"/>
              </a:defRPr>
            </a:lvl5pPr>
            <a:lvl6pPr algn="l">
              <a:defRPr sz="1350" b="0">
                <a:solidFill>
                  <a:srgbClr val="627D98"/>
                </a:solidFill>
                <a:latin typeface="Helvetica Neue"/>
                <a:ea typeface="Helvetica Neue"/>
                <a:cs typeface="Helvetica Neue"/>
              </a:defRPr>
            </a:lvl6pPr>
            <a:lvl7pPr algn="l">
              <a:defRPr sz="1350" b="0">
                <a:solidFill>
                  <a:srgbClr val="627D98"/>
                </a:solidFill>
                <a:latin typeface="Helvetica Neue"/>
                <a:ea typeface="Helvetica Neue"/>
                <a:cs typeface="Helvetica Neue"/>
              </a:defRPr>
            </a:lvl7pPr>
            <a:lvl8pPr algn="l">
              <a:defRPr sz="1350" b="0">
                <a:solidFill>
                  <a:srgbClr val="627D98"/>
                </a:solidFill>
                <a:latin typeface="Helvetica Neue"/>
                <a:ea typeface="Helvetica Neue"/>
                <a:cs typeface="Helvetica Neue"/>
              </a:defRPr>
            </a:lvl8pPr>
            <a:lvl9pPr algn="l">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6ECAB98D-2572-43C3-B87B-3EF36DE28174}"/>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vl1pPr algn="l">
              <a:defRPr sz="2850" b="1">
                <a:solidFill>
                  <a:srgbClr val="D64545"/>
                </a:solidFill>
                <a:latin typeface="Helvetica Neue"/>
                <a:ea typeface="Helvetica Neue"/>
                <a:cs typeface="Helvetica Neue"/>
              </a:defRPr>
            </a:lvl1pPr>
            <a:lvl2pPr algn="l">
              <a:defRPr sz="2850" b="1">
                <a:solidFill>
                  <a:srgbClr val="D64545"/>
                </a:solidFill>
                <a:latin typeface="Helvetica Neue"/>
                <a:ea typeface="Helvetica Neue"/>
                <a:cs typeface="Helvetica Neue"/>
              </a:defRPr>
            </a:lvl2pPr>
            <a:lvl3pPr algn="l">
              <a:defRPr sz="2850" b="1">
                <a:solidFill>
                  <a:srgbClr val="D64545"/>
                </a:solidFill>
                <a:latin typeface="Helvetica Neue"/>
                <a:ea typeface="Helvetica Neue"/>
                <a:cs typeface="Helvetica Neue"/>
              </a:defRPr>
            </a:lvl3pPr>
            <a:lvl4pPr algn="l">
              <a:defRPr sz="2850" b="1">
                <a:solidFill>
                  <a:srgbClr val="D64545"/>
                </a:solidFill>
                <a:latin typeface="Helvetica Neue"/>
                <a:ea typeface="Helvetica Neue"/>
                <a:cs typeface="Helvetica Neue"/>
              </a:defRPr>
            </a:lvl4pPr>
            <a:lvl5pPr algn="l">
              <a:defRPr sz="2850" b="1">
                <a:solidFill>
                  <a:srgbClr val="D64545"/>
                </a:solidFill>
                <a:latin typeface="Helvetica Neue"/>
                <a:ea typeface="Helvetica Neue"/>
                <a:cs typeface="Helvetica Neue"/>
              </a:defRPr>
            </a:lvl5pPr>
            <a:lvl6pPr algn="l">
              <a:defRPr sz="2850" b="1">
                <a:solidFill>
                  <a:srgbClr val="D64545"/>
                </a:solidFill>
                <a:latin typeface="Helvetica Neue"/>
                <a:ea typeface="Helvetica Neue"/>
                <a:cs typeface="Helvetica Neue"/>
              </a:defRPr>
            </a:lvl6pPr>
            <a:lvl7pPr algn="l">
              <a:defRPr sz="2850" b="1">
                <a:solidFill>
                  <a:srgbClr val="D64545"/>
                </a:solidFill>
                <a:latin typeface="Helvetica Neue"/>
                <a:ea typeface="Helvetica Neue"/>
                <a:cs typeface="Helvetica Neue"/>
              </a:defRPr>
            </a:lvl7pPr>
            <a:lvl8pPr algn="l">
              <a:defRPr sz="2850" b="1">
                <a:solidFill>
                  <a:srgbClr val="D64545"/>
                </a:solidFill>
                <a:latin typeface="Helvetica Neue"/>
                <a:ea typeface="Helvetica Neue"/>
                <a:cs typeface="Helvetica Neue"/>
              </a:defRPr>
            </a:lvl8pPr>
            <a:lvl9pPr algn="l">
              <a:defRPr sz="2850" b="1">
                <a:solidFill>
                  <a:srgbClr val="D64545"/>
                </a:solidFill>
                <a:latin typeface="Helvetica Neue"/>
                <a:ea typeface="Helvetica Neue"/>
                <a:cs typeface="Helvetica Neue"/>
              </a:defRPr>
            </a:lvl9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4B5E8D5C-F085-4218-901F-86D394F31126}"/>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243B53"/>
                </a:solidFill>
                <a:latin typeface="Helvetica Neue"/>
                <a:ea typeface="Helvetica Neue"/>
                <a:cs typeface="Helvetica Neue"/>
              </a:defRPr>
            </a:defPPr>
            <a:lvl1pPr algn="l">
              <a:defRPr sz="1500" b="1">
                <a:solidFill>
                  <a:srgbClr val="243B53"/>
                </a:solidFill>
                <a:latin typeface="Helvetica Neue"/>
                <a:ea typeface="Helvetica Neue"/>
                <a:cs typeface="Helvetica Neue"/>
              </a:defRPr>
            </a:lvl1pPr>
            <a:lvl2pPr algn="l">
              <a:defRPr sz="1500" b="1">
                <a:solidFill>
                  <a:srgbClr val="243B53"/>
                </a:solidFill>
                <a:latin typeface="Helvetica Neue"/>
                <a:ea typeface="Helvetica Neue"/>
                <a:cs typeface="Helvetica Neue"/>
              </a:defRPr>
            </a:lvl2pPr>
            <a:lvl3pPr algn="l">
              <a:defRPr sz="1500" b="1">
                <a:solidFill>
                  <a:srgbClr val="243B53"/>
                </a:solidFill>
                <a:latin typeface="Helvetica Neue"/>
                <a:ea typeface="Helvetica Neue"/>
                <a:cs typeface="Helvetica Neue"/>
              </a:defRPr>
            </a:lvl3pPr>
            <a:lvl4pPr algn="l">
              <a:defRPr sz="1500" b="1">
                <a:solidFill>
                  <a:srgbClr val="243B53"/>
                </a:solidFill>
                <a:latin typeface="Helvetica Neue"/>
                <a:ea typeface="Helvetica Neue"/>
                <a:cs typeface="Helvetica Neue"/>
              </a:defRPr>
            </a:lvl4pPr>
            <a:lvl5pPr algn="l">
              <a:defRPr sz="1500" b="1">
                <a:solidFill>
                  <a:srgbClr val="243B53"/>
                </a:solidFill>
                <a:latin typeface="Helvetica Neue"/>
                <a:ea typeface="Helvetica Neue"/>
                <a:cs typeface="Helvetica Neue"/>
              </a:defRPr>
            </a:lvl5pPr>
            <a:lvl6pPr algn="l">
              <a:defRPr sz="1500" b="1">
                <a:solidFill>
                  <a:srgbClr val="243B53"/>
                </a:solidFill>
                <a:latin typeface="Helvetica Neue"/>
                <a:ea typeface="Helvetica Neue"/>
                <a:cs typeface="Helvetica Neue"/>
              </a:defRPr>
            </a:lvl6pPr>
            <a:lvl7pPr algn="l">
              <a:defRPr sz="1500" b="1">
                <a:solidFill>
                  <a:srgbClr val="243B53"/>
                </a:solidFill>
                <a:latin typeface="Helvetica Neue"/>
                <a:ea typeface="Helvetica Neue"/>
                <a:cs typeface="Helvetica Neue"/>
              </a:defRPr>
            </a:lvl7pPr>
            <a:lvl8pPr algn="l">
              <a:defRPr sz="1500" b="1">
                <a:solidFill>
                  <a:srgbClr val="243B53"/>
                </a:solidFill>
                <a:latin typeface="Helvetica Neue"/>
                <a:ea typeface="Helvetica Neue"/>
                <a:cs typeface="Helvetica Neue"/>
              </a:defRPr>
            </a:lvl8pPr>
            <a:lvl9pPr algn="l">
              <a:defRPr sz="1500" b="1">
                <a:solidFill>
                  <a:srgbClr val="243B53"/>
                </a:solidFill>
                <a:latin typeface="Helvetica Neue"/>
                <a:ea typeface="Helvetica Neue"/>
                <a:cs typeface="Helvetica Neue"/>
              </a:defRPr>
            </a:lvl9pPr>
          </a:lstStyle>
          <a:p xmlns:a="http://schemas.openxmlformats.org/drawingml/2006/main">
            <a:pPr algn="l">
              <a:buNone/>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21D2A519-8F90-4969-ABCD-2D95AE71FA76}"/>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627D98"/>
                </a:solidFill>
                <a:latin typeface="Helvetica Neue"/>
                <a:ea typeface="Helvetica Neue"/>
                <a:cs typeface="Helvetica Neue"/>
              </a:defRPr>
            </a:defPPr>
            <a:lvl1pPr algn="l">
              <a:defRPr sz="1350" b="0">
                <a:solidFill>
                  <a:srgbClr val="627D98"/>
                </a:solidFill>
                <a:latin typeface="Helvetica Neue"/>
                <a:ea typeface="Helvetica Neue"/>
                <a:cs typeface="Helvetica Neue"/>
              </a:defRPr>
            </a:lvl1pPr>
            <a:lvl2pPr algn="l">
              <a:defRPr sz="1350" b="0">
                <a:solidFill>
                  <a:srgbClr val="627D98"/>
                </a:solidFill>
                <a:latin typeface="Helvetica Neue"/>
                <a:ea typeface="Helvetica Neue"/>
                <a:cs typeface="Helvetica Neue"/>
              </a:defRPr>
            </a:lvl2pPr>
            <a:lvl3pPr algn="l">
              <a:defRPr sz="1350" b="0">
                <a:solidFill>
                  <a:srgbClr val="627D98"/>
                </a:solidFill>
                <a:latin typeface="Helvetica Neue"/>
                <a:ea typeface="Helvetica Neue"/>
                <a:cs typeface="Helvetica Neue"/>
              </a:defRPr>
            </a:lvl3pPr>
            <a:lvl4pPr algn="l">
              <a:defRPr sz="1350" b="0">
                <a:solidFill>
                  <a:srgbClr val="627D98"/>
                </a:solidFill>
                <a:latin typeface="Helvetica Neue"/>
                <a:ea typeface="Helvetica Neue"/>
                <a:cs typeface="Helvetica Neue"/>
              </a:defRPr>
            </a:lvl4pPr>
            <a:lvl5pPr algn="l">
              <a:defRPr sz="1350" b="0">
                <a:solidFill>
                  <a:srgbClr val="627D98"/>
                </a:solidFill>
                <a:latin typeface="Helvetica Neue"/>
                <a:ea typeface="Helvetica Neue"/>
                <a:cs typeface="Helvetica Neue"/>
              </a:defRPr>
            </a:lvl5pPr>
            <a:lvl6pPr algn="l">
              <a:defRPr sz="1350" b="0">
                <a:solidFill>
                  <a:srgbClr val="627D98"/>
                </a:solidFill>
                <a:latin typeface="Helvetica Neue"/>
                <a:ea typeface="Helvetica Neue"/>
                <a:cs typeface="Helvetica Neue"/>
              </a:defRPr>
            </a:lvl6pPr>
            <a:lvl7pPr algn="l">
              <a:defRPr sz="1350" b="0">
                <a:solidFill>
                  <a:srgbClr val="627D98"/>
                </a:solidFill>
                <a:latin typeface="Helvetica Neue"/>
                <a:ea typeface="Helvetica Neue"/>
                <a:cs typeface="Helvetica Neue"/>
              </a:defRPr>
            </a:lvl7pPr>
            <a:lvl8pPr algn="l">
              <a:defRPr sz="1350" b="0">
                <a:solidFill>
                  <a:srgbClr val="627D98"/>
                </a:solidFill>
                <a:latin typeface="Helvetica Neue"/>
                <a:ea typeface="Helvetica Neue"/>
                <a:cs typeface="Helvetica Neue"/>
              </a:defRPr>
            </a:lvl8pPr>
            <a:lvl9pPr algn="l">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05A08FD9-5C4D-4BEC-9104-C3B680899BE9}"/>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050" b="0">
                <a:solidFill>
                  <a:srgbClr val="627D98"/>
                </a:solidFill>
                <a:latin typeface="Helvetica Neue"/>
                <a:ea typeface="Helvetica Neue"/>
                <a:cs typeface="Helvetica Neue"/>
              </a:defRPr>
            </a:defPPr>
            <a:lvl1pPr algn="ctr">
              <a:defRPr sz="1050" b="0">
                <a:solidFill>
                  <a:srgbClr val="627D98"/>
                </a:solidFill>
                <a:latin typeface="Helvetica Neue"/>
                <a:ea typeface="Helvetica Neue"/>
                <a:cs typeface="Helvetica Neue"/>
              </a:defRPr>
            </a:lvl1pPr>
            <a:lvl2pPr algn="ctr">
              <a:defRPr sz="1050" b="0">
                <a:solidFill>
                  <a:srgbClr val="627D98"/>
                </a:solidFill>
                <a:latin typeface="Helvetica Neue"/>
                <a:ea typeface="Helvetica Neue"/>
                <a:cs typeface="Helvetica Neue"/>
              </a:defRPr>
            </a:lvl2pPr>
            <a:lvl3pPr algn="ctr">
              <a:defRPr sz="1050" b="0">
                <a:solidFill>
                  <a:srgbClr val="627D98"/>
                </a:solidFill>
                <a:latin typeface="Helvetica Neue"/>
                <a:ea typeface="Helvetica Neue"/>
                <a:cs typeface="Helvetica Neue"/>
              </a:defRPr>
            </a:lvl3pPr>
            <a:lvl4pPr algn="ctr">
              <a:defRPr sz="1050" b="0">
                <a:solidFill>
                  <a:srgbClr val="627D98"/>
                </a:solidFill>
                <a:latin typeface="Helvetica Neue"/>
                <a:ea typeface="Helvetica Neue"/>
                <a:cs typeface="Helvetica Neue"/>
              </a:defRPr>
            </a:lvl4pPr>
            <a:lvl5pPr algn="ctr">
              <a:defRPr sz="1050" b="0">
                <a:solidFill>
                  <a:srgbClr val="627D98"/>
                </a:solidFill>
                <a:latin typeface="Helvetica Neue"/>
                <a:ea typeface="Helvetica Neue"/>
                <a:cs typeface="Helvetica Neue"/>
              </a:defRPr>
            </a:lvl5pPr>
            <a:lvl6pPr algn="ctr">
              <a:defRPr sz="1050" b="0">
                <a:solidFill>
                  <a:srgbClr val="627D98"/>
                </a:solidFill>
                <a:latin typeface="Helvetica Neue"/>
                <a:ea typeface="Helvetica Neue"/>
                <a:cs typeface="Helvetica Neue"/>
              </a:defRPr>
            </a:lvl6pPr>
            <a:lvl7pPr algn="ctr">
              <a:defRPr sz="1050" b="0">
                <a:solidFill>
                  <a:srgbClr val="627D98"/>
                </a:solidFill>
                <a:latin typeface="Helvetica Neue"/>
                <a:ea typeface="Helvetica Neue"/>
                <a:cs typeface="Helvetica Neue"/>
              </a:defRPr>
            </a:lvl7pPr>
            <a:lvl8pPr algn="ctr">
              <a:defRPr sz="1050" b="0">
                <a:solidFill>
                  <a:srgbClr val="627D98"/>
                </a:solidFill>
                <a:latin typeface="Helvetica Neue"/>
                <a:ea typeface="Helvetica Neue"/>
                <a:cs typeface="Helvetica Neue"/>
              </a:defRPr>
            </a:lvl8pPr>
            <a:lvl9pPr algn="ctr">
              <a:defRPr sz="1050" b="0">
                <a:solidFill>
                  <a:srgbClr val="627D98"/>
                </a:solidFill>
                <a:latin typeface="Helvetica Neue"/>
                <a:ea typeface="Helvetica Neue"/>
                <a:cs typeface="Helvetica Neue"/>
              </a:defRPr>
            </a:lvl9pPr>
          </a:lstStyle>
          <a:p xmlns:a="http://schemas.openxmlformats.org/drawingml/2006/main">
            <a:pPr algn="ctr">
              <a:buNone/>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This negative result motivated the controlled matched SadTalker experiment on the next slide.</a:t>
            </a:r>
          </a:p>
        </p:txBody>
      </p:sp>
    </p:spTree>
    <p:extLst>
      <p:ext uri="{BB962C8B-B14F-4D97-AF65-F5344CB8AC3E}">
        <p14:creationId xmlns:p14="http://schemas.microsoft.com/office/powerpoint/2010/main" val="7444017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35FE3D-71BD-4B39-917D-7404FFDF870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Expanded confirmation selects the global model</a:t>
            </a:r>
          </a:p>
        </p:txBody>
      </p:sp>
      <p:sp>
        <p:nvSpPr>
          <p:cNvPr id="2" name="">
            <a:extLst xmlns:a="http://schemas.openxmlformats.org/drawingml/2006/main">
              <a:ext uri="{FF2B5EF4-FFF2-40B4-BE49-F238E27FC236}">
                <a16:creationId xmlns:a16="http://schemas.microsoft.com/office/drawing/2014/main" id="{EAA23F46-7816-4D3E-B0A1-611CE6D52D6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1426A6E-E000-4258-9E18-908FB1819A41}"/>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52B957-5BA9-40FC-993C-B132AEE1B5F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04B081F-ACC3-47FA-9ED2-12F2D270A96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graphicFrame>
        <p:nvGraphicFramePr>
          <p:cNvPr id="6" name="Chart">
            <a:extLst xmlns:a="http://schemas.openxmlformats.org/drawingml/2006/main">
              <a:ext uri="{FF2B5EF4-FFF2-40B4-BE49-F238E27FC236}">
                <a16:creationId xmlns:a16="http://schemas.microsoft.com/office/drawing/2014/main" id="{401BB9A3-BF1E-4BFE-B6CB-C56EBC100F40}"/>
              </a:ext>
            </a:extLst>
          </p:cNvPr>
          <p:cNvGraphicFramePr/>
          <p:nvPr/>
        </p:nvGraphicFramePr>
        <p:xfrm>
          <a:off xmlns:a="http://schemas.openxmlformats.org/drawingml/2006/main" x="52387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b801ea244a97428f"/>
          </a:graphicData>
        </a:graphic>
      </p:graphicFrame>
      <p:sp>
        <p:nvSpPr>
          <p:cNvPr id="7" name="">
            <a:extLst xmlns:a="http://schemas.openxmlformats.org/drawingml/2006/main">
              <a:ext uri="{FF2B5EF4-FFF2-40B4-BE49-F238E27FC236}">
                <a16:creationId xmlns:a16="http://schemas.microsoft.com/office/drawing/2014/main" id="{840DFCA1-8067-46C1-9751-0C6D6145F006}"/>
              </a:ext>
            </a:extLst>
          </p:cNvPr>
          <p:cNvSpPr>
            <a:spLocks xmlns:a="http://schemas.openxmlformats.org/drawingml/2006/main" noGrp="1"/>
          </p:cNvSpPr>
          <p:nvPr/>
        </p:nvSpPr>
        <p:spPr>
          <a:xfrm xmlns:a="http://schemas.openxmlformats.org/drawingml/2006/main">
            <a:off x="1476375"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vl1pPr algn="ctr">
              <a:defRPr sz="1350" b="1">
                <a:solidFill>
                  <a:srgbClr val="102A43"/>
                </a:solidFill>
                <a:latin typeface="Helvetica Neue"/>
                <a:ea typeface="Helvetica Neue"/>
                <a:cs typeface="Helvetica Neue"/>
              </a:defRPr>
            </a:lvl1pPr>
            <a:lvl2pPr algn="ctr">
              <a:defRPr sz="1350" b="1">
                <a:solidFill>
                  <a:srgbClr val="102A43"/>
                </a:solidFill>
                <a:latin typeface="Helvetica Neue"/>
                <a:ea typeface="Helvetica Neue"/>
                <a:cs typeface="Helvetica Neue"/>
              </a:defRPr>
            </a:lvl2pPr>
            <a:lvl3pPr algn="ctr">
              <a:defRPr sz="1350" b="1">
                <a:solidFill>
                  <a:srgbClr val="102A43"/>
                </a:solidFill>
                <a:latin typeface="Helvetica Neue"/>
                <a:ea typeface="Helvetica Neue"/>
                <a:cs typeface="Helvetica Neue"/>
              </a:defRPr>
            </a:lvl3pPr>
            <a:lvl4pPr algn="ctr">
              <a:defRPr sz="1350" b="1">
                <a:solidFill>
                  <a:srgbClr val="102A43"/>
                </a:solidFill>
                <a:latin typeface="Helvetica Neue"/>
                <a:ea typeface="Helvetica Neue"/>
                <a:cs typeface="Helvetica Neue"/>
              </a:defRPr>
            </a:lvl4pPr>
            <a:lvl5pPr algn="ctr">
              <a:defRPr sz="1350" b="1">
                <a:solidFill>
                  <a:srgbClr val="102A43"/>
                </a:solidFill>
                <a:latin typeface="Helvetica Neue"/>
                <a:ea typeface="Helvetica Neue"/>
                <a:cs typeface="Helvetica Neue"/>
              </a:defRPr>
            </a:lvl5pPr>
            <a:lvl6pPr algn="ctr">
              <a:defRPr sz="1350" b="1">
                <a:solidFill>
                  <a:srgbClr val="102A43"/>
                </a:solidFill>
                <a:latin typeface="Helvetica Neue"/>
                <a:ea typeface="Helvetica Neue"/>
                <a:cs typeface="Helvetica Neue"/>
              </a:defRPr>
            </a:lvl6pPr>
            <a:lvl7pPr algn="ctr">
              <a:defRPr sz="1350" b="1">
                <a:solidFill>
                  <a:srgbClr val="102A43"/>
                </a:solidFill>
                <a:latin typeface="Helvetica Neue"/>
                <a:ea typeface="Helvetica Neue"/>
                <a:cs typeface="Helvetica Neue"/>
              </a:defRPr>
            </a:lvl7pPr>
            <a:lvl8pPr algn="ctr">
              <a:defRPr sz="1350" b="1">
                <a:solidFill>
                  <a:srgbClr val="102A43"/>
                </a:solidFill>
                <a:latin typeface="Helvetica Neue"/>
                <a:ea typeface="Helvetica Neue"/>
                <a:cs typeface="Helvetica Neue"/>
              </a:defRPr>
            </a:lvl8pPr>
            <a:lvl9pPr algn="ctr">
              <a:defRPr sz="1350" b="1">
                <a:solidFill>
                  <a:srgbClr val="102A43"/>
                </a:solidFill>
                <a:latin typeface="Helvetica Neue"/>
                <a:ea typeface="Helvetica Neue"/>
                <a:cs typeface="Helvetica Neue"/>
              </a:defRPr>
            </a:lvl9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New segments only: 20 repeated runs</a:t>
            </a:r>
          </a:p>
        </p:txBody>
      </p:sp>
      <p:graphicFrame>
        <p:nvGraphicFramePr>
          <p:cNvPr id="8" name="Chart">
            <a:extLst xmlns:a="http://schemas.openxmlformats.org/drawingml/2006/main">
              <a:ext uri="{FF2B5EF4-FFF2-40B4-BE49-F238E27FC236}">
                <a16:creationId xmlns:a16="http://schemas.microsoft.com/office/drawing/2014/main" id="{46719A31-6749-4D98-91EC-5F48D905F1DB}"/>
              </a:ext>
            </a:extLst>
          </p:cNvPr>
          <p:cNvGraphicFramePr/>
          <p:nvPr/>
        </p:nvGraphicFramePr>
        <p:xfrm>
          <a:off xmlns:a="http://schemas.openxmlformats.org/drawingml/2006/main" x="633412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f0fd857e67284b4d"/>
          </a:graphicData>
        </a:graphic>
      </p:graphicFrame>
      <p:sp>
        <p:nvSpPr>
          <p:cNvPr id="9" name="">
            <a:extLst xmlns:a="http://schemas.openxmlformats.org/drawingml/2006/main">
              <a:ext uri="{FF2B5EF4-FFF2-40B4-BE49-F238E27FC236}">
                <a16:creationId xmlns:a16="http://schemas.microsoft.com/office/drawing/2014/main" id="{2AB3EBF0-B6DD-43D9-AA7C-FBC8614D8BB2}"/>
              </a:ext>
            </a:extLst>
          </p:cNvPr>
          <p:cNvSpPr>
            <a:spLocks xmlns:a="http://schemas.openxmlformats.org/drawingml/2006/main" noGrp="1"/>
          </p:cNvSpPr>
          <p:nvPr/>
        </p:nvSpPr>
        <p:spPr>
          <a:xfrm xmlns:a="http://schemas.openxmlformats.org/drawingml/2006/main">
            <a:off x="6810375" y="1238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vl1pPr algn="ctr">
              <a:defRPr sz="1350" b="1">
                <a:solidFill>
                  <a:srgbClr val="102A43"/>
                </a:solidFill>
                <a:latin typeface="Helvetica Neue"/>
                <a:ea typeface="Helvetica Neue"/>
                <a:cs typeface="Helvetica Neue"/>
              </a:defRPr>
            </a:lvl1pPr>
            <a:lvl2pPr algn="ctr">
              <a:defRPr sz="1350" b="1">
                <a:solidFill>
                  <a:srgbClr val="102A43"/>
                </a:solidFill>
                <a:latin typeface="Helvetica Neue"/>
                <a:ea typeface="Helvetica Neue"/>
                <a:cs typeface="Helvetica Neue"/>
              </a:defRPr>
            </a:lvl2pPr>
            <a:lvl3pPr algn="ctr">
              <a:defRPr sz="1350" b="1">
                <a:solidFill>
                  <a:srgbClr val="102A43"/>
                </a:solidFill>
                <a:latin typeface="Helvetica Neue"/>
                <a:ea typeface="Helvetica Neue"/>
                <a:cs typeface="Helvetica Neue"/>
              </a:defRPr>
            </a:lvl3pPr>
            <a:lvl4pPr algn="ctr">
              <a:defRPr sz="1350" b="1">
                <a:solidFill>
                  <a:srgbClr val="102A43"/>
                </a:solidFill>
                <a:latin typeface="Helvetica Neue"/>
                <a:ea typeface="Helvetica Neue"/>
                <a:cs typeface="Helvetica Neue"/>
              </a:defRPr>
            </a:lvl4pPr>
            <a:lvl5pPr algn="ctr">
              <a:defRPr sz="1350" b="1">
                <a:solidFill>
                  <a:srgbClr val="102A43"/>
                </a:solidFill>
                <a:latin typeface="Helvetica Neue"/>
                <a:ea typeface="Helvetica Neue"/>
                <a:cs typeface="Helvetica Neue"/>
              </a:defRPr>
            </a:lvl5pPr>
            <a:lvl6pPr algn="ctr">
              <a:defRPr sz="1350" b="1">
                <a:solidFill>
                  <a:srgbClr val="102A43"/>
                </a:solidFill>
                <a:latin typeface="Helvetica Neue"/>
                <a:ea typeface="Helvetica Neue"/>
                <a:cs typeface="Helvetica Neue"/>
              </a:defRPr>
            </a:lvl6pPr>
            <a:lvl7pPr algn="ctr">
              <a:defRPr sz="1350" b="1">
                <a:solidFill>
                  <a:srgbClr val="102A43"/>
                </a:solidFill>
                <a:latin typeface="Helvetica Neue"/>
                <a:ea typeface="Helvetica Neue"/>
                <a:cs typeface="Helvetica Neue"/>
              </a:defRPr>
            </a:lvl7pPr>
            <a:lvl8pPr algn="ctr">
              <a:defRPr sz="1350" b="1">
                <a:solidFill>
                  <a:srgbClr val="102A43"/>
                </a:solidFill>
                <a:latin typeface="Helvetica Neue"/>
                <a:ea typeface="Helvetica Neue"/>
                <a:cs typeface="Helvetica Neue"/>
              </a:defRPr>
            </a:lvl8pPr>
            <a:lvl9pPr algn="ctr">
              <a:defRPr sz="1350" b="1">
                <a:solidFill>
                  <a:srgbClr val="102A43"/>
                </a:solidFill>
                <a:latin typeface="Helvetica Neue"/>
                <a:ea typeface="Helvetica Neue"/>
                <a:cs typeface="Helvetica Neue"/>
              </a:defRPr>
            </a:lvl9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Weak-viseme control: new segments only</a:t>
            </a:r>
          </a:p>
        </p:txBody>
      </p:sp>
      <p:sp>
        <p:nvSpPr>
          <p:cNvPr id="10" name="">
            <a:extLst xmlns:a="http://schemas.openxmlformats.org/drawingml/2006/main">
              <a:ext uri="{FF2B5EF4-FFF2-40B4-BE49-F238E27FC236}">
                <a16:creationId xmlns:a16="http://schemas.microsoft.com/office/drawing/2014/main" id="{D2BBAA9E-7483-46E7-905C-066CBF6E488C}"/>
              </a:ext>
            </a:extLst>
          </p:cNvPr>
          <p:cNvSpPr>
            <a:spLocks xmlns:a="http://schemas.openxmlformats.org/drawingml/2006/main" noGrp="1"/>
          </p:cNvSpPr>
          <p:nvPr/>
        </p:nvSpPr>
        <p:spPr>
          <a:xfrm xmlns:a="http://schemas.openxmlformats.org/drawingml/2006/main">
            <a:off x="619125" y="54292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59E9C"/>
                </a:solidFill>
                <a:latin typeface="Helvetica Neue"/>
                <a:ea typeface="Helvetica Neue"/>
                <a:cs typeface="Helvetica Neue"/>
              </a:defRPr>
            </a:defPPr>
            <a:lvl1pPr algn="l">
              <a:defRPr sz="1425" b="1">
                <a:solidFill>
                  <a:srgbClr val="159E9C"/>
                </a:solidFill>
                <a:latin typeface="Helvetica Neue"/>
                <a:ea typeface="Helvetica Neue"/>
                <a:cs typeface="Helvetica Neue"/>
              </a:defRPr>
            </a:lvl1pPr>
            <a:lvl2pPr algn="l">
              <a:defRPr sz="1425" b="1">
                <a:solidFill>
                  <a:srgbClr val="159E9C"/>
                </a:solidFill>
                <a:latin typeface="Helvetica Neue"/>
                <a:ea typeface="Helvetica Neue"/>
                <a:cs typeface="Helvetica Neue"/>
              </a:defRPr>
            </a:lvl2pPr>
            <a:lvl3pPr algn="l">
              <a:defRPr sz="1425" b="1">
                <a:solidFill>
                  <a:srgbClr val="159E9C"/>
                </a:solidFill>
                <a:latin typeface="Helvetica Neue"/>
                <a:ea typeface="Helvetica Neue"/>
                <a:cs typeface="Helvetica Neue"/>
              </a:defRPr>
            </a:lvl3pPr>
            <a:lvl4pPr algn="l">
              <a:defRPr sz="1425" b="1">
                <a:solidFill>
                  <a:srgbClr val="159E9C"/>
                </a:solidFill>
                <a:latin typeface="Helvetica Neue"/>
                <a:ea typeface="Helvetica Neue"/>
                <a:cs typeface="Helvetica Neue"/>
              </a:defRPr>
            </a:lvl4pPr>
            <a:lvl5pPr algn="l">
              <a:defRPr sz="1425" b="1">
                <a:solidFill>
                  <a:srgbClr val="159E9C"/>
                </a:solidFill>
                <a:latin typeface="Helvetica Neue"/>
                <a:ea typeface="Helvetica Neue"/>
                <a:cs typeface="Helvetica Neue"/>
              </a:defRPr>
            </a:lvl5pPr>
            <a:lvl6pPr algn="l">
              <a:defRPr sz="1425" b="1">
                <a:solidFill>
                  <a:srgbClr val="159E9C"/>
                </a:solidFill>
                <a:latin typeface="Helvetica Neue"/>
                <a:ea typeface="Helvetica Neue"/>
                <a:cs typeface="Helvetica Neue"/>
              </a:defRPr>
            </a:lvl6pPr>
            <a:lvl7pPr algn="l">
              <a:defRPr sz="1425" b="1">
                <a:solidFill>
                  <a:srgbClr val="159E9C"/>
                </a:solidFill>
                <a:latin typeface="Helvetica Neue"/>
                <a:ea typeface="Helvetica Neue"/>
                <a:cs typeface="Helvetica Neue"/>
              </a:defRPr>
            </a:lvl7pPr>
            <a:lvl8pPr algn="l">
              <a:defRPr sz="1425" b="1">
                <a:solidFill>
                  <a:srgbClr val="159E9C"/>
                </a:solidFill>
                <a:latin typeface="Helvetica Neue"/>
                <a:ea typeface="Helvetica Neue"/>
                <a:cs typeface="Helvetica Neue"/>
              </a:defRPr>
            </a:lvl8pPr>
            <a:lvl9pPr algn="l">
              <a:defRPr sz="1425" b="1">
                <a:solidFill>
                  <a:srgbClr val="159E9C"/>
                </a:solidFill>
                <a:latin typeface="Helvetica Neue"/>
                <a:ea typeface="Helvetica Neue"/>
                <a:cs typeface="Helvetica Neue"/>
              </a:defRPr>
            </a:lvl9pPr>
          </a:lstStyle>
          <a:p xmlns:a="http://schemas.openxmlformats.org/drawingml/2006/main">
            <a:pPr algn="l">
              <a:buNone/>
              <a:defRPr sz="1425" b="1">
                <a:solidFill>
                  <a:srgbClr val="159E9C"/>
                </a:solidFill>
                <a:latin typeface="Helvetica Neue"/>
                <a:ea typeface="Helvetica Neue"/>
                <a:cs typeface="Helvetica Neue"/>
              </a:defRPr>
            </a:pPr>
            <a:r>
              <a:rPr sz="1425" b="1">
                <a:solidFill>
                  <a:srgbClr val="159E9C"/>
                </a:solidFill>
                <a:latin typeface="Helvetica Neue"/>
                <a:ea typeface="Helvetica Neue"/>
                <a:cs typeface="Helvetica Neue"/>
              </a:rPr>
              <a:t>Global: .762 F1 / .843 AUC</a:t>
            </a:r>
          </a:p>
        </p:txBody>
      </p:sp>
      <p:sp>
        <p:nvSpPr>
          <p:cNvPr id="11" name="">
            <a:extLst xmlns:a="http://schemas.openxmlformats.org/drawingml/2006/main">
              <a:ext uri="{FF2B5EF4-FFF2-40B4-BE49-F238E27FC236}">
                <a16:creationId xmlns:a16="http://schemas.microsoft.com/office/drawing/2014/main" id="{996624E2-498C-4551-A198-7E9A8F7B5E54}"/>
              </a:ext>
            </a:extLst>
          </p:cNvPr>
          <p:cNvSpPr>
            <a:spLocks xmlns:a="http://schemas.openxmlformats.org/drawingml/2006/main" noGrp="1"/>
          </p:cNvSpPr>
          <p:nvPr/>
        </p:nvSpPr>
        <p:spPr>
          <a:xfrm xmlns:a="http://schemas.openxmlformats.org/drawingml/2006/main">
            <a:off x="6191250" y="54292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425" b="1">
                <a:solidFill>
                  <a:srgbClr val="D64545"/>
                </a:solidFill>
                <a:latin typeface="Helvetica Neue"/>
                <a:ea typeface="Helvetica Neue"/>
                <a:cs typeface="Helvetica Neue"/>
              </a:defRPr>
            </a:defPPr>
            <a:lvl1pPr algn="r">
              <a:defRPr sz="1425" b="1">
                <a:solidFill>
                  <a:srgbClr val="D64545"/>
                </a:solidFill>
                <a:latin typeface="Helvetica Neue"/>
                <a:ea typeface="Helvetica Neue"/>
                <a:cs typeface="Helvetica Neue"/>
              </a:defRPr>
            </a:lvl1pPr>
            <a:lvl2pPr algn="r">
              <a:defRPr sz="1425" b="1">
                <a:solidFill>
                  <a:srgbClr val="D64545"/>
                </a:solidFill>
                <a:latin typeface="Helvetica Neue"/>
                <a:ea typeface="Helvetica Neue"/>
                <a:cs typeface="Helvetica Neue"/>
              </a:defRPr>
            </a:lvl2pPr>
            <a:lvl3pPr algn="r">
              <a:defRPr sz="1425" b="1">
                <a:solidFill>
                  <a:srgbClr val="D64545"/>
                </a:solidFill>
                <a:latin typeface="Helvetica Neue"/>
                <a:ea typeface="Helvetica Neue"/>
                <a:cs typeface="Helvetica Neue"/>
              </a:defRPr>
            </a:lvl3pPr>
            <a:lvl4pPr algn="r">
              <a:defRPr sz="1425" b="1">
                <a:solidFill>
                  <a:srgbClr val="D64545"/>
                </a:solidFill>
                <a:latin typeface="Helvetica Neue"/>
                <a:ea typeface="Helvetica Neue"/>
                <a:cs typeface="Helvetica Neue"/>
              </a:defRPr>
            </a:lvl4pPr>
            <a:lvl5pPr algn="r">
              <a:defRPr sz="1425" b="1">
                <a:solidFill>
                  <a:srgbClr val="D64545"/>
                </a:solidFill>
                <a:latin typeface="Helvetica Neue"/>
                <a:ea typeface="Helvetica Neue"/>
                <a:cs typeface="Helvetica Neue"/>
              </a:defRPr>
            </a:lvl5pPr>
            <a:lvl6pPr algn="r">
              <a:defRPr sz="1425" b="1">
                <a:solidFill>
                  <a:srgbClr val="D64545"/>
                </a:solidFill>
                <a:latin typeface="Helvetica Neue"/>
                <a:ea typeface="Helvetica Neue"/>
                <a:cs typeface="Helvetica Neue"/>
              </a:defRPr>
            </a:lvl6pPr>
            <a:lvl7pPr algn="r">
              <a:defRPr sz="1425" b="1">
                <a:solidFill>
                  <a:srgbClr val="D64545"/>
                </a:solidFill>
                <a:latin typeface="Helvetica Neue"/>
                <a:ea typeface="Helvetica Neue"/>
                <a:cs typeface="Helvetica Neue"/>
              </a:defRPr>
            </a:lvl7pPr>
            <a:lvl8pPr algn="r">
              <a:defRPr sz="1425" b="1">
                <a:solidFill>
                  <a:srgbClr val="D64545"/>
                </a:solidFill>
                <a:latin typeface="Helvetica Neue"/>
                <a:ea typeface="Helvetica Neue"/>
                <a:cs typeface="Helvetica Neue"/>
              </a:defRPr>
            </a:lvl8pPr>
            <a:lvl9pPr algn="r">
              <a:defRPr sz="1425" b="1">
                <a:solidFill>
                  <a:srgbClr val="D64545"/>
                </a:solidFill>
                <a:latin typeface="Helvetica Neue"/>
                <a:ea typeface="Helvetica Neue"/>
                <a:cs typeface="Helvetica Neue"/>
              </a:defRPr>
            </a:lvl9pPr>
          </a:lstStyle>
          <a:p xmlns:a="http://schemas.openxmlformats.org/drawingml/2006/main">
            <a:pPr algn="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Window: −.086 F1 / −.104 AUC</a:t>
            </a:r>
          </a:p>
        </p:txBody>
      </p:sp>
      <p:sp>
        <p:nvSpPr>
          <p:cNvPr id="12" name="">
            <a:extLst xmlns:a="http://schemas.openxmlformats.org/drawingml/2006/main">
              <a:ext uri="{FF2B5EF4-FFF2-40B4-BE49-F238E27FC236}">
                <a16:creationId xmlns:a16="http://schemas.microsoft.com/office/drawing/2014/main" id="{28005188-C730-4019-9F0C-BD6F44CD3A54}"/>
              </a:ext>
            </a:extLst>
          </p:cNvPr>
          <p:cNvSpPr>
            <a:spLocks xmlns:a="http://schemas.openxmlformats.org/drawingml/2006/main" noGrp="1"/>
          </p:cNvSpPr>
          <p:nvPr/>
        </p:nvSpPr>
        <p:spPr>
          <a:xfrm xmlns:a="http://schemas.openxmlformats.org/drawingml/2006/main">
            <a:off x="571500" y="5867400"/>
            <a:ext cx="11049000" cy="28575"/>
          </a:xfrm>
          <a:prstGeom xmlns:a="http://schemas.openxmlformats.org/drawingml/2006/main" prst="rect">
            <a:avLst/>
          </a:prstGeom>
          <a:solidFill xmlns:a="http://schemas.openxmlformats.org/drawingml/2006/main">
            <a:srgbClr val="D9E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A37C85-AA79-41AA-B111-AFB281BF4197}"/>
              </a:ext>
            </a:extLst>
          </p:cNvPr>
          <p:cNvSpPr>
            <a:spLocks xmlns:a="http://schemas.openxmlformats.org/drawingml/2006/main" noGrp="1"/>
          </p:cNvSpPr>
          <p:nvPr/>
        </p:nvSpPr>
        <p:spPr>
          <a:xfrm xmlns:a="http://schemas.openxmlformats.org/drawingml/2006/main">
            <a:off x="952500" y="5953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275" b="1">
                <a:solidFill>
                  <a:srgbClr val="102A43"/>
                </a:solidFill>
                <a:latin typeface="Helvetica Neue"/>
                <a:ea typeface="Helvetica Neue"/>
                <a:cs typeface="Helvetica Neue"/>
              </a:defRPr>
            </a:defPPr>
            <a:lvl1pPr algn="ctr">
              <a:defRPr sz="1275" b="1">
                <a:solidFill>
                  <a:srgbClr val="102A43"/>
                </a:solidFill>
                <a:latin typeface="Helvetica Neue"/>
                <a:ea typeface="Helvetica Neue"/>
                <a:cs typeface="Helvetica Neue"/>
              </a:defRPr>
            </a:lvl1pPr>
            <a:lvl2pPr algn="ctr">
              <a:defRPr sz="1275" b="1">
                <a:solidFill>
                  <a:srgbClr val="102A43"/>
                </a:solidFill>
                <a:latin typeface="Helvetica Neue"/>
                <a:ea typeface="Helvetica Neue"/>
                <a:cs typeface="Helvetica Neue"/>
              </a:defRPr>
            </a:lvl2pPr>
            <a:lvl3pPr algn="ctr">
              <a:defRPr sz="1275" b="1">
                <a:solidFill>
                  <a:srgbClr val="102A43"/>
                </a:solidFill>
                <a:latin typeface="Helvetica Neue"/>
                <a:ea typeface="Helvetica Neue"/>
                <a:cs typeface="Helvetica Neue"/>
              </a:defRPr>
            </a:lvl3pPr>
            <a:lvl4pPr algn="ctr">
              <a:defRPr sz="1275" b="1">
                <a:solidFill>
                  <a:srgbClr val="102A43"/>
                </a:solidFill>
                <a:latin typeface="Helvetica Neue"/>
                <a:ea typeface="Helvetica Neue"/>
                <a:cs typeface="Helvetica Neue"/>
              </a:defRPr>
            </a:lvl4pPr>
            <a:lvl5pPr algn="ctr">
              <a:defRPr sz="1275" b="1">
                <a:solidFill>
                  <a:srgbClr val="102A43"/>
                </a:solidFill>
                <a:latin typeface="Helvetica Neue"/>
                <a:ea typeface="Helvetica Neue"/>
                <a:cs typeface="Helvetica Neue"/>
              </a:defRPr>
            </a:lvl5pPr>
            <a:lvl6pPr algn="ctr">
              <a:defRPr sz="1275" b="1">
                <a:solidFill>
                  <a:srgbClr val="102A43"/>
                </a:solidFill>
                <a:latin typeface="Helvetica Neue"/>
                <a:ea typeface="Helvetica Neue"/>
                <a:cs typeface="Helvetica Neue"/>
              </a:defRPr>
            </a:lvl6pPr>
            <a:lvl7pPr algn="ctr">
              <a:defRPr sz="1275" b="1">
                <a:solidFill>
                  <a:srgbClr val="102A43"/>
                </a:solidFill>
                <a:latin typeface="Helvetica Neue"/>
                <a:ea typeface="Helvetica Neue"/>
                <a:cs typeface="Helvetica Neue"/>
              </a:defRPr>
            </a:lvl7pPr>
            <a:lvl8pPr algn="ctr">
              <a:defRPr sz="1275" b="1">
                <a:solidFill>
                  <a:srgbClr val="102A43"/>
                </a:solidFill>
                <a:latin typeface="Helvetica Neue"/>
                <a:ea typeface="Helvetica Neue"/>
                <a:cs typeface="Helvetica Neue"/>
              </a:defRPr>
            </a:lvl8pPr>
            <a:lvl9pPr algn="ctr">
              <a:defRPr sz="1275" b="1">
                <a:solidFill>
                  <a:srgbClr val="102A43"/>
                </a:solidFill>
                <a:latin typeface="Helvetica Neue"/>
                <a:ea typeface="Helvetica Neue"/>
                <a:cs typeface="Helvetica Neue"/>
              </a:defRPr>
            </a:lvl9pPr>
          </a:lstStyle>
          <a:p xmlns:a="http://schemas.openxmlformats.org/drawingml/2006/main">
            <a:pPr algn="ctr">
              <a:buNone/>
              <a:defRPr sz="1275" b="1">
                <a:solidFill>
                  <a:srgbClr val="102A43"/>
                </a:solidFill>
                <a:latin typeface="Helvetica Neue"/>
                <a:ea typeface="Helvetica Neue"/>
                <a:cs typeface="Helvetica Neue"/>
              </a:defRPr>
            </a:pPr>
            <a:r>
              <a:rPr sz="1275" b="1">
                <a:solidFill>
                  <a:srgbClr val="102A43"/>
                </a:solidFill>
                <a:latin typeface="Helvetica Neue"/>
                <a:ea typeface="Helvetica Neue"/>
                <a:cs typeface="Helvetica Neue"/>
              </a:rPr>
              <a:t>Window AUROC was lower in 20/20 repeats; 24 new pairs, same identities and generator.</a:t>
            </a:r>
          </a:p>
        </p:txBody>
      </p:sp>
    </p:spTree>
    <p:extLst>
      <p:ext uri="{BB962C8B-B14F-4D97-AF65-F5344CB8AC3E}">
        <p14:creationId xmlns:p14="http://schemas.microsoft.com/office/powerpoint/2010/main" val="1993889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E59E22A-B702-4293-BB78-43B75ECE4936}"/>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F6F8196E-1187-4CAA-9B02-571DBBF1F45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008ECCF-F5A6-494C-BA60-868F63F4F6B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2142C7-18F7-4692-B033-CCE627D56DC1}"/>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C1EC37ED-2896-4B2B-90E9-6615BF3B5E2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C3227109-4DC7-4FAC-B8BF-C0C70F1FB9E4}"/>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E2AF0633-62D4-4D5D-96B7-BD155CCA7CDD}"/>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defRPr sz="1650" b="1">
                <a:solidFill>
                  <a:srgbClr val="102A43"/>
                </a:solidFill>
                <a:latin typeface="Helvetica Neue"/>
                <a:ea typeface="Helvetica Neue"/>
                <a:cs typeface="Helvetica Neue"/>
              </a:defRPr>
            </a:lvl1pPr>
            <a:lvl2pPr algn="l">
              <a:defRPr sz="1650" b="1">
                <a:solidFill>
                  <a:srgbClr val="102A43"/>
                </a:solidFill>
                <a:latin typeface="Helvetica Neue"/>
                <a:ea typeface="Helvetica Neue"/>
                <a:cs typeface="Helvetica Neue"/>
              </a:defRPr>
            </a:lvl2pPr>
            <a:lvl3pPr algn="l">
              <a:defRPr sz="1650" b="1">
                <a:solidFill>
                  <a:srgbClr val="102A43"/>
                </a:solidFill>
                <a:latin typeface="Helvetica Neue"/>
                <a:ea typeface="Helvetica Neue"/>
                <a:cs typeface="Helvetica Neue"/>
              </a:defRPr>
            </a:lvl3pPr>
            <a:lvl4pPr algn="l">
              <a:defRPr sz="1650" b="1">
                <a:solidFill>
                  <a:srgbClr val="102A43"/>
                </a:solidFill>
                <a:latin typeface="Helvetica Neue"/>
                <a:ea typeface="Helvetica Neue"/>
                <a:cs typeface="Helvetica Neue"/>
              </a:defRPr>
            </a:lvl4pPr>
            <a:lvl5pPr algn="l">
              <a:defRPr sz="1650" b="1">
                <a:solidFill>
                  <a:srgbClr val="102A43"/>
                </a:solidFill>
                <a:latin typeface="Helvetica Neue"/>
                <a:ea typeface="Helvetica Neue"/>
                <a:cs typeface="Helvetica Neue"/>
              </a:defRPr>
            </a:lvl5pPr>
            <a:lvl6pPr algn="l">
              <a:defRPr sz="1650" b="1">
                <a:solidFill>
                  <a:srgbClr val="102A43"/>
                </a:solidFill>
                <a:latin typeface="Helvetica Neue"/>
                <a:ea typeface="Helvetica Neue"/>
                <a:cs typeface="Helvetica Neue"/>
              </a:defRPr>
            </a:lvl6pPr>
            <a:lvl7pPr algn="l">
              <a:defRPr sz="1650" b="1">
                <a:solidFill>
                  <a:srgbClr val="102A43"/>
                </a:solidFill>
                <a:latin typeface="Helvetica Neue"/>
                <a:ea typeface="Helvetica Neue"/>
                <a:cs typeface="Helvetica Neue"/>
              </a:defRPr>
            </a:lvl7pPr>
            <a:lvl8pPr algn="l">
              <a:defRPr sz="1650" b="1">
                <a:solidFill>
                  <a:srgbClr val="102A43"/>
                </a:solidFill>
                <a:latin typeface="Helvetica Neue"/>
                <a:ea typeface="Helvetica Neue"/>
                <a:cs typeface="Helvetica Neue"/>
              </a:defRPr>
            </a:lvl8pPr>
            <a:lvl9pPr algn="l">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EEA08EA1-19EF-456B-8912-87EBFBF55250}"/>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56827ACB-DB64-4707-ACCE-6666FFCF2F42}"/>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E84A808B-DCB9-4A83-A751-07D602139630}"/>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defRPr sz="1650" b="1">
                <a:solidFill>
                  <a:srgbClr val="E67E22"/>
                </a:solidFill>
                <a:latin typeface="Helvetica Neue"/>
                <a:ea typeface="Helvetica Neue"/>
                <a:cs typeface="Helvetica Neue"/>
              </a:defRPr>
            </a:lvl1pPr>
            <a:lvl2pPr algn="l">
              <a:defRPr sz="1650" b="1">
                <a:solidFill>
                  <a:srgbClr val="E67E22"/>
                </a:solidFill>
                <a:latin typeface="Helvetica Neue"/>
                <a:ea typeface="Helvetica Neue"/>
                <a:cs typeface="Helvetica Neue"/>
              </a:defRPr>
            </a:lvl2pPr>
            <a:lvl3pPr algn="l">
              <a:defRPr sz="1650" b="1">
                <a:solidFill>
                  <a:srgbClr val="E67E22"/>
                </a:solidFill>
                <a:latin typeface="Helvetica Neue"/>
                <a:ea typeface="Helvetica Neue"/>
                <a:cs typeface="Helvetica Neue"/>
              </a:defRPr>
            </a:lvl3pPr>
            <a:lvl4pPr algn="l">
              <a:defRPr sz="1650" b="1">
                <a:solidFill>
                  <a:srgbClr val="E67E22"/>
                </a:solidFill>
                <a:latin typeface="Helvetica Neue"/>
                <a:ea typeface="Helvetica Neue"/>
                <a:cs typeface="Helvetica Neue"/>
              </a:defRPr>
            </a:lvl4pPr>
            <a:lvl5pPr algn="l">
              <a:defRPr sz="1650" b="1">
                <a:solidFill>
                  <a:srgbClr val="E67E22"/>
                </a:solidFill>
                <a:latin typeface="Helvetica Neue"/>
                <a:ea typeface="Helvetica Neue"/>
                <a:cs typeface="Helvetica Neue"/>
              </a:defRPr>
            </a:lvl5pPr>
            <a:lvl6pPr algn="l">
              <a:defRPr sz="1650" b="1">
                <a:solidFill>
                  <a:srgbClr val="E67E22"/>
                </a:solidFill>
                <a:latin typeface="Helvetica Neue"/>
                <a:ea typeface="Helvetica Neue"/>
                <a:cs typeface="Helvetica Neue"/>
              </a:defRPr>
            </a:lvl6pPr>
            <a:lvl7pPr algn="l">
              <a:defRPr sz="1650" b="1">
                <a:solidFill>
                  <a:srgbClr val="E67E22"/>
                </a:solidFill>
                <a:latin typeface="Helvetica Neue"/>
                <a:ea typeface="Helvetica Neue"/>
                <a:cs typeface="Helvetica Neue"/>
              </a:defRPr>
            </a:lvl7pPr>
            <a:lvl8pPr algn="l">
              <a:defRPr sz="1650" b="1">
                <a:solidFill>
                  <a:srgbClr val="E67E22"/>
                </a:solidFill>
                <a:latin typeface="Helvetica Neue"/>
                <a:ea typeface="Helvetica Neue"/>
                <a:cs typeface="Helvetica Neue"/>
              </a:defRPr>
            </a:lvl8pPr>
            <a:lvl9pPr algn="l">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6711BEBD-9250-4640-8A77-B3A7685AECF8}"/>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6593D81E-6700-464E-946C-84DA4B5E9433}"/>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D8BF018F-F9CD-4454-A7C6-08B1ED565317}"/>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defRPr sz="1650" b="1">
                <a:solidFill>
                  <a:srgbClr val="D64545"/>
                </a:solidFill>
                <a:latin typeface="Helvetica Neue"/>
                <a:ea typeface="Helvetica Neue"/>
                <a:cs typeface="Helvetica Neue"/>
              </a:defRPr>
            </a:lvl1pPr>
            <a:lvl2pPr algn="l">
              <a:defRPr sz="1650" b="1">
                <a:solidFill>
                  <a:srgbClr val="D64545"/>
                </a:solidFill>
                <a:latin typeface="Helvetica Neue"/>
                <a:ea typeface="Helvetica Neue"/>
                <a:cs typeface="Helvetica Neue"/>
              </a:defRPr>
            </a:lvl2pPr>
            <a:lvl3pPr algn="l">
              <a:defRPr sz="1650" b="1">
                <a:solidFill>
                  <a:srgbClr val="D64545"/>
                </a:solidFill>
                <a:latin typeface="Helvetica Neue"/>
                <a:ea typeface="Helvetica Neue"/>
                <a:cs typeface="Helvetica Neue"/>
              </a:defRPr>
            </a:lvl3pPr>
            <a:lvl4pPr algn="l">
              <a:defRPr sz="1650" b="1">
                <a:solidFill>
                  <a:srgbClr val="D64545"/>
                </a:solidFill>
                <a:latin typeface="Helvetica Neue"/>
                <a:ea typeface="Helvetica Neue"/>
                <a:cs typeface="Helvetica Neue"/>
              </a:defRPr>
            </a:lvl4pPr>
            <a:lvl5pPr algn="l">
              <a:defRPr sz="1650" b="1">
                <a:solidFill>
                  <a:srgbClr val="D64545"/>
                </a:solidFill>
                <a:latin typeface="Helvetica Neue"/>
                <a:ea typeface="Helvetica Neue"/>
                <a:cs typeface="Helvetica Neue"/>
              </a:defRPr>
            </a:lvl5pPr>
            <a:lvl6pPr algn="l">
              <a:defRPr sz="1650" b="1">
                <a:solidFill>
                  <a:srgbClr val="D64545"/>
                </a:solidFill>
                <a:latin typeface="Helvetica Neue"/>
                <a:ea typeface="Helvetica Neue"/>
                <a:cs typeface="Helvetica Neue"/>
              </a:defRPr>
            </a:lvl6pPr>
            <a:lvl7pPr algn="l">
              <a:defRPr sz="1650" b="1">
                <a:solidFill>
                  <a:srgbClr val="D64545"/>
                </a:solidFill>
                <a:latin typeface="Helvetica Neue"/>
                <a:ea typeface="Helvetica Neue"/>
                <a:cs typeface="Helvetica Neue"/>
              </a:defRPr>
            </a:lvl7pPr>
            <a:lvl8pPr algn="l">
              <a:defRPr sz="1650" b="1">
                <a:solidFill>
                  <a:srgbClr val="D64545"/>
                </a:solidFill>
                <a:latin typeface="Helvetica Neue"/>
                <a:ea typeface="Helvetica Neue"/>
                <a:cs typeface="Helvetica Neue"/>
              </a:defRPr>
            </a:lvl8pPr>
            <a:lvl9pPr algn="l">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F524106E-A96E-4F88-9A9E-4A35D6A0E84E}"/>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73EAE57A-5282-490D-9BE0-4CEC00131B54}"/>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6155C2FB-B4D3-4B7A-9DBB-05D221A76991}"/>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defRPr sz="1650" b="1">
                <a:solidFill>
                  <a:srgbClr val="2F6BFF"/>
                </a:solidFill>
                <a:latin typeface="Helvetica Neue"/>
                <a:ea typeface="Helvetica Neue"/>
                <a:cs typeface="Helvetica Neue"/>
              </a:defRPr>
            </a:lvl1pPr>
            <a:lvl2pPr algn="l">
              <a:defRPr sz="1650" b="1">
                <a:solidFill>
                  <a:srgbClr val="2F6BFF"/>
                </a:solidFill>
                <a:latin typeface="Helvetica Neue"/>
                <a:ea typeface="Helvetica Neue"/>
                <a:cs typeface="Helvetica Neue"/>
              </a:defRPr>
            </a:lvl2pPr>
            <a:lvl3pPr algn="l">
              <a:defRPr sz="1650" b="1">
                <a:solidFill>
                  <a:srgbClr val="2F6BFF"/>
                </a:solidFill>
                <a:latin typeface="Helvetica Neue"/>
                <a:ea typeface="Helvetica Neue"/>
                <a:cs typeface="Helvetica Neue"/>
              </a:defRPr>
            </a:lvl3pPr>
            <a:lvl4pPr algn="l">
              <a:defRPr sz="1650" b="1">
                <a:solidFill>
                  <a:srgbClr val="2F6BFF"/>
                </a:solidFill>
                <a:latin typeface="Helvetica Neue"/>
                <a:ea typeface="Helvetica Neue"/>
                <a:cs typeface="Helvetica Neue"/>
              </a:defRPr>
            </a:lvl4pPr>
            <a:lvl5pPr algn="l">
              <a:defRPr sz="1650" b="1">
                <a:solidFill>
                  <a:srgbClr val="2F6BFF"/>
                </a:solidFill>
                <a:latin typeface="Helvetica Neue"/>
                <a:ea typeface="Helvetica Neue"/>
                <a:cs typeface="Helvetica Neue"/>
              </a:defRPr>
            </a:lvl5pPr>
            <a:lvl6pPr algn="l">
              <a:defRPr sz="1650" b="1">
                <a:solidFill>
                  <a:srgbClr val="2F6BFF"/>
                </a:solidFill>
                <a:latin typeface="Helvetica Neue"/>
                <a:ea typeface="Helvetica Neue"/>
                <a:cs typeface="Helvetica Neue"/>
              </a:defRPr>
            </a:lvl6pPr>
            <a:lvl7pPr algn="l">
              <a:defRPr sz="1650" b="1">
                <a:solidFill>
                  <a:srgbClr val="2F6BFF"/>
                </a:solidFill>
                <a:latin typeface="Helvetica Neue"/>
                <a:ea typeface="Helvetica Neue"/>
                <a:cs typeface="Helvetica Neue"/>
              </a:defRPr>
            </a:lvl7pPr>
            <a:lvl8pPr algn="l">
              <a:defRPr sz="1650" b="1">
                <a:solidFill>
                  <a:srgbClr val="2F6BFF"/>
                </a:solidFill>
                <a:latin typeface="Helvetica Neue"/>
                <a:ea typeface="Helvetica Neue"/>
                <a:cs typeface="Helvetica Neue"/>
              </a:defRPr>
            </a:lvl8pPr>
            <a:lvl9pPr algn="l">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28684CDE-DAE5-4DC9-8282-3D7EF168A2E5}"/>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defRPr sz="1275" b="0">
                <a:solidFill>
                  <a:srgbClr val="243B53"/>
                </a:solidFill>
                <a:latin typeface="Helvetica Neue"/>
                <a:ea typeface="Helvetica Neue"/>
                <a:cs typeface="Helvetica Neue"/>
              </a:defRPr>
            </a:lvl1pPr>
            <a:lvl2pPr algn="l">
              <a:defRPr sz="1275" b="0">
                <a:solidFill>
                  <a:srgbClr val="243B53"/>
                </a:solidFill>
                <a:latin typeface="Helvetica Neue"/>
                <a:ea typeface="Helvetica Neue"/>
                <a:cs typeface="Helvetica Neue"/>
              </a:defRPr>
            </a:lvl2pPr>
            <a:lvl3pPr algn="l">
              <a:defRPr sz="1275" b="0">
                <a:solidFill>
                  <a:srgbClr val="243B53"/>
                </a:solidFill>
                <a:latin typeface="Helvetica Neue"/>
                <a:ea typeface="Helvetica Neue"/>
                <a:cs typeface="Helvetica Neue"/>
              </a:defRPr>
            </a:lvl3pPr>
            <a:lvl4pPr algn="l">
              <a:defRPr sz="1275" b="0">
                <a:solidFill>
                  <a:srgbClr val="243B53"/>
                </a:solidFill>
                <a:latin typeface="Helvetica Neue"/>
                <a:ea typeface="Helvetica Neue"/>
                <a:cs typeface="Helvetica Neue"/>
              </a:defRPr>
            </a:lvl4pPr>
            <a:lvl5pPr algn="l">
              <a:defRPr sz="1275" b="0">
                <a:solidFill>
                  <a:srgbClr val="243B53"/>
                </a:solidFill>
                <a:latin typeface="Helvetica Neue"/>
                <a:ea typeface="Helvetica Neue"/>
                <a:cs typeface="Helvetica Neue"/>
              </a:defRPr>
            </a:lvl5pPr>
            <a:lvl6pPr algn="l">
              <a:defRPr sz="1275" b="0">
                <a:solidFill>
                  <a:srgbClr val="243B53"/>
                </a:solidFill>
                <a:latin typeface="Helvetica Neue"/>
                <a:ea typeface="Helvetica Neue"/>
                <a:cs typeface="Helvetica Neue"/>
              </a:defRPr>
            </a:lvl6pPr>
            <a:lvl7pPr algn="l">
              <a:defRPr sz="1275" b="0">
                <a:solidFill>
                  <a:srgbClr val="243B53"/>
                </a:solidFill>
                <a:latin typeface="Helvetica Neue"/>
                <a:ea typeface="Helvetica Neue"/>
                <a:cs typeface="Helvetica Neue"/>
              </a:defRPr>
            </a:lvl7pPr>
            <a:lvl8pPr algn="l">
              <a:defRPr sz="1275" b="0">
                <a:solidFill>
                  <a:srgbClr val="243B53"/>
                </a:solidFill>
                <a:latin typeface="Helvetica Neue"/>
                <a:ea typeface="Helvetica Neue"/>
                <a:cs typeface="Helvetica Neue"/>
              </a:defRPr>
            </a:lvl8pPr>
            <a:lvl9pPr algn="l">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53CF3D3F-05DB-4482-9A69-A697585AA06E}"/>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CB6DBA84-DD25-4164-B32D-D7A187926302}"/>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3F23C042-7064-46E6-BB3C-277CBC9CA79A}"/>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D029C292-38E0-475D-B886-37D2EB22EF16}"/>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C658CD10-C8C2-4280-9E57-DDB368055052}"/>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159E9C"/>
                </a:solidFill>
                <a:latin typeface="Helvetica Neue"/>
                <a:ea typeface="Helvetica Neue"/>
                <a:cs typeface="Helvetica Neue"/>
              </a:defRPr>
            </a:defPPr>
            <a:lvl1pPr algn="l">
              <a:defRPr sz="1725" b="1">
                <a:solidFill>
                  <a:srgbClr val="159E9C"/>
                </a:solidFill>
                <a:latin typeface="Helvetica Neue"/>
                <a:ea typeface="Helvetica Neue"/>
                <a:cs typeface="Helvetica Neue"/>
              </a:defRPr>
            </a:lvl1pPr>
            <a:lvl2pPr algn="l">
              <a:defRPr sz="1725" b="1">
                <a:solidFill>
                  <a:srgbClr val="159E9C"/>
                </a:solidFill>
                <a:latin typeface="Helvetica Neue"/>
                <a:ea typeface="Helvetica Neue"/>
                <a:cs typeface="Helvetica Neue"/>
              </a:defRPr>
            </a:lvl2pPr>
            <a:lvl3pPr algn="l">
              <a:defRPr sz="1725" b="1">
                <a:solidFill>
                  <a:srgbClr val="159E9C"/>
                </a:solidFill>
                <a:latin typeface="Helvetica Neue"/>
                <a:ea typeface="Helvetica Neue"/>
                <a:cs typeface="Helvetica Neue"/>
              </a:defRPr>
            </a:lvl3pPr>
            <a:lvl4pPr algn="l">
              <a:defRPr sz="1725" b="1">
                <a:solidFill>
                  <a:srgbClr val="159E9C"/>
                </a:solidFill>
                <a:latin typeface="Helvetica Neue"/>
                <a:ea typeface="Helvetica Neue"/>
                <a:cs typeface="Helvetica Neue"/>
              </a:defRPr>
            </a:lvl4pPr>
            <a:lvl5pPr algn="l">
              <a:defRPr sz="1725" b="1">
                <a:solidFill>
                  <a:srgbClr val="159E9C"/>
                </a:solidFill>
                <a:latin typeface="Helvetica Neue"/>
                <a:ea typeface="Helvetica Neue"/>
                <a:cs typeface="Helvetica Neue"/>
              </a:defRPr>
            </a:lvl5pPr>
            <a:lvl6pPr algn="l">
              <a:defRPr sz="1725" b="1">
                <a:solidFill>
                  <a:srgbClr val="159E9C"/>
                </a:solidFill>
                <a:latin typeface="Helvetica Neue"/>
                <a:ea typeface="Helvetica Neue"/>
                <a:cs typeface="Helvetica Neue"/>
              </a:defRPr>
            </a:lvl6pPr>
            <a:lvl7pPr algn="l">
              <a:defRPr sz="1725" b="1">
                <a:solidFill>
                  <a:srgbClr val="159E9C"/>
                </a:solidFill>
                <a:latin typeface="Helvetica Neue"/>
                <a:ea typeface="Helvetica Neue"/>
                <a:cs typeface="Helvetica Neue"/>
              </a:defRPr>
            </a:lvl7pPr>
            <a:lvl8pPr algn="l">
              <a:defRPr sz="1725" b="1">
                <a:solidFill>
                  <a:srgbClr val="159E9C"/>
                </a:solidFill>
                <a:latin typeface="Helvetica Neue"/>
                <a:ea typeface="Helvetica Neue"/>
                <a:cs typeface="Helvetica Neue"/>
              </a:defRPr>
            </a:lvl8pPr>
            <a:lvl9pPr algn="l">
              <a:defRPr sz="1725" b="1">
                <a:solidFill>
                  <a:srgbClr val="159E9C"/>
                </a:solidFill>
                <a:latin typeface="Helvetica Neue"/>
                <a:ea typeface="Helvetica Neue"/>
                <a:cs typeface="Helvetica Neue"/>
              </a:defRPr>
            </a:lvl9pPr>
          </a:lstStyle>
          <a:p xmlns:a="http://schemas.openxmlformats.org/drawingml/2006/main">
            <a:pPr algn="l">
              <a:buNone/>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2F7C395F-A210-4E23-814E-9DDD9EAFAD42}"/>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vl1pPr algn="l">
              <a:defRPr sz="1500" b="0">
                <a:solidFill>
                  <a:srgbClr val="243B53"/>
                </a:solidFill>
                <a:latin typeface="Helvetica Neue"/>
                <a:ea typeface="Helvetica Neue"/>
                <a:cs typeface="Helvetica Neue"/>
              </a:defRPr>
            </a:lvl1pPr>
            <a:lvl2pPr algn="l">
              <a:defRPr sz="1500" b="0">
                <a:solidFill>
                  <a:srgbClr val="243B53"/>
                </a:solidFill>
                <a:latin typeface="Helvetica Neue"/>
                <a:ea typeface="Helvetica Neue"/>
                <a:cs typeface="Helvetica Neue"/>
              </a:defRPr>
            </a:lvl2pPr>
            <a:lvl3pPr algn="l">
              <a:defRPr sz="1500" b="0">
                <a:solidFill>
                  <a:srgbClr val="243B53"/>
                </a:solidFill>
                <a:latin typeface="Helvetica Neue"/>
                <a:ea typeface="Helvetica Neue"/>
                <a:cs typeface="Helvetica Neue"/>
              </a:defRPr>
            </a:lvl3pPr>
            <a:lvl4pPr algn="l">
              <a:defRPr sz="1500" b="0">
                <a:solidFill>
                  <a:srgbClr val="243B53"/>
                </a:solidFill>
                <a:latin typeface="Helvetica Neue"/>
                <a:ea typeface="Helvetica Neue"/>
                <a:cs typeface="Helvetica Neue"/>
              </a:defRPr>
            </a:lvl4pPr>
            <a:lvl5pPr algn="l">
              <a:defRPr sz="1500" b="0">
                <a:solidFill>
                  <a:srgbClr val="243B53"/>
                </a:solidFill>
                <a:latin typeface="Helvetica Neue"/>
                <a:ea typeface="Helvetica Neue"/>
                <a:cs typeface="Helvetica Neue"/>
              </a:defRPr>
            </a:lvl5pPr>
            <a:lvl6pPr algn="l">
              <a:defRPr sz="1500" b="0">
                <a:solidFill>
                  <a:srgbClr val="243B53"/>
                </a:solidFill>
                <a:latin typeface="Helvetica Neue"/>
                <a:ea typeface="Helvetica Neue"/>
                <a:cs typeface="Helvetica Neue"/>
              </a:defRPr>
            </a:lvl6pPr>
            <a:lvl7pPr algn="l">
              <a:defRPr sz="1500" b="0">
                <a:solidFill>
                  <a:srgbClr val="243B53"/>
                </a:solidFill>
                <a:latin typeface="Helvetica Neue"/>
                <a:ea typeface="Helvetica Neue"/>
                <a:cs typeface="Helvetica Neue"/>
              </a:defRPr>
            </a:lvl7pPr>
            <a:lvl8pPr algn="l">
              <a:defRPr sz="1500" b="0">
                <a:solidFill>
                  <a:srgbClr val="243B53"/>
                </a:solidFill>
                <a:latin typeface="Helvetica Neue"/>
                <a:ea typeface="Helvetica Neue"/>
                <a:cs typeface="Helvetica Neue"/>
              </a:defRPr>
            </a:lvl8pPr>
            <a:lvl9pPr algn="l">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58180C95-E366-45A9-B342-C9929B93AD3B}"/>
              </a:ext>
            </a:extLst>
          </p:cNvPr>
          <p:cNvSpPr>
            <a:spLocks xmlns:a="http://schemas.openxmlformats.org/drawingml/2006/main" noGrp="1"/>
          </p:cNvSpPr>
          <p:nvPr/>
        </p:nvSpPr>
        <p:spPr>
          <a:xfrm xmlns:a="http://schemas.openxmlformats.org/drawingml/2006/main">
            <a:off x="11430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D64545"/>
                </a:solidFill>
                <a:latin typeface="Helvetica Neue"/>
                <a:ea typeface="Helvetica Neue"/>
                <a:cs typeface="Helvetica Neue"/>
              </a:defRPr>
            </a:defPPr>
            <a:lvl1pPr algn="ctr">
              <a:defRPr sz="1425" b="1">
                <a:solidFill>
                  <a:srgbClr val="D64545"/>
                </a:solidFill>
                <a:latin typeface="Helvetica Neue"/>
                <a:ea typeface="Helvetica Neue"/>
                <a:cs typeface="Helvetica Neue"/>
              </a:defRPr>
            </a:lvl1pPr>
            <a:lvl2pPr algn="ctr">
              <a:defRPr sz="1425" b="1">
                <a:solidFill>
                  <a:srgbClr val="D64545"/>
                </a:solidFill>
                <a:latin typeface="Helvetica Neue"/>
                <a:ea typeface="Helvetica Neue"/>
                <a:cs typeface="Helvetica Neue"/>
              </a:defRPr>
            </a:lvl2pPr>
            <a:lvl3pPr algn="ctr">
              <a:defRPr sz="1425" b="1">
                <a:solidFill>
                  <a:srgbClr val="D64545"/>
                </a:solidFill>
                <a:latin typeface="Helvetica Neue"/>
                <a:ea typeface="Helvetica Neue"/>
                <a:cs typeface="Helvetica Neue"/>
              </a:defRPr>
            </a:lvl3pPr>
            <a:lvl4pPr algn="ctr">
              <a:defRPr sz="1425" b="1">
                <a:solidFill>
                  <a:srgbClr val="D64545"/>
                </a:solidFill>
                <a:latin typeface="Helvetica Neue"/>
                <a:ea typeface="Helvetica Neue"/>
                <a:cs typeface="Helvetica Neue"/>
              </a:defRPr>
            </a:lvl4pPr>
            <a:lvl5pPr algn="ctr">
              <a:defRPr sz="1425" b="1">
                <a:solidFill>
                  <a:srgbClr val="D64545"/>
                </a:solidFill>
                <a:latin typeface="Helvetica Neue"/>
                <a:ea typeface="Helvetica Neue"/>
                <a:cs typeface="Helvetica Neue"/>
              </a:defRPr>
            </a:lvl5pPr>
            <a:lvl6pPr algn="ctr">
              <a:defRPr sz="1425" b="1">
                <a:solidFill>
                  <a:srgbClr val="D64545"/>
                </a:solidFill>
                <a:latin typeface="Helvetica Neue"/>
                <a:ea typeface="Helvetica Neue"/>
                <a:cs typeface="Helvetica Neue"/>
              </a:defRPr>
            </a:lvl6pPr>
            <a:lvl7pPr algn="ctr">
              <a:defRPr sz="1425" b="1">
                <a:solidFill>
                  <a:srgbClr val="D64545"/>
                </a:solidFill>
                <a:latin typeface="Helvetica Neue"/>
                <a:ea typeface="Helvetica Neue"/>
                <a:cs typeface="Helvetica Neue"/>
              </a:defRPr>
            </a:lvl7pPr>
            <a:lvl8pPr algn="ctr">
              <a:defRPr sz="1425" b="1">
                <a:solidFill>
                  <a:srgbClr val="D64545"/>
                </a:solidFill>
                <a:latin typeface="Helvetica Neue"/>
                <a:ea typeface="Helvetica Neue"/>
                <a:cs typeface="Helvetica Neue"/>
              </a:defRPr>
            </a:lvl8pPr>
            <a:lvl9pPr algn="ctr">
              <a:defRPr sz="1425" b="1">
                <a:solidFill>
                  <a:srgbClr val="D64545"/>
                </a:solidFill>
                <a:latin typeface="Helvetica Neue"/>
                <a:ea typeface="Helvetica Neue"/>
                <a:cs typeface="Helvetica Neue"/>
              </a:defRPr>
            </a:lvl9pPr>
          </a:lstStyle>
          <a:p xmlns:a="http://schemas.openxmlformats.org/drawingml/2006/main">
            <a:pPr algn="ct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He presents: hash checks, neutral control, spectral and robustness audit</a:t>
            </a:r>
          </a:p>
        </p:txBody>
      </p:sp>
    </p:spTree>
    <p:extLst>
      <p:ext uri="{BB962C8B-B14F-4D97-AF65-F5344CB8AC3E}">
        <p14:creationId xmlns:p14="http://schemas.microsoft.com/office/powerpoint/2010/main" val="12309079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D5EFD32-BF49-4446-9F24-A5B33EFC1E9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6AE5D401-0378-4BB1-B200-7329CBB998AB}"/>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839EE95-A61B-4CEC-B581-DF15B2B8EC02}"/>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6CF6A0-62D7-4014-BD10-74D18F8CC1EF}"/>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2C68C27-E022-4FB9-9742-1F238206B58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6" name="Chart">
            <a:extLst xmlns:a="http://schemas.openxmlformats.org/drawingml/2006/main">
              <a:ext uri="{FF2B5EF4-FFF2-40B4-BE49-F238E27FC236}">
                <a16:creationId xmlns:a16="http://schemas.microsoft.com/office/drawing/2014/main" id="{8CAD665E-A47F-4E41-86E3-FCB1368222E5}"/>
              </a:ext>
            </a:extLst>
          </p:cNvPr>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41c97f45603a4dc2"/>
          </a:graphicData>
        </a:graphic>
      </p:graphicFrame>
      <p:graphicFrame>
        <p:nvGraphicFramePr>
          <p:cNvPr id="7" name="Chart">
            <a:extLst xmlns:a="http://schemas.openxmlformats.org/drawingml/2006/main">
              <a:ext uri="{FF2B5EF4-FFF2-40B4-BE49-F238E27FC236}">
                <a16:creationId xmlns:a16="http://schemas.microsoft.com/office/drawing/2014/main" id="{E43CD63D-9050-487D-89C4-AEC857DEB84A}"/>
              </a:ext>
            </a:extLst>
          </p:cNvPr>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7becbb00e28f4005"/>
          </a:graphicData>
        </a:graphic>
      </p:graphicFrame>
      <p:sp>
        <p:nvSpPr>
          <p:cNvPr id="8" name="">
            <a:extLst xmlns:a="http://schemas.openxmlformats.org/drawingml/2006/main">
              <a:ext uri="{FF2B5EF4-FFF2-40B4-BE49-F238E27FC236}">
                <a16:creationId xmlns:a16="http://schemas.microsoft.com/office/drawing/2014/main" id="{8F6A5923-A83D-45F5-8DAD-2A0A4941EEB9}"/>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defRPr sz="1350" b="0">
                <a:solidFill>
                  <a:srgbClr val="627D98"/>
                </a:solidFill>
                <a:latin typeface="Helvetica Neue"/>
                <a:ea typeface="Helvetica Neue"/>
                <a:cs typeface="Helvetica Neue"/>
              </a:defRPr>
            </a:lvl1pPr>
            <a:lvl2pPr algn="l">
              <a:defRPr sz="1350" b="0">
                <a:solidFill>
                  <a:srgbClr val="627D98"/>
                </a:solidFill>
                <a:latin typeface="Helvetica Neue"/>
                <a:ea typeface="Helvetica Neue"/>
                <a:cs typeface="Helvetica Neue"/>
              </a:defRPr>
            </a:lvl2pPr>
            <a:lvl3pPr algn="l">
              <a:defRPr sz="1350" b="0">
                <a:solidFill>
                  <a:srgbClr val="627D98"/>
                </a:solidFill>
                <a:latin typeface="Helvetica Neue"/>
                <a:ea typeface="Helvetica Neue"/>
                <a:cs typeface="Helvetica Neue"/>
              </a:defRPr>
            </a:lvl3pPr>
            <a:lvl4pPr algn="l">
              <a:defRPr sz="1350" b="0">
                <a:solidFill>
                  <a:srgbClr val="627D98"/>
                </a:solidFill>
                <a:latin typeface="Helvetica Neue"/>
                <a:ea typeface="Helvetica Neue"/>
                <a:cs typeface="Helvetica Neue"/>
              </a:defRPr>
            </a:lvl4pPr>
            <a:lvl5pPr algn="l">
              <a:defRPr sz="1350" b="0">
                <a:solidFill>
                  <a:srgbClr val="627D98"/>
                </a:solidFill>
                <a:latin typeface="Helvetica Neue"/>
                <a:ea typeface="Helvetica Neue"/>
                <a:cs typeface="Helvetica Neue"/>
              </a:defRPr>
            </a:lvl5pPr>
            <a:lvl6pPr algn="l">
              <a:defRPr sz="1350" b="0">
                <a:solidFill>
                  <a:srgbClr val="627D98"/>
                </a:solidFill>
                <a:latin typeface="Helvetica Neue"/>
                <a:ea typeface="Helvetica Neue"/>
                <a:cs typeface="Helvetica Neue"/>
              </a:defRPr>
            </a:lvl6pPr>
            <a:lvl7pPr algn="l">
              <a:defRPr sz="1350" b="0">
                <a:solidFill>
                  <a:srgbClr val="627D98"/>
                </a:solidFill>
                <a:latin typeface="Helvetica Neue"/>
                <a:ea typeface="Helvetica Neue"/>
                <a:cs typeface="Helvetica Neue"/>
              </a:defRPr>
            </a:lvl7pPr>
            <a:lvl8pPr algn="l">
              <a:defRPr sz="1350" b="0">
                <a:solidFill>
                  <a:srgbClr val="627D98"/>
                </a:solidFill>
                <a:latin typeface="Helvetica Neue"/>
                <a:ea typeface="Helvetica Neue"/>
                <a:cs typeface="Helvetica Neue"/>
              </a:defRPr>
            </a:lvl8pPr>
            <a:lvl9pPr algn="l">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970ED8F3-54B7-4155-B711-41DC3AE0D203}"/>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vl1pPr algn="l">
              <a:defRPr sz="2850" b="1">
                <a:solidFill>
                  <a:srgbClr val="D64545"/>
                </a:solidFill>
                <a:latin typeface="Helvetica Neue"/>
                <a:ea typeface="Helvetica Neue"/>
                <a:cs typeface="Helvetica Neue"/>
              </a:defRPr>
            </a:lvl1pPr>
            <a:lvl2pPr algn="l">
              <a:defRPr sz="2850" b="1">
                <a:solidFill>
                  <a:srgbClr val="D64545"/>
                </a:solidFill>
                <a:latin typeface="Helvetica Neue"/>
                <a:ea typeface="Helvetica Neue"/>
                <a:cs typeface="Helvetica Neue"/>
              </a:defRPr>
            </a:lvl2pPr>
            <a:lvl3pPr algn="l">
              <a:defRPr sz="2850" b="1">
                <a:solidFill>
                  <a:srgbClr val="D64545"/>
                </a:solidFill>
                <a:latin typeface="Helvetica Neue"/>
                <a:ea typeface="Helvetica Neue"/>
                <a:cs typeface="Helvetica Neue"/>
              </a:defRPr>
            </a:lvl3pPr>
            <a:lvl4pPr algn="l">
              <a:defRPr sz="2850" b="1">
                <a:solidFill>
                  <a:srgbClr val="D64545"/>
                </a:solidFill>
                <a:latin typeface="Helvetica Neue"/>
                <a:ea typeface="Helvetica Neue"/>
                <a:cs typeface="Helvetica Neue"/>
              </a:defRPr>
            </a:lvl4pPr>
            <a:lvl5pPr algn="l">
              <a:defRPr sz="2850" b="1">
                <a:solidFill>
                  <a:srgbClr val="D64545"/>
                </a:solidFill>
                <a:latin typeface="Helvetica Neue"/>
                <a:ea typeface="Helvetica Neue"/>
                <a:cs typeface="Helvetica Neue"/>
              </a:defRPr>
            </a:lvl5pPr>
            <a:lvl6pPr algn="l">
              <a:defRPr sz="2850" b="1">
                <a:solidFill>
                  <a:srgbClr val="D64545"/>
                </a:solidFill>
                <a:latin typeface="Helvetica Neue"/>
                <a:ea typeface="Helvetica Neue"/>
                <a:cs typeface="Helvetica Neue"/>
              </a:defRPr>
            </a:lvl6pPr>
            <a:lvl7pPr algn="l">
              <a:defRPr sz="2850" b="1">
                <a:solidFill>
                  <a:srgbClr val="D64545"/>
                </a:solidFill>
                <a:latin typeface="Helvetica Neue"/>
                <a:ea typeface="Helvetica Neue"/>
                <a:cs typeface="Helvetica Neue"/>
              </a:defRPr>
            </a:lvl7pPr>
            <a:lvl8pPr algn="l">
              <a:defRPr sz="2850" b="1">
                <a:solidFill>
                  <a:srgbClr val="D64545"/>
                </a:solidFill>
                <a:latin typeface="Helvetica Neue"/>
                <a:ea typeface="Helvetica Neue"/>
                <a:cs typeface="Helvetica Neue"/>
              </a:defRPr>
            </a:lvl8pPr>
            <a:lvl9pPr algn="l">
              <a:defRPr sz="2850" b="1">
                <a:solidFill>
                  <a:srgbClr val="D64545"/>
                </a:solidFill>
                <a:latin typeface="Helvetica Neue"/>
                <a:ea typeface="Helvetica Neue"/>
                <a:cs typeface="Helvetica Neue"/>
              </a:defRPr>
            </a:lvl9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C2663806-DD9E-41DE-BEFE-FCE830F863A2}"/>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defRPr sz="1350" b="0">
                <a:solidFill>
                  <a:srgbClr val="627D98"/>
                </a:solidFill>
                <a:latin typeface="Helvetica Neue"/>
                <a:ea typeface="Helvetica Neue"/>
                <a:cs typeface="Helvetica Neue"/>
              </a:defRPr>
            </a:lvl1pPr>
            <a:lvl2pPr algn="l">
              <a:defRPr sz="1350" b="0">
                <a:solidFill>
                  <a:srgbClr val="627D98"/>
                </a:solidFill>
                <a:latin typeface="Helvetica Neue"/>
                <a:ea typeface="Helvetica Neue"/>
                <a:cs typeface="Helvetica Neue"/>
              </a:defRPr>
            </a:lvl2pPr>
            <a:lvl3pPr algn="l">
              <a:defRPr sz="1350" b="0">
                <a:solidFill>
                  <a:srgbClr val="627D98"/>
                </a:solidFill>
                <a:latin typeface="Helvetica Neue"/>
                <a:ea typeface="Helvetica Neue"/>
                <a:cs typeface="Helvetica Neue"/>
              </a:defRPr>
            </a:lvl3pPr>
            <a:lvl4pPr algn="l">
              <a:defRPr sz="1350" b="0">
                <a:solidFill>
                  <a:srgbClr val="627D98"/>
                </a:solidFill>
                <a:latin typeface="Helvetica Neue"/>
                <a:ea typeface="Helvetica Neue"/>
                <a:cs typeface="Helvetica Neue"/>
              </a:defRPr>
            </a:lvl4pPr>
            <a:lvl5pPr algn="l">
              <a:defRPr sz="1350" b="0">
                <a:solidFill>
                  <a:srgbClr val="627D98"/>
                </a:solidFill>
                <a:latin typeface="Helvetica Neue"/>
                <a:ea typeface="Helvetica Neue"/>
                <a:cs typeface="Helvetica Neue"/>
              </a:defRPr>
            </a:lvl5pPr>
            <a:lvl6pPr algn="l">
              <a:defRPr sz="1350" b="0">
                <a:solidFill>
                  <a:srgbClr val="627D98"/>
                </a:solidFill>
                <a:latin typeface="Helvetica Neue"/>
                <a:ea typeface="Helvetica Neue"/>
                <a:cs typeface="Helvetica Neue"/>
              </a:defRPr>
            </a:lvl6pPr>
            <a:lvl7pPr algn="l">
              <a:defRPr sz="1350" b="0">
                <a:solidFill>
                  <a:srgbClr val="627D98"/>
                </a:solidFill>
                <a:latin typeface="Helvetica Neue"/>
                <a:ea typeface="Helvetica Neue"/>
                <a:cs typeface="Helvetica Neue"/>
              </a:defRPr>
            </a:lvl7pPr>
            <a:lvl8pPr algn="l">
              <a:defRPr sz="1350" b="0">
                <a:solidFill>
                  <a:srgbClr val="627D98"/>
                </a:solidFill>
                <a:latin typeface="Helvetica Neue"/>
                <a:ea typeface="Helvetica Neue"/>
                <a:cs typeface="Helvetica Neue"/>
              </a:defRPr>
            </a:lvl8pPr>
            <a:lvl9pPr algn="l">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050490B1-A714-4665-B745-70207F809E4C}"/>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E67E22"/>
                </a:solidFill>
                <a:latin typeface="Helvetica Neue"/>
                <a:ea typeface="Helvetica Neue"/>
                <a:cs typeface="Helvetica Neue"/>
              </a:defRPr>
            </a:defPPr>
            <a:lvl1pPr algn="l">
              <a:defRPr sz="2700" b="1">
                <a:solidFill>
                  <a:srgbClr val="E67E22"/>
                </a:solidFill>
                <a:latin typeface="Helvetica Neue"/>
                <a:ea typeface="Helvetica Neue"/>
                <a:cs typeface="Helvetica Neue"/>
              </a:defRPr>
            </a:lvl1pPr>
            <a:lvl2pPr algn="l">
              <a:defRPr sz="2700" b="1">
                <a:solidFill>
                  <a:srgbClr val="E67E22"/>
                </a:solidFill>
                <a:latin typeface="Helvetica Neue"/>
                <a:ea typeface="Helvetica Neue"/>
                <a:cs typeface="Helvetica Neue"/>
              </a:defRPr>
            </a:lvl2pPr>
            <a:lvl3pPr algn="l">
              <a:defRPr sz="2700" b="1">
                <a:solidFill>
                  <a:srgbClr val="E67E22"/>
                </a:solidFill>
                <a:latin typeface="Helvetica Neue"/>
                <a:ea typeface="Helvetica Neue"/>
                <a:cs typeface="Helvetica Neue"/>
              </a:defRPr>
            </a:lvl3pPr>
            <a:lvl4pPr algn="l">
              <a:defRPr sz="2700" b="1">
                <a:solidFill>
                  <a:srgbClr val="E67E22"/>
                </a:solidFill>
                <a:latin typeface="Helvetica Neue"/>
                <a:ea typeface="Helvetica Neue"/>
                <a:cs typeface="Helvetica Neue"/>
              </a:defRPr>
            </a:lvl4pPr>
            <a:lvl5pPr algn="l">
              <a:defRPr sz="2700" b="1">
                <a:solidFill>
                  <a:srgbClr val="E67E22"/>
                </a:solidFill>
                <a:latin typeface="Helvetica Neue"/>
                <a:ea typeface="Helvetica Neue"/>
                <a:cs typeface="Helvetica Neue"/>
              </a:defRPr>
            </a:lvl5pPr>
            <a:lvl6pPr algn="l">
              <a:defRPr sz="2700" b="1">
                <a:solidFill>
                  <a:srgbClr val="E67E22"/>
                </a:solidFill>
                <a:latin typeface="Helvetica Neue"/>
                <a:ea typeface="Helvetica Neue"/>
                <a:cs typeface="Helvetica Neue"/>
              </a:defRPr>
            </a:lvl6pPr>
            <a:lvl7pPr algn="l">
              <a:defRPr sz="2700" b="1">
                <a:solidFill>
                  <a:srgbClr val="E67E22"/>
                </a:solidFill>
                <a:latin typeface="Helvetica Neue"/>
                <a:ea typeface="Helvetica Neue"/>
                <a:cs typeface="Helvetica Neue"/>
              </a:defRPr>
            </a:lvl7pPr>
            <a:lvl8pPr algn="l">
              <a:defRPr sz="2700" b="1">
                <a:solidFill>
                  <a:srgbClr val="E67E22"/>
                </a:solidFill>
                <a:latin typeface="Helvetica Neue"/>
                <a:ea typeface="Helvetica Neue"/>
                <a:cs typeface="Helvetica Neue"/>
              </a:defRPr>
            </a:lvl8pPr>
            <a:lvl9pPr algn="l">
              <a:defRPr sz="2700" b="1">
                <a:solidFill>
                  <a:srgbClr val="E67E22"/>
                </a:solidFill>
                <a:latin typeface="Helvetica Neue"/>
                <a:ea typeface="Helvetica Neue"/>
                <a:cs typeface="Helvetica Neue"/>
              </a:defRPr>
            </a:lvl9pPr>
          </a:lstStyle>
          <a:p xmlns:a="http://schemas.openxmlformats.org/drawingml/2006/main">
            <a:pPr algn="l">
              <a:buNone/>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DB1C0E27-BFD3-4CC1-88AC-E620C4AB9FFF}"/>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defRPr sz="1200" b="0">
                <a:solidFill>
                  <a:srgbClr val="627D98"/>
                </a:solidFill>
                <a:latin typeface="Helvetica Neue"/>
                <a:ea typeface="Helvetica Neue"/>
                <a:cs typeface="Helvetica Neue"/>
              </a:defRPr>
            </a:lvl1pPr>
            <a:lvl2pPr algn="l">
              <a:defRPr sz="1200" b="0">
                <a:solidFill>
                  <a:srgbClr val="627D98"/>
                </a:solidFill>
                <a:latin typeface="Helvetica Neue"/>
                <a:ea typeface="Helvetica Neue"/>
                <a:cs typeface="Helvetica Neue"/>
              </a:defRPr>
            </a:lvl2pPr>
            <a:lvl3pPr algn="l">
              <a:defRPr sz="1200" b="0">
                <a:solidFill>
                  <a:srgbClr val="627D98"/>
                </a:solidFill>
                <a:latin typeface="Helvetica Neue"/>
                <a:ea typeface="Helvetica Neue"/>
                <a:cs typeface="Helvetica Neue"/>
              </a:defRPr>
            </a:lvl3pPr>
            <a:lvl4pPr algn="l">
              <a:defRPr sz="1200" b="0">
                <a:solidFill>
                  <a:srgbClr val="627D98"/>
                </a:solidFill>
                <a:latin typeface="Helvetica Neue"/>
                <a:ea typeface="Helvetica Neue"/>
                <a:cs typeface="Helvetica Neue"/>
              </a:defRPr>
            </a:lvl4pPr>
            <a:lvl5pPr algn="l">
              <a:defRPr sz="1200" b="0">
                <a:solidFill>
                  <a:srgbClr val="627D98"/>
                </a:solidFill>
                <a:latin typeface="Helvetica Neue"/>
                <a:ea typeface="Helvetica Neue"/>
                <a:cs typeface="Helvetica Neue"/>
              </a:defRPr>
            </a:lvl5pPr>
            <a:lvl6pPr algn="l">
              <a:defRPr sz="1200" b="0">
                <a:solidFill>
                  <a:srgbClr val="627D98"/>
                </a:solidFill>
                <a:latin typeface="Helvetica Neue"/>
                <a:ea typeface="Helvetica Neue"/>
                <a:cs typeface="Helvetica Neue"/>
              </a:defRPr>
            </a:lvl6pPr>
            <a:lvl7pPr algn="l">
              <a:defRPr sz="1200" b="0">
                <a:solidFill>
                  <a:srgbClr val="627D98"/>
                </a:solidFill>
                <a:latin typeface="Helvetica Neue"/>
                <a:ea typeface="Helvetica Neue"/>
                <a:cs typeface="Helvetica Neue"/>
              </a:defRPr>
            </a:lvl7pPr>
            <a:lvl8pPr algn="l">
              <a:defRPr sz="1200" b="0">
                <a:solidFill>
                  <a:srgbClr val="627D98"/>
                </a:solidFill>
                <a:latin typeface="Helvetica Neue"/>
                <a:ea typeface="Helvetica Neue"/>
                <a:cs typeface="Helvetica Neue"/>
              </a:defRPr>
            </a:lvl8pPr>
            <a:lvl9pPr algn="l">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287A4DEF-062C-408E-B06D-8F56518CD367}"/>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627D98"/>
                </a:solidFill>
                <a:latin typeface="Helvetica Neue"/>
                <a:ea typeface="Helvetica Neue"/>
                <a:cs typeface="Helvetica Neue"/>
              </a:defRPr>
            </a:defPPr>
            <a:lvl1pPr algn="l">
              <a:defRPr sz="2700" b="1">
                <a:solidFill>
                  <a:srgbClr val="627D98"/>
                </a:solidFill>
                <a:latin typeface="Helvetica Neue"/>
                <a:ea typeface="Helvetica Neue"/>
                <a:cs typeface="Helvetica Neue"/>
              </a:defRPr>
            </a:lvl1pPr>
            <a:lvl2pPr algn="l">
              <a:defRPr sz="2700" b="1">
                <a:solidFill>
                  <a:srgbClr val="627D98"/>
                </a:solidFill>
                <a:latin typeface="Helvetica Neue"/>
                <a:ea typeface="Helvetica Neue"/>
                <a:cs typeface="Helvetica Neue"/>
              </a:defRPr>
            </a:lvl2pPr>
            <a:lvl3pPr algn="l">
              <a:defRPr sz="2700" b="1">
                <a:solidFill>
                  <a:srgbClr val="627D98"/>
                </a:solidFill>
                <a:latin typeface="Helvetica Neue"/>
                <a:ea typeface="Helvetica Neue"/>
                <a:cs typeface="Helvetica Neue"/>
              </a:defRPr>
            </a:lvl3pPr>
            <a:lvl4pPr algn="l">
              <a:defRPr sz="2700" b="1">
                <a:solidFill>
                  <a:srgbClr val="627D98"/>
                </a:solidFill>
                <a:latin typeface="Helvetica Neue"/>
                <a:ea typeface="Helvetica Neue"/>
                <a:cs typeface="Helvetica Neue"/>
              </a:defRPr>
            </a:lvl4pPr>
            <a:lvl5pPr algn="l">
              <a:defRPr sz="2700" b="1">
                <a:solidFill>
                  <a:srgbClr val="627D98"/>
                </a:solidFill>
                <a:latin typeface="Helvetica Neue"/>
                <a:ea typeface="Helvetica Neue"/>
                <a:cs typeface="Helvetica Neue"/>
              </a:defRPr>
            </a:lvl5pPr>
            <a:lvl6pPr algn="l">
              <a:defRPr sz="2700" b="1">
                <a:solidFill>
                  <a:srgbClr val="627D98"/>
                </a:solidFill>
                <a:latin typeface="Helvetica Neue"/>
                <a:ea typeface="Helvetica Neue"/>
                <a:cs typeface="Helvetica Neue"/>
              </a:defRPr>
            </a:lvl6pPr>
            <a:lvl7pPr algn="l">
              <a:defRPr sz="2700" b="1">
                <a:solidFill>
                  <a:srgbClr val="627D98"/>
                </a:solidFill>
                <a:latin typeface="Helvetica Neue"/>
                <a:ea typeface="Helvetica Neue"/>
                <a:cs typeface="Helvetica Neue"/>
              </a:defRPr>
            </a:lvl7pPr>
            <a:lvl8pPr algn="l">
              <a:defRPr sz="2700" b="1">
                <a:solidFill>
                  <a:srgbClr val="627D98"/>
                </a:solidFill>
                <a:latin typeface="Helvetica Neue"/>
                <a:ea typeface="Helvetica Neue"/>
                <a:cs typeface="Helvetica Neue"/>
              </a:defRPr>
            </a:lvl8pPr>
            <a:lvl9pPr algn="l">
              <a:defRPr sz="2700" b="1">
                <a:solidFill>
                  <a:srgbClr val="627D98"/>
                </a:solidFill>
                <a:latin typeface="Helvetica Neue"/>
                <a:ea typeface="Helvetica Neue"/>
                <a:cs typeface="Helvetica Neue"/>
              </a:defRPr>
            </a:lvl9pPr>
          </a:lstStyle>
          <a:p xmlns:a="http://schemas.openxmlformats.org/drawingml/2006/main">
            <a:pPr algn="l">
              <a:buNone/>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AF28E45B-D295-4365-B4CF-C7214EEBB0AF}"/>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defRPr sz="1200" b="0">
                <a:solidFill>
                  <a:srgbClr val="627D98"/>
                </a:solidFill>
                <a:latin typeface="Helvetica Neue"/>
                <a:ea typeface="Helvetica Neue"/>
                <a:cs typeface="Helvetica Neue"/>
              </a:defRPr>
            </a:lvl1pPr>
            <a:lvl2pPr algn="l">
              <a:defRPr sz="1200" b="0">
                <a:solidFill>
                  <a:srgbClr val="627D98"/>
                </a:solidFill>
                <a:latin typeface="Helvetica Neue"/>
                <a:ea typeface="Helvetica Neue"/>
                <a:cs typeface="Helvetica Neue"/>
              </a:defRPr>
            </a:lvl2pPr>
            <a:lvl3pPr algn="l">
              <a:defRPr sz="1200" b="0">
                <a:solidFill>
                  <a:srgbClr val="627D98"/>
                </a:solidFill>
                <a:latin typeface="Helvetica Neue"/>
                <a:ea typeface="Helvetica Neue"/>
                <a:cs typeface="Helvetica Neue"/>
              </a:defRPr>
            </a:lvl3pPr>
            <a:lvl4pPr algn="l">
              <a:defRPr sz="1200" b="0">
                <a:solidFill>
                  <a:srgbClr val="627D98"/>
                </a:solidFill>
                <a:latin typeface="Helvetica Neue"/>
                <a:ea typeface="Helvetica Neue"/>
                <a:cs typeface="Helvetica Neue"/>
              </a:defRPr>
            </a:lvl4pPr>
            <a:lvl5pPr algn="l">
              <a:defRPr sz="1200" b="0">
                <a:solidFill>
                  <a:srgbClr val="627D98"/>
                </a:solidFill>
                <a:latin typeface="Helvetica Neue"/>
                <a:ea typeface="Helvetica Neue"/>
                <a:cs typeface="Helvetica Neue"/>
              </a:defRPr>
            </a:lvl5pPr>
            <a:lvl6pPr algn="l">
              <a:defRPr sz="1200" b="0">
                <a:solidFill>
                  <a:srgbClr val="627D98"/>
                </a:solidFill>
                <a:latin typeface="Helvetica Neue"/>
                <a:ea typeface="Helvetica Neue"/>
                <a:cs typeface="Helvetica Neue"/>
              </a:defRPr>
            </a:lvl6pPr>
            <a:lvl7pPr algn="l">
              <a:defRPr sz="1200" b="0">
                <a:solidFill>
                  <a:srgbClr val="627D98"/>
                </a:solidFill>
                <a:latin typeface="Helvetica Neue"/>
                <a:ea typeface="Helvetica Neue"/>
                <a:cs typeface="Helvetica Neue"/>
              </a:defRPr>
            </a:lvl7pPr>
            <a:lvl8pPr algn="l">
              <a:defRPr sz="1200" b="0">
                <a:solidFill>
                  <a:srgbClr val="627D98"/>
                </a:solidFill>
                <a:latin typeface="Helvetica Neue"/>
                <a:ea typeface="Helvetica Neue"/>
                <a:cs typeface="Helvetica Neue"/>
              </a:defRPr>
            </a:lvl8pPr>
            <a:lvl9pPr algn="l">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E72A488A-9B35-4CC0-8CFB-C012AA4B1887}"/>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defRPr sz="1350" b="0">
                <a:solidFill>
                  <a:srgbClr val="627D98"/>
                </a:solidFill>
                <a:latin typeface="Helvetica Neue"/>
                <a:ea typeface="Helvetica Neue"/>
                <a:cs typeface="Helvetica Neue"/>
              </a:defRPr>
            </a:lvl1pPr>
            <a:lvl2pPr algn="l">
              <a:defRPr sz="1350" b="0">
                <a:solidFill>
                  <a:srgbClr val="627D98"/>
                </a:solidFill>
                <a:latin typeface="Helvetica Neue"/>
                <a:ea typeface="Helvetica Neue"/>
                <a:cs typeface="Helvetica Neue"/>
              </a:defRPr>
            </a:lvl2pPr>
            <a:lvl3pPr algn="l">
              <a:defRPr sz="1350" b="0">
                <a:solidFill>
                  <a:srgbClr val="627D98"/>
                </a:solidFill>
                <a:latin typeface="Helvetica Neue"/>
                <a:ea typeface="Helvetica Neue"/>
                <a:cs typeface="Helvetica Neue"/>
              </a:defRPr>
            </a:lvl3pPr>
            <a:lvl4pPr algn="l">
              <a:defRPr sz="1350" b="0">
                <a:solidFill>
                  <a:srgbClr val="627D98"/>
                </a:solidFill>
                <a:latin typeface="Helvetica Neue"/>
                <a:ea typeface="Helvetica Neue"/>
                <a:cs typeface="Helvetica Neue"/>
              </a:defRPr>
            </a:lvl4pPr>
            <a:lvl5pPr algn="l">
              <a:defRPr sz="1350" b="0">
                <a:solidFill>
                  <a:srgbClr val="627D98"/>
                </a:solidFill>
                <a:latin typeface="Helvetica Neue"/>
                <a:ea typeface="Helvetica Neue"/>
                <a:cs typeface="Helvetica Neue"/>
              </a:defRPr>
            </a:lvl5pPr>
            <a:lvl6pPr algn="l">
              <a:defRPr sz="1350" b="0">
                <a:solidFill>
                  <a:srgbClr val="627D98"/>
                </a:solidFill>
                <a:latin typeface="Helvetica Neue"/>
                <a:ea typeface="Helvetica Neue"/>
                <a:cs typeface="Helvetica Neue"/>
              </a:defRPr>
            </a:lvl6pPr>
            <a:lvl7pPr algn="l">
              <a:defRPr sz="1350" b="0">
                <a:solidFill>
                  <a:srgbClr val="627D98"/>
                </a:solidFill>
                <a:latin typeface="Helvetica Neue"/>
                <a:ea typeface="Helvetica Neue"/>
                <a:cs typeface="Helvetica Neue"/>
              </a:defRPr>
            </a:lvl7pPr>
            <a:lvl8pPr algn="l">
              <a:defRPr sz="1350" b="0">
                <a:solidFill>
                  <a:srgbClr val="627D98"/>
                </a:solidFill>
                <a:latin typeface="Helvetica Neue"/>
                <a:ea typeface="Helvetica Neue"/>
                <a:cs typeface="Helvetica Neue"/>
              </a:defRPr>
            </a:lvl8pPr>
            <a:lvl9pPr algn="l">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6085E173-DF0A-4B27-822E-5387AFFAAA5E}"/>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02A43"/>
                </a:solidFill>
                <a:latin typeface="Helvetica Neue"/>
                <a:ea typeface="Helvetica Neue"/>
                <a:cs typeface="Helvetica Neue"/>
              </a:defRPr>
            </a:defPPr>
            <a:lvl1pPr algn="l">
              <a:defRPr sz="2850" b="1">
                <a:solidFill>
                  <a:srgbClr val="102A43"/>
                </a:solidFill>
                <a:latin typeface="Helvetica Neue"/>
                <a:ea typeface="Helvetica Neue"/>
                <a:cs typeface="Helvetica Neue"/>
              </a:defRPr>
            </a:lvl1pPr>
            <a:lvl2pPr algn="l">
              <a:defRPr sz="2850" b="1">
                <a:solidFill>
                  <a:srgbClr val="102A43"/>
                </a:solidFill>
                <a:latin typeface="Helvetica Neue"/>
                <a:ea typeface="Helvetica Neue"/>
                <a:cs typeface="Helvetica Neue"/>
              </a:defRPr>
            </a:lvl2pPr>
            <a:lvl3pPr algn="l">
              <a:defRPr sz="2850" b="1">
                <a:solidFill>
                  <a:srgbClr val="102A43"/>
                </a:solidFill>
                <a:latin typeface="Helvetica Neue"/>
                <a:ea typeface="Helvetica Neue"/>
                <a:cs typeface="Helvetica Neue"/>
              </a:defRPr>
            </a:lvl3pPr>
            <a:lvl4pPr algn="l">
              <a:defRPr sz="2850" b="1">
                <a:solidFill>
                  <a:srgbClr val="102A43"/>
                </a:solidFill>
                <a:latin typeface="Helvetica Neue"/>
                <a:ea typeface="Helvetica Neue"/>
                <a:cs typeface="Helvetica Neue"/>
              </a:defRPr>
            </a:lvl4pPr>
            <a:lvl5pPr algn="l">
              <a:defRPr sz="2850" b="1">
                <a:solidFill>
                  <a:srgbClr val="102A43"/>
                </a:solidFill>
                <a:latin typeface="Helvetica Neue"/>
                <a:ea typeface="Helvetica Neue"/>
                <a:cs typeface="Helvetica Neue"/>
              </a:defRPr>
            </a:lvl5pPr>
            <a:lvl6pPr algn="l">
              <a:defRPr sz="2850" b="1">
                <a:solidFill>
                  <a:srgbClr val="102A43"/>
                </a:solidFill>
                <a:latin typeface="Helvetica Neue"/>
                <a:ea typeface="Helvetica Neue"/>
                <a:cs typeface="Helvetica Neue"/>
              </a:defRPr>
            </a:lvl6pPr>
            <a:lvl7pPr algn="l">
              <a:defRPr sz="2850" b="1">
                <a:solidFill>
                  <a:srgbClr val="102A43"/>
                </a:solidFill>
                <a:latin typeface="Helvetica Neue"/>
                <a:ea typeface="Helvetica Neue"/>
                <a:cs typeface="Helvetica Neue"/>
              </a:defRPr>
            </a:lvl7pPr>
            <a:lvl8pPr algn="l">
              <a:defRPr sz="2850" b="1">
                <a:solidFill>
                  <a:srgbClr val="102A43"/>
                </a:solidFill>
                <a:latin typeface="Helvetica Neue"/>
                <a:ea typeface="Helvetica Neue"/>
                <a:cs typeface="Helvetica Neue"/>
              </a:defRPr>
            </a:lvl8pPr>
            <a:lvl9pPr algn="l">
              <a:defRPr sz="2850" b="1">
                <a:solidFill>
                  <a:srgbClr val="102A43"/>
                </a:solidFill>
                <a:latin typeface="Helvetica Neue"/>
                <a:ea typeface="Helvetica Neue"/>
                <a:cs typeface="Helvetica Neue"/>
              </a:defRPr>
            </a:lvl9pPr>
          </a:lstStyle>
          <a:p xmlns:a="http://schemas.openxmlformats.org/drawingml/2006/main">
            <a:pPr algn="l">
              <a:buNone/>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26A6F7AA-02C5-4E71-A571-8E4ED41A44C6}"/>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64545"/>
                </a:solidFill>
                <a:latin typeface="Helvetica Neue"/>
                <a:ea typeface="Helvetica Neue"/>
                <a:cs typeface="Helvetica Neue"/>
              </a:defRPr>
            </a:defPPr>
            <a:lvl1pPr algn="l">
              <a:defRPr sz="1200" b="0">
                <a:solidFill>
                  <a:srgbClr val="D64545"/>
                </a:solidFill>
                <a:latin typeface="Helvetica Neue"/>
                <a:ea typeface="Helvetica Neue"/>
                <a:cs typeface="Helvetica Neue"/>
              </a:defRPr>
            </a:lvl1pPr>
            <a:lvl2pPr algn="l">
              <a:defRPr sz="1200" b="0">
                <a:solidFill>
                  <a:srgbClr val="D64545"/>
                </a:solidFill>
                <a:latin typeface="Helvetica Neue"/>
                <a:ea typeface="Helvetica Neue"/>
                <a:cs typeface="Helvetica Neue"/>
              </a:defRPr>
            </a:lvl2pPr>
            <a:lvl3pPr algn="l">
              <a:defRPr sz="1200" b="0">
                <a:solidFill>
                  <a:srgbClr val="D64545"/>
                </a:solidFill>
                <a:latin typeface="Helvetica Neue"/>
                <a:ea typeface="Helvetica Neue"/>
                <a:cs typeface="Helvetica Neue"/>
              </a:defRPr>
            </a:lvl3pPr>
            <a:lvl4pPr algn="l">
              <a:defRPr sz="1200" b="0">
                <a:solidFill>
                  <a:srgbClr val="D64545"/>
                </a:solidFill>
                <a:latin typeface="Helvetica Neue"/>
                <a:ea typeface="Helvetica Neue"/>
                <a:cs typeface="Helvetica Neue"/>
              </a:defRPr>
            </a:lvl4pPr>
            <a:lvl5pPr algn="l">
              <a:defRPr sz="1200" b="0">
                <a:solidFill>
                  <a:srgbClr val="D64545"/>
                </a:solidFill>
                <a:latin typeface="Helvetica Neue"/>
                <a:ea typeface="Helvetica Neue"/>
                <a:cs typeface="Helvetica Neue"/>
              </a:defRPr>
            </a:lvl5pPr>
            <a:lvl6pPr algn="l">
              <a:defRPr sz="1200" b="0">
                <a:solidFill>
                  <a:srgbClr val="D64545"/>
                </a:solidFill>
                <a:latin typeface="Helvetica Neue"/>
                <a:ea typeface="Helvetica Neue"/>
                <a:cs typeface="Helvetica Neue"/>
              </a:defRPr>
            </a:lvl6pPr>
            <a:lvl7pPr algn="l">
              <a:defRPr sz="1200" b="0">
                <a:solidFill>
                  <a:srgbClr val="D64545"/>
                </a:solidFill>
                <a:latin typeface="Helvetica Neue"/>
                <a:ea typeface="Helvetica Neue"/>
                <a:cs typeface="Helvetica Neue"/>
              </a:defRPr>
            </a:lvl7pPr>
            <a:lvl8pPr algn="l">
              <a:defRPr sz="1200" b="0">
                <a:solidFill>
                  <a:srgbClr val="D64545"/>
                </a:solidFill>
                <a:latin typeface="Helvetica Neue"/>
                <a:ea typeface="Helvetica Neue"/>
                <a:cs typeface="Helvetica Neue"/>
              </a:defRPr>
            </a:lvl8pPr>
            <a:lvl9pPr algn="l">
              <a:defRPr sz="1200" b="0">
                <a:solidFill>
                  <a:srgbClr val="D64545"/>
                </a:solidFill>
                <a:latin typeface="Helvetica Neue"/>
                <a:ea typeface="Helvetica Neue"/>
                <a:cs typeface="Helvetica Neue"/>
              </a:defRPr>
            </a:lvl9pPr>
          </a:lstStyle>
          <a:p xmlns:a="http://schemas.openxmlformats.org/drawingml/2006/main">
            <a:pPr algn="l">
              <a:buNone/>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19118544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2C90715-DAB1-42B1-8DEE-F4BF4C645A9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286F9596-1311-4CFA-9312-448F41774849}"/>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90DD5B4C-C16C-43B7-BA5B-D7986D425119}"/>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4355C4-37A8-4BE7-B759-A4800965D13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E745E0B0-5FFA-4D0B-B039-7EE7AC7590C0}"/>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6" name="Chart">
            <a:extLst xmlns:a="http://schemas.openxmlformats.org/drawingml/2006/main">
              <a:ext uri="{FF2B5EF4-FFF2-40B4-BE49-F238E27FC236}">
                <a16:creationId xmlns:a16="http://schemas.microsoft.com/office/drawing/2014/main" id="{B334D83D-3229-46B6-B963-4418EB706931}"/>
              </a:ext>
            </a:extLst>
          </p:cNvPr>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322782dfeeab42ce"/>
          </a:graphicData>
        </a:graphic>
      </p:graphicFrame>
      <p:sp>
        <p:nvSpPr>
          <p:cNvPr id="7" name="">
            <a:extLst xmlns:a="http://schemas.openxmlformats.org/drawingml/2006/main">
              <a:ext uri="{FF2B5EF4-FFF2-40B4-BE49-F238E27FC236}">
                <a16:creationId xmlns:a16="http://schemas.microsoft.com/office/drawing/2014/main" id="{180945C8-1790-47D8-85D7-56EB30DC4DE2}"/>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02A43"/>
                </a:solidFill>
                <a:latin typeface="Helvetica Neue"/>
                <a:ea typeface="Helvetica Neue"/>
                <a:cs typeface="Helvetica Neue"/>
              </a:defRPr>
            </a:defPPr>
            <a:lvl1pPr algn="l">
              <a:defRPr sz="1425" b="1">
                <a:solidFill>
                  <a:srgbClr val="102A43"/>
                </a:solidFill>
                <a:latin typeface="Helvetica Neue"/>
                <a:ea typeface="Helvetica Neue"/>
                <a:cs typeface="Helvetica Neue"/>
              </a:defRPr>
            </a:lvl1pPr>
            <a:lvl2pPr algn="l">
              <a:defRPr sz="1425" b="1">
                <a:solidFill>
                  <a:srgbClr val="102A43"/>
                </a:solidFill>
                <a:latin typeface="Helvetica Neue"/>
                <a:ea typeface="Helvetica Neue"/>
                <a:cs typeface="Helvetica Neue"/>
              </a:defRPr>
            </a:lvl2pPr>
            <a:lvl3pPr algn="l">
              <a:defRPr sz="1425" b="1">
                <a:solidFill>
                  <a:srgbClr val="102A43"/>
                </a:solidFill>
                <a:latin typeface="Helvetica Neue"/>
                <a:ea typeface="Helvetica Neue"/>
                <a:cs typeface="Helvetica Neue"/>
              </a:defRPr>
            </a:lvl3pPr>
            <a:lvl4pPr algn="l">
              <a:defRPr sz="1425" b="1">
                <a:solidFill>
                  <a:srgbClr val="102A43"/>
                </a:solidFill>
                <a:latin typeface="Helvetica Neue"/>
                <a:ea typeface="Helvetica Neue"/>
                <a:cs typeface="Helvetica Neue"/>
              </a:defRPr>
            </a:lvl4pPr>
            <a:lvl5pPr algn="l">
              <a:defRPr sz="1425" b="1">
                <a:solidFill>
                  <a:srgbClr val="102A43"/>
                </a:solidFill>
                <a:latin typeface="Helvetica Neue"/>
                <a:ea typeface="Helvetica Neue"/>
                <a:cs typeface="Helvetica Neue"/>
              </a:defRPr>
            </a:lvl5pPr>
            <a:lvl6pPr algn="l">
              <a:defRPr sz="1425" b="1">
                <a:solidFill>
                  <a:srgbClr val="102A43"/>
                </a:solidFill>
                <a:latin typeface="Helvetica Neue"/>
                <a:ea typeface="Helvetica Neue"/>
                <a:cs typeface="Helvetica Neue"/>
              </a:defRPr>
            </a:lvl6pPr>
            <a:lvl7pPr algn="l">
              <a:defRPr sz="1425" b="1">
                <a:solidFill>
                  <a:srgbClr val="102A43"/>
                </a:solidFill>
                <a:latin typeface="Helvetica Neue"/>
                <a:ea typeface="Helvetica Neue"/>
                <a:cs typeface="Helvetica Neue"/>
              </a:defRPr>
            </a:lvl7pPr>
            <a:lvl8pPr algn="l">
              <a:defRPr sz="1425" b="1">
                <a:solidFill>
                  <a:srgbClr val="102A43"/>
                </a:solidFill>
                <a:latin typeface="Helvetica Neue"/>
                <a:ea typeface="Helvetica Neue"/>
                <a:cs typeface="Helvetica Neue"/>
              </a:defRPr>
            </a:lvl8pPr>
            <a:lvl9pPr algn="l">
              <a:defRPr sz="1425" b="1">
                <a:solidFill>
                  <a:srgbClr val="102A43"/>
                </a:solidFill>
                <a:latin typeface="Helvetica Neue"/>
                <a:ea typeface="Helvetica Neue"/>
                <a:cs typeface="Helvetica Neue"/>
              </a:defRPr>
            </a:lvl9pPr>
          </a:lstStyle>
          <a:p xmlns:a="http://schemas.openxmlformats.org/drawingml/2006/main">
            <a:pPr algn="l">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18469AA7-0BEC-4518-B48B-6C3ECA4EB892}"/>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defRPr sz="1200" b="0">
                <a:solidFill>
                  <a:srgbClr val="627D98"/>
                </a:solidFill>
                <a:latin typeface="Helvetica Neue"/>
                <a:ea typeface="Helvetica Neue"/>
                <a:cs typeface="Helvetica Neue"/>
              </a:defRPr>
            </a:lvl1pPr>
            <a:lvl2pPr algn="l">
              <a:defRPr sz="1200" b="0">
                <a:solidFill>
                  <a:srgbClr val="627D98"/>
                </a:solidFill>
                <a:latin typeface="Helvetica Neue"/>
                <a:ea typeface="Helvetica Neue"/>
                <a:cs typeface="Helvetica Neue"/>
              </a:defRPr>
            </a:lvl2pPr>
            <a:lvl3pPr algn="l">
              <a:defRPr sz="1200" b="0">
                <a:solidFill>
                  <a:srgbClr val="627D98"/>
                </a:solidFill>
                <a:latin typeface="Helvetica Neue"/>
                <a:ea typeface="Helvetica Neue"/>
                <a:cs typeface="Helvetica Neue"/>
              </a:defRPr>
            </a:lvl3pPr>
            <a:lvl4pPr algn="l">
              <a:defRPr sz="1200" b="0">
                <a:solidFill>
                  <a:srgbClr val="627D98"/>
                </a:solidFill>
                <a:latin typeface="Helvetica Neue"/>
                <a:ea typeface="Helvetica Neue"/>
                <a:cs typeface="Helvetica Neue"/>
              </a:defRPr>
            </a:lvl4pPr>
            <a:lvl5pPr algn="l">
              <a:defRPr sz="1200" b="0">
                <a:solidFill>
                  <a:srgbClr val="627D98"/>
                </a:solidFill>
                <a:latin typeface="Helvetica Neue"/>
                <a:ea typeface="Helvetica Neue"/>
                <a:cs typeface="Helvetica Neue"/>
              </a:defRPr>
            </a:lvl5pPr>
            <a:lvl6pPr algn="l">
              <a:defRPr sz="1200" b="0">
                <a:solidFill>
                  <a:srgbClr val="627D98"/>
                </a:solidFill>
                <a:latin typeface="Helvetica Neue"/>
                <a:ea typeface="Helvetica Neue"/>
                <a:cs typeface="Helvetica Neue"/>
              </a:defRPr>
            </a:lvl6pPr>
            <a:lvl7pPr algn="l">
              <a:defRPr sz="1200" b="0">
                <a:solidFill>
                  <a:srgbClr val="627D98"/>
                </a:solidFill>
                <a:latin typeface="Helvetica Neue"/>
                <a:ea typeface="Helvetica Neue"/>
                <a:cs typeface="Helvetica Neue"/>
              </a:defRPr>
            </a:lvl7pPr>
            <a:lvl8pPr algn="l">
              <a:defRPr sz="1200" b="0">
                <a:solidFill>
                  <a:srgbClr val="627D98"/>
                </a:solidFill>
                <a:latin typeface="Helvetica Neue"/>
                <a:ea typeface="Helvetica Neue"/>
                <a:cs typeface="Helvetica Neue"/>
              </a:defRPr>
            </a:lvl8pPr>
            <a:lvl9pPr algn="l">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2CE20088-D732-41D1-8D60-1F0106F8A760}"/>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defRPr sz="2100" b="1">
                <a:solidFill>
                  <a:srgbClr val="D64545"/>
                </a:solidFill>
                <a:latin typeface="Helvetica Neue"/>
                <a:ea typeface="Helvetica Neue"/>
                <a:cs typeface="Helvetica Neue"/>
              </a:defRPr>
            </a:lvl1pPr>
            <a:lvl2pPr algn="l">
              <a:defRPr sz="2100" b="1">
                <a:solidFill>
                  <a:srgbClr val="D64545"/>
                </a:solidFill>
                <a:latin typeface="Helvetica Neue"/>
                <a:ea typeface="Helvetica Neue"/>
                <a:cs typeface="Helvetica Neue"/>
              </a:defRPr>
            </a:lvl2pPr>
            <a:lvl3pPr algn="l">
              <a:defRPr sz="2100" b="1">
                <a:solidFill>
                  <a:srgbClr val="D64545"/>
                </a:solidFill>
                <a:latin typeface="Helvetica Neue"/>
                <a:ea typeface="Helvetica Neue"/>
                <a:cs typeface="Helvetica Neue"/>
              </a:defRPr>
            </a:lvl3pPr>
            <a:lvl4pPr algn="l">
              <a:defRPr sz="2100" b="1">
                <a:solidFill>
                  <a:srgbClr val="D64545"/>
                </a:solidFill>
                <a:latin typeface="Helvetica Neue"/>
                <a:ea typeface="Helvetica Neue"/>
                <a:cs typeface="Helvetica Neue"/>
              </a:defRPr>
            </a:lvl4pPr>
            <a:lvl5pPr algn="l">
              <a:defRPr sz="2100" b="1">
                <a:solidFill>
                  <a:srgbClr val="D64545"/>
                </a:solidFill>
                <a:latin typeface="Helvetica Neue"/>
                <a:ea typeface="Helvetica Neue"/>
                <a:cs typeface="Helvetica Neue"/>
              </a:defRPr>
            </a:lvl5pPr>
            <a:lvl6pPr algn="l">
              <a:defRPr sz="2100" b="1">
                <a:solidFill>
                  <a:srgbClr val="D64545"/>
                </a:solidFill>
                <a:latin typeface="Helvetica Neue"/>
                <a:ea typeface="Helvetica Neue"/>
                <a:cs typeface="Helvetica Neue"/>
              </a:defRPr>
            </a:lvl6pPr>
            <a:lvl7pPr algn="l">
              <a:defRPr sz="2100" b="1">
                <a:solidFill>
                  <a:srgbClr val="D64545"/>
                </a:solidFill>
                <a:latin typeface="Helvetica Neue"/>
                <a:ea typeface="Helvetica Neue"/>
                <a:cs typeface="Helvetica Neue"/>
              </a:defRPr>
            </a:lvl7pPr>
            <a:lvl8pPr algn="l">
              <a:defRPr sz="2100" b="1">
                <a:solidFill>
                  <a:srgbClr val="D64545"/>
                </a:solidFill>
                <a:latin typeface="Helvetica Neue"/>
                <a:ea typeface="Helvetica Neue"/>
                <a:cs typeface="Helvetica Neue"/>
              </a:defRPr>
            </a:lvl8pPr>
            <a:lvl9pPr algn="l">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E81CB5DC-E928-4E59-B44D-296E861B4DED}"/>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defRPr sz="1200" b="0">
                <a:solidFill>
                  <a:srgbClr val="627D98"/>
                </a:solidFill>
                <a:latin typeface="Helvetica Neue"/>
                <a:ea typeface="Helvetica Neue"/>
                <a:cs typeface="Helvetica Neue"/>
              </a:defRPr>
            </a:lvl1pPr>
            <a:lvl2pPr algn="l">
              <a:defRPr sz="1200" b="0">
                <a:solidFill>
                  <a:srgbClr val="627D98"/>
                </a:solidFill>
                <a:latin typeface="Helvetica Neue"/>
                <a:ea typeface="Helvetica Neue"/>
                <a:cs typeface="Helvetica Neue"/>
              </a:defRPr>
            </a:lvl2pPr>
            <a:lvl3pPr algn="l">
              <a:defRPr sz="1200" b="0">
                <a:solidFill>
                  <a:srgbClr val="627D98"/>
                </a:solidFill>
                <a:latin typeface="Helvetica Neue"/>
                <a:ea typeface="Helvetica Neue"/>
                <a:cs typeface="Helvetica Neue"/>
              </a:defRPr>
            </a:lvl3pPr>
            <a:lvl4pPr algn="l">
              <a:defRPr sz="1200" b="0">
                <a:solidFill>
                  <a:srgbClr val="627D98"/>
                </a:solidFill>
                <a:latin typeface="Helvetica Neue"/>
                <a:ea typeface="Helvetica Neue"/>
                <a:cs typeface="Helvetica Neue"/>
              </a:defRPr>
            </a:lvl4pPr>
            <a:lvl5pPr algn="l">
              <a:defRPr sz="1200" b="0">
                <a:solidFill>
                  <a:srgbClr val="627D98"/>
                </a:solidFill>
                <a:latin typeface="Helvetica Neue"/>
                <a:ea typeface="Helvetica Neue"/>
                <a:cs typeface="Helvetica Neue"/>
              </a:defRPr>
            </a:lvl5pPr>
            <a:lvl6pPr algn="l">
              <a:defRPr sz="1200" b="0">
                <a:solidFill>
                  <a:srgbClr val="627D98"/>
                </a:solidFill>
                <a:latin typeface="Helvetica Neue"/>
                <a:ea typeface="Helvetica Neue"/>
                <a:cs typeface="Helvetica Neue"/>
              </a:defRPr>
            </a:lvl6pPr>
            <a:lvl7pPr algn="l">
              <a:defRPr sz="1200" b="0">
                <a:solidFill>
                  <a:srgbClr val="627D98"/>
                </a:solidFill>
                <a:latin typeface="Helvetica Neue"/>
                <a:ea typeface="Helvetica Neue"/>
                <a:cs typeface="Helvetica Neue"/>
              </a:defRPr>
            </a:lvl7pPr>
            <a:lvl8pPr algn="l">
              <a:defRPr sz="1200" b="0">
                <a:solidFill>
                  <a:srgbClr val="627D98"/>
                </a:solidFill>
                <a:latin typeface="Helvetica Neue"/>
                <a:ea typeface="Helvetica Neue"/>
                <a:cs typeface="Helvetica Neue"/>
              </a:defRPr>
            </a:lvl8pPr>
            <a:lvl9pPr algn="l">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EE5E1891-1221-49BF-8EE6-82D83BB13235}"/>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defRPr sz="2100" b="1">
                <a:solidFill>
                  <a:srgbClr val="D64545"/>
                </a:solidFill>
                <a:latin typeface="Helvetica Neue"/>
                <a:ea typeface="Helvetica Neue"/>
                <a:cs typeface="Helvetica Neue"/>
              </a:defRPr>
            </a:lvl1pPr>
            <a:lvl2pPr algn="l">
              <a:defRPr sz="2100" b="1">
                <a:solidFill>
                  <a:srgbClr val="D64545"/>
                </a:solidFill>
                <a:latin typeface="Helvetica Neue"/>
                <a:ea typeface="Helvetica Neue"/>
                <a:cs typeface="Helvetica Neue"/>
              </a:defRPr>
            </a:lvl2pPr>
            <a:lvl3pPr algn="l">
              <a:defRPr sz="2100" b="1">
                <a:solidFill>
                  <a:srgbClr val="D64545"/>
                </a:solidFill>
                <a:latin typeface="Helvetica Neue"/>
                <a:ea typeface="Helvetica Neue"/>
                <a:cs typeface="Helvetica Neue"/>
              </a:defRPr>
            </a:lvl3pPr>
            <a:lvl4pPr algn="l">
              <a:defRPr sz="2100" b="1">
                <a:solidFill>
                  <a:srgbClr val="D64545"/>
                </a:solidFill>
                <a:latin typeface="Helvetica Neue"/>
                <a:ea typeface="Helvetica Neue"/>
                <a:cs typeface="Helvetica Neue"/>
              </a:defRPr>
            </a:lvl4pPr>
            <a:lvl5pPr algn="l">
              <a:defRPr sz="2100" b="1">
                <a:solidFill>
                  <a:srgbClr val="D64545"/>
                </a:solidFill>
                <a:latin typeface="Helvetica Neue"/>
                <a:ea typeface="Helvetica Neue"/>
                <a:cs typeface="Helvetica Neue"/>
              </a:defRPr>
            </a:lvl5pPr>
            <a:lvl6pPr algn="l">
              <a:defRPr sz="2100" b="1">
                <a:solidFill>
                  <a:srgbClr val="D64545"/>
                </a:solidFill>
                <a:latin typeface="Helvetica Neue"/>
                <a:ea typeface="Helvetica Neue"/>
                <a:cs typeface="Helvetica Neue"/>
              </a:defRPr>
            </a:lvl6pPr>
            <a:lvl7pPr algn="l">
              <a:defRPr sz="2100" b="1">
                <a:solidFill>
                  <a:srgbClr val="D64545"/>
                </a:solidFill>
                <a:latin typeface="Helvetica Neue"/>
                <a:ea typeface="Helvetica Neue"/>
                <a:cs typeface="Helvetica Neue"/>
              </a:defRPr>
            </a:lvl7pPr>
            <a:lvl8pPr algn="l">
              <a:defRPr sz="2100" b="1">
                <a:solidFill>
                  <a:srgbClr val="D64545"/>
                </a:solidFill>
                <a:latin typeface="Helvetica Neue"/>
                <a:ea typeface="Helvetica Neue"/>
                <a:cs typeface="Helvetica Neue"/>
              </a:defRPr>
            </a:lvl8pPr>
            <a:lvl9pPr algn="l">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A162EB8B-CCE2-4D55-8B11-CC5973B45958}"/>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defRPr sz="1200" b="0">
                <a:solidFill>
                  <a:srgbClr val="627D98"/>
                </a:solidFill>
                <a:latin typeface="Helvetica Neue"/>
                <a:ea typeface="Helvetica Neue"/>
                <a:cs typeface="Helvetica Neue"/>
              </a:defRPr>
            </a:lvl1pPr>
            <a:lvl2pPr algn="l">
              <a:defRPr sz="1200" b="0">
                <a:solidFill>
                  <a:srgbClr val="627D98"/>
                </a:solidFill>
                <a:latin typeface="Helvetica Neue"/>
                <a:ea typeface="Helvetica Neue"/>
                <a:cs typeface="Helvetica Neue"/>
              </a:defRPr>
            </a:lvl2pPr>
            <a:lvl3pPr algn="l">
              <a:defRPr sz="1200" b="0">
                <a:solidFill>
                  <a:srgbClr val="627D98"/>
                </a:solidFill>
                <a:latin typeface="Helvetica Neue"/>
                <a:ea typeface="Helvetica Neue"/>
                <a:cs typeface="Helvetica Neue"/>
              </a:defRPr>
            </a:lvl3pPr>
            <a:lvl4pPr algn="l">
              <a:defRPr sz="1200" b="0">
                <a:solidFill>
                  <a:srgbClr val="627D98"/>
                </a:solidFill>
                <a:latin typeface="Helvetica Neue"/>
                <a:ea typeface="Helvetica Neue"/>
                <a:cs typeface="Helvetica Neue"/>
              </a:defRPr>
            </a:lvl4pPr>
            <a:lvl5pPr algn="l">
              <a:defRPr sz="1200" b="0">
                <a:solidFill>
                  <a:srgbClr val="627D98"/>
                </a:solidFill>
                <a:latin typeface="Helvetica Neue"/>
                <a:ea typeface="Helvetica Neue"/>
                <a:cs typeface="Helvetica Neue"/>
              </a:defRPr>
            </a:lvl5pPr>
            <a:lvl6pPr algn="l">
              <a:defRPr sz="1200" b="0">
                <a:solidFill>
                  <a:srgbClr val="627D98"/>
                </a:solidFill>
                <a:latin typeface="Helvetica Neue"/>
                <a:ea typeface="Helvetica Neue"/>
                <a:cs typeface="Helvetica Neue"/>
              </a:defRPr>
            </a:lvl6pPr>
            <a:lvl7pPr algn="l">
              <a:defRPr sz="1200" b="0">
                <a:solidFill>
                  <a:srgbClr val="627D98"/>
                </a:solidFill>
                <a:latin typeface="Helvetica Neue"/>
                <a:ea typeface="Helvetica Neue"/>
                <a:cs typeface="Helvetica Neue"/>
              </a:defRPr>
            </a:lvl7pPr>
            <a:lvl8pPr algn="l">
              <a:defRPr sz="1200" b="0">
                <a:solidFill>
                  <a:srgbClr val="627D98"/>
                </a:solidFill>
                <a:latin typeface="Helvetica Neue"/>
                <a:ea typeface="Helvetica Neue"/>
                <a:cs typeface="Helvetica Neue"/>
              </a:defRPr>
            </a:lvl8pPr>
            <a:lvl9pPr algn="l">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D9AB9D6D-CAA1-4099-989B-9886AC578266}"/>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defRPr sz="2100" b="1">
                <a:solidFill>
                  <a:srgbClr val="D64545"/>
                </a:solidFill>
                <a:latin typeface="Helvetica Neue"/>
                <a:ea typeface="Helvetica Neue"/>
                <a:cs typeface="Helvetica Neue"/>
              </a:defRPr>
            </a:lvl1pPr>
            <a:lvl2pPr algn="l">
              <a:defRPr sz="2100" b="1">
                <a:solidFill>
                  <a:srgbClr val="D64545"/>
                </a:solidFill>
                <a:latin typeface="Helvetica Neue"/>
                <a:ea typeface="Helvetica Neue"/>
                <a:cs typeface="Helvetica Neue"/>
              </a:defRPr>
            </a:lvl2pPr>
            <a:lvl3pPr algn="l">
              <a:defRPr sz="2100" b="1">
                <a:solidFill>
                  <a:srgbClr val="D64545"/>
                </a:solidFill>
                <a:latin typeface="Helvetica Neue"/>
                <a:ea typeface="Helvetica Neue"/>
                <a:cs typeface="Helvetica Neue"/>
              </a:defRPr>
            </a:lvl3pPr>
            <a:lvl4pPr algn="l">
              <a:defRPr sz="2100" b="1">
                <a:solidFill>
                  <a:srgbClr val="D64545"/>
                </a:solidFill>
                <a:latin typeface="Helvetica Neue"/>
                <a:ea typeface="Helvetica Neue"/>
                <a:cs typeface="Helvetica Neue"/>
              </a:defRPr>
            </a:lvl4pPr>
            <a:lvl5pPr algn="l">
              <a:defRPr sz="2100" b="1">
                <a:solidFill>
                  <a:srgbClr val="D64545"/>
                </a:solidFill>
                <a:latin typeface="Helvetica Neue"/>
                <a:ea typeface="Helvetica Neue"/>
                <a:cs typeface="Helvetica Neue"/>
              </a:defRPr>
            </a:lvl5pPr>
            <a:lvl6pPr algn="l">
              <a:defRPr sz="2100" b="1">
                <a:solidFill>
                  <a:srgbClr val="D64545"/>
                </a:solidFill>
                <a:latin typeface="Helvetica Neue"/>
                <a:ea typeface="Helvetica Neue"/>
                <a:cs typeface="Helvetica Neue"/>
              </a:defRPr>
            </a:lvl6pPr>
            <a:lvl7pPr algn="l">
              <a:defRPr sz="2100" b="1">
                <a:solidFill>
                  <a:srgbClr val="D64545"/>
                </a:solidFill>
                <a:latin typeface="Helvetica Neue"/>
                <a:ea typeface="Helvetica Neue"/>
                <a:cs typeface="Helvetica Neue"/>
              </a:defRPr>
            </a:lvl7pPr>
            <a:lvl8pPr algn="l">
              <a:defRPr sz="2100" b="1">
                <a:solidFill>
                  <a:srgbClr val="D64545"/>
                </a:solidFill>
                <a:latin typeface="Helvetica Neue"/>
                <a:ea typeface="Helvetica Neue"/>
                <a:cs typeface="Helvetica Neue"/>
              </a:defRPr>
            </a:lvl8pPr>
            <a:lvl9pPr algn="l">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D4E61723-5611-4B24-8A7A-1A134E45963E}"/>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defRPr sz="1200" b="0">
                <a:solidFill>
                  <a:srgbClr val="627D98"/>
                </a:solidFill>
                <a:latin typeface="Helvetica Neue"/>
                <a:ea typeface="Helvetica Neue"/>
                <a:cs typeface="Helvetica Neue"/>
              </a:defRPr>
            </a:lvl1pPr>
            <a:lvl2pPr algn="l">
              <a:defRPr sz="1200" b="0">
                <a:solidFill>
                  <a:srgbClr val="627D98"/>
                </a:solidFill>
                <a:latin typeface="Helvetica Neue"/>
                <a:ea typeface="Helvetica Neue"/>
                <a:cs typeface="Helvetica Neue"/>
              </a:defRPr>
            </a:lvl2pPr>
            <a:lvl3pPr algn="l">
              <a:defRPr sz="1200" b="0">
                <a:solidFill>
                  <a:srgbClr val="627D98"/>
                </a:solidFill>
                <a:latin typeface="Helvetica Neue"/>
                <a:ea typeface="Helvetica Neue"/>
                <a:cs typeface="Helvetica Neue"/>
              </a:defRPr>
            </a:lvl3pPr>
            <a:lvl4pPr algn="l">
              <a:defRPr sz="1200" b="0">
                <a:solidFill>
                  <a:srgbClr val="627D98"/>
                </a:solidFill>
                <a:latin typeface="Helvetica Neue"/>
                <a:ea typeface="Helvetica Neue"/>
                <a:cs typeface="Helvetica Neue"/>
              </a:defRPr>
            </a:lvl4pPr>
            <a:lvl5pPr algn="l">
              <a:defRPr sz="1200" b="0">
                <a:solidFill>
                  <a:srgbClr val="627D98"/>
                </a:solidFill>
                <a:latin typeface="Helvetica Neue"/>
                <a:ea typeface="Helvetica Neue"/>
                <a:cs typeface="Helvetica Neue"/>
              </a:defRPr>
            </a:lvl5pPr>
            <a:lvl6pPr algn="l">
              <a:defRPr sz="1200" b="0">
                <a:solidFill>
                  <a:srgbClr val="627D98"/>
                </a:solidFill>
                <a:latin typeface="Helvetica Neue"/>
                <a:ea typeface="Helvetica Neue"/>
                <a:cs typeface="Helvetica Neue"/>
              </a:defRPr>
            </a:lvl6pPr>
            <a:lvl7pPr algn="l">
              <a:defRPr sz="1200" b="0">
                <a:solidFill>
                  <a:srgbClr val="627D98"/>
                </a:solidFill>
                <a:latin typeface="Helvetica Neue"/>
                <a:ea typeface="Helvetica Neue"/>
                <a:cs typeface="Helvetica Neue"/>
              </a:defRPr>
            </a:lvl7pPr>
            <a:lvl8pPr algn="l">
              <a:defRPr sz="1200" b="0">
                <a:solidFill>
                  <a:srgbClr val="627D98"/>
                </a:solidFill>
                <a:latin typeface="Helvetica Neue"/>
                <a:ea typeface="Helvetica Neue"/>
                <a:cs typeface="Helvetica Neue"/>
              </a:defRPr>
            </a:lvl8pPr>
            <a:lvl9pPr algn="l">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B8863984-5DB8-492D-943C-425115C2D3D7}"/>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defRPr sz="2100" b="1">
                <a:solidFill>
                  <a:srgbClr val="D64545"/>
                </a:solidFill>
                <a:latin typeface="Helvetica Neue"/>
                <a:ea typeface="Helvetica Neue"/>
                <a:cs typeface="Helvetica Neue"/>
              </a:defRPr>
            </a:lvl1pPr>
            <a:lvl2pPr algn="l">
              <a:defRPr sz="2100" b="1">
                <a:solidFill>
                  <a:srgbClr val="D64545"/>
                </a:solidFill>
                <a:latin typeface="Helvetica Neue"/>
                <a:ea typeface="Helvetica Neue"/>
                <a:cs typeface="Helvetica Neue"/>
              </a:defRPr>
            </a:lvl2pPr>
            <a:lvl3pPr algn="l">
              <a:defRPr sz="2100" b="1">
                <a:solidFill>
                  <a:srgbClr val="D64545"/>
                </a:solidFill>
                <a:latin typeface="Helvetica Neue"/>
                <a:ea typeface="Helvetica Neue"/>
                <a:cs typeface="Helvetica Neue"/>
              </a:defRPr>
            </a:lvl3pPr>
            <a:lvl4pPr algn="l">
              <a:defRPr sz="2100" b="1">
                <a:solidFill>
                  <a:srgbClr val="D64545"/>
                </a:solidFill>
                <a:latin typeface="Helvetica Neue"/>
                <a:ea typeface="Helvetica Neue"/>
                <a:cs typeface="Helvetica Neue"/>
              </a:defRPr>
            </a:lvl4pPr>
            <a:lvl5pPr algn="l">
              <a:defRPr sz="2100" b="1">
                <a:solidFill>
                  <a:srgbClr val="D64545"/>
                </a:solidFill>
                <a:latin typeface="Helvetica Neue"/>
                <a:ea typeface="Helvetica Neue"/>
                <a:cs typeface="Helvetica Neue"/>
              </a:defRPr>
            </a:lvl5pPr>
            <a:lvl6pPr algn="l">
              <a:defRPr sz="2100" b="1">
                <a:solidFill>
                  <a:srgbClr val="D64545"/>
                </a:solidFill>
                <a:latin typeface="Helvetica Neue"/>
                <a:ea typeface="Helvetica Neue"/>
                <a:cs typeface="Helvetica Neue"/>
              </a:defRPr>
            </a:lvl6pPr>
            <a:lvl7pPr algn="l">
              <a:defRPr sz="2100" b="1">
                <a:solidFill>
                  <a:srgbClr val="D64545"/>
                </a:solidFill>
                <a:latin typeface="Helvetica Neue"/>
                <a:ea typeface="Helvetica Neue"/>
                <a:cs typeface="Helvetica Neue"/>
              </a:defRPr>
            </a:lvl7pPr>
            <a:lvl8pPr algn="l">
              <a:defRPr sz="2100" b="1">
                <a:solidFill>
                  <a:srgbClr val="D64545"/>
                </a:solidFill>
                <a:latin typeface="Helvetica Neue"/>
                <a:ea typeface="Helvetica Neue"/>
                <a:cs typeface="Helvetica Neue"/>
              </a:defRPr>
            </a:lvl8pPr>
            <a:lvl9pPr algn="l">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130414E3-B5E4-472F-BD69-8E438383CBA1}"/>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vl1pPr algn="l">
              <a:defRPr sz="1500" b="1">
                <a:solidFill>
                  <a:srgbClr val="159E9C"/>
                </a:solidFill>
                <a:latin typeface="Helvetica Neue"/>
                <a:ea typeface="Helvetica Neue"/>
                <a:cs typeface="Helvetica Neue"/>
              </a:defRPr>
            </a:lvl1pPr>
            <a:lvl2pPr algn="l">
              <a:defRPr sz="1500" b="1">
                <a:solidFill>
                  <a:srgbClr val="159E9C"/>
                </a:solidFill>
                <a:latin typeface="Helvetica Neue"/>
                <a:ea typeface="Helvetica Neue"/>
                <a:cs typeface="Helvetica Neue"/>
              </a:defRPr>
            </a:lvl2pPr>
            <a:lvl3pPr algn="l">
              <a:defRPr sz="1500" b="1">
                <a:solidFill>
                  <a:srgbClr val="159E9C"/>
                </a:solidFill>
                <a:latin typeface="Helvetica Neue"/>
                <a:ea typeface="Helvetica Neue"/>
                <a:cs typeface="Helvetica Neue"/>
              </a:defRPr>
            </a:lvl3pPr>
            <a:lvl4pPr algn="l">
              <a:defRPr sz="1500" b="1">
                <a:solidFill>
                  <a:srgbClr val="159E9C"/>
                </a:solidFill>
                <a:latin typeface="Helvetica Neue"/>
                <a:ea typeface="Helvetica Neue"/>
                <a:cs typeface="Helvetica Neue"/>
              </a:defRPr>
            </a:lvl4pPr>
            <a:lvl5pPr algn="l">
              <a:defRPr sz="1500" b="1">
                <a:solidFill>
                  <a:srgbClr val="159E9C"/>
                </a:solidFill>
                <a:latin typeface="Helvetica Neue"/>
                <a:ea typeface="Helvetica Neue"/>
                <a:cs typeface="Helvetica Neue"/>
              </a:defRPr>
            </a:lvl5pPr>
            <a:lvl6pPr algn="l">
              <a:defRPr sz="1500" b="1">
                <a:solidFill>
                  <a:srgbClr val="159E9C"/>
                </a:solidFill>
                <a:latin typeface="Helvetica Neue"/>
                <a:ea typeface="Helvetica Neue"/>
                <a:cs typeface="Helvetica Neue"/>
              </a:defRPr>
            </a:lvl6pPr>
            <a:lvl7pPr algn="l">
              <a:defRPr sz="1500" b="1">
                <a:solidFill>
                  <a:srgbClr val="159E9C"/>
                </a:solidFill>
                <a:latin typeface="Helvetica Neue"/>
                <a:ea typeface="Helvetica Neue"/>
                <a:cs typeface="Helvetica Neue"/>
              </a:defRPr>
            </a:lvl7pPr>
            <a:lvl8pPr algn="l">
              <a:defRPr sz="1500" b="1">
                <a:solidFill>
                  <a:srgbClr val="159E9C"/>
                </a:solidFill>
                <a:latin typeface="Helvetica Neue"/>
                <a:ea typeface="Helvetica Neue"/>
                <a:cs typeface="Helvetica Neue"/>
              </a:defRPr>
            </a:lvl8pPr>
            <a:lvl9pPr algn="l">
              <a:defRPr sz="1500" b="1">
                <a:solidFill>
                  <a:srgbClr val="159E9C"/>
                </a:solidFill>
                <a:latin typeface="Helvetica Neue"/>
                <a:ea typeface="Helvetica Neue"/>
                <a:cs typeface="Helvetica Neue"/>
              </a:defRPr>
            </a:lvl9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Rerun matched the original one-pair result</a:t>
            </a:r>
          </a:p>
        </p:txBody>
      </p:sp>
      <p:sp>
        <p:nvSpPr>
          <p:cNvPr id="17" name="">
            <a:extLst xmlns:a="http://schemas.openxmlformats.org/drawingml/2006/main">
              <a:ext uri="{FF2B5EF4-FFF2-40B4-BE49-F238E27FC236}">
                <a16:creationId xmlns:a16="http://schemas.microsoft.com/office/drawing/2014/main" id="{61A4DC35-3DFD-4BC2-9091-60E7F71D99DB}"/>
              </a:ext>
            </a:extLst>
          </p:cNvPr>
          <p:cNvSpPr>
            <a:spLocks xmlns:a="http://schemas.openxmlformats.org/drawingml/2006/main" noGrp="1"/>
          </p:cNvSpPr>
          <p:nvPr/>
        </p:nvSpPr>
        <p:spPr>
          <a:xfrm xmlns:a="http://schemas.openxmlformats.org/drawingml/2006/main">
            <a:off x="5905500" y="59055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D64545"/>
                </a:solidFill>
                <a:latin typeface="Helvetica Neue"/>
                <a:ea typeface="Helvetica Neue"/>
                <a:cs typeface="Helvetica Neue"/>
              </a:defRPr>
            </a:defPPr>
            <a:lvl1pPr algn="r">
              <a:defRPr sz="1350" b="1">
                <a:solidFill>
                  <a:srgbClr val="D64545"/>
                </a:solidFill>
                <a:latin typeface="Helvetica Neue"/>
                <a:ea typeface="Helvetica Neue"/>
                <a:cs typeface="Helvetica Neue"/>
              </a:defRPr>
            </a:lvl1pPr>
            <a:lvl2pPr algn="r">
              <a:defRPr sz="1350" b="1">
                <a:solidFill>
                  <a:srgbClr val="D64545"/>
                </a:solidFill>
                <a:latin typeface="Helvetica Neue"/>
                <a:ea typeface="Helvetica Neue"/>
                <a:cs typeface="Helvetica Neue"/>
              </a:defRPr>
            </a:lvl2pPr>
            <a:lvl3pPr algn="r">
              <a:defRPr sz="1350" b="1">
                <a:solidFill>
                  <a:srgbClr val="D64545"/>
                </a:solidFill>
                <a:latin typeface="Helvetica Neue"/>
                <a:ea typeface="Helvetica Neue"/>
                <a:cs typeface="Helvetica Neue"/>
              </a:defRPr>
            </a:lvl3pPr>
            <a:lvl4pPr algn="r">
              <a:defRPr sz="1350" b="1">
                <a:solidFill>
                  <a:srgbClr val="D64545"/>
                </a:solidFill>
                <a:latin typeface="Helvetica Neue"/>
                <a:ea typeface="Helvetica Neue"/>
                <a:cs typeface="Helvetica Neue"/>
              </a:defRPr>
            </a:lvl4pPr>
            <a:lvl5pPr algn="r">
              <a:defRPr sz="1350" b="1">
                <a:solidFill>
                  <a:srgbClr val="D64545"/>
                </a:solidFill>
                <a:latin typeface="Helvetica Neue"/>
                <a:ea typeface="Helvetica Neue"/>
                <a:cs typeface="Helvetica Neue"/>
              </a:defRPr>
            </a:lvl5pPr>
            <a:lvl6pPr algn="r">
              <a:defRPr sz="1350" b="1">
                <a:solidFill>
                  <a:srgbClr val="D64545"/>
                </a:solidFill>
                <a:latin typeface="Helvetica Neue"/>
                <a:ea typeface="Helvetica Neue"/>
                <a:cs typeface="Helvetica Neue"/>
              </a:defRPr>
            </a:lvl6pPr>
            <a:lvl7pPr algn="r">
              <a:defRPr sz="1350" b="1">
                <a:solidFill>
                  <a:srgbClr val="D64545"/>
                </a:solidFill>
                <a:latin typeface="Helvetica Neue"/>
                <a:ea typeface="Helvetica Neue"/>
                <a:cs typeface="Helvetica Neue"/>
              </a:defRPr>
            </a:lvl7pPr>
            <a:lvl8pPr algn="r">
              <a:defRPr sz="1350" b="1">
                <a:solidFill>
                  <a:srgbClr val="D64545"/>
                </a:solidFill>
                <a:latin typeface="Helvetica Neue"/>
                <a:ea typeface="Helvetica Neue"/>
                <a:cs typeface="Helvetica Neue"/>
              </a:defRPr>
            </a:lvl8pPr>
            <a:lvl9pPr algn="r">
              <a:defRPr sz="1350" b="1">
                <a:solidFill>
                  <a:srgbClr val="D64545"/>
                </a:solidFill>
                <a:latin typeface="Helvetica Neue"/>
                <a:ea typeface="Helvetica Neue"/>
                <a:cs typeface="Helvetica Neue"/>
              </a:defRPr>
            </a:lvl9pPr>
          </a:lstStyle>
          <a:p xmlns:a="http://schemas.openxmlformats.org/drawingml/2006/main">
            <a:pPr algn="r">
              <a:buNone/>
              <a:defRPr sz="1350"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Synthetic periodic light also triggers the metric</a:t>
            </a:r>
          </a:p>
        </p:txBody>
      </p:sp>
    </p:spTree>
    <p:extLst>
      <p:ext uri="{BB962C8B-B14F-4D97-AF65-F5344CB8AC3E}">
        <p14:creationId xmlns:p14="http://schemas.microsoft.com/office/powerpoint/2010/main" val="18757963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EEFD45-FCC7-416B-B565-C7AE7A6CCE14}"/>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defRPr sz="2550" b="1">
                <a:solidFill>
                  <a:srgbClr val="102A43"/>
                </a:solidFill>
                <a:latin typeface="Helvetica Neue"/>
                <a:ea typeface="Helvetica Neue"/>
                <a:cs typeface="Helvetica Neue"/>
              </a:defRPr>
            </a:lvl1pPr>
            <a:lvl2pPr algn="l">
              <a:defRPr sz="2550" b="1">
                <a:solidFill>
                  <a:srgbClr val="102A43"/>
                </a:solidFill>
                <a:latin typeface="Helvetica Neue"/>
                <a:ea typeface="Helvetica Neue"/>
                <a:cs typeface="Helvetica Neue"/>
              </a:defRPr>
            </a:lvl2pPr>
            <a:lvl3pPr algn="l">
              <a:defRPr sz="2550" b="1">
                <a:solidFill>
                  <a:srgbClr val="102A43"/>
                </a:solidFill>
                <a:latin typeface="Helvetica Neue"/>
                <a:ea typeface="Helvetica Neue"/>
                <a:cs typeface="Helvetica Neue"/>
              </a:defRPr>
            </a:lvl3pPr>
            <a:lvl4pPr algn="l">
              <a:defRPr sz="2550" b="1">
                <a:solidFill>
                  <a:srgbClr val="102A43"/>
                </a:solidFill>
                <a:latin typeface="Helvetica Neue"/>
                <a:ea typeface="Helvetica Neue"/>
                <a:cs typeface="Helvetica Neue"/>
              </a:defRPr>
            </a:lvl4pPr>
            <a:lvl5pPr algn="l">
              <a:defRPr sz="2550" b="1">
                <a:solidFill>
                  <a:srgbClr val="102A43"/>
                </a:solidFill>
                <a:latin typeface="Helvetica Neue"/>
                <a:ea typeface="Helvetica Neue"/>
                <a:cs typeface="Helvetica Neue"/>
              </a:defRPr>
            </a:lvl5pPr>
            <a:lvl6pPr algn="l">
              <a:defRPr sz="2550" b="1">
                <a:solidFill>
                  <a:srgbClr val="102A43"/>
                </a:solidFill>
                <a:latin typeface="Helvetica Neue"/>
                <a:ea typeface="Helvetica Neue"/>
                <a:cs typeface="Helvetica Neue"/>
              </a:defRPr>
            </a:lvl6pPr>
            <a:lvl7pPr algn="l">
              <a:defRPr sz="2550" b="1">
                <a:solidFill>
                  <a:srgbClr val="102A43"/>
                </a:solidFill>
                <a:latin typeface="Helvetica Neue"/>
                <a:ea typeface="Helvetica Neue"/>
                <a:cs typeface="Helvetica Neue"/>
              </a:defRPr>
            </a:lvl7pPr>
            <a:lvl8pPr algn="l">
              <a:defRPr sz="2550" b="1">
                <a:solidFill>
                  <a:srgbClr val="102A43"/>
                </a:solidFill>
                <a:latin typeface="Helvetica Neue"/>
                <a:ea typeface="Helvetica Neue"/>
                <a:cs typeface="Helvetica Neue"/>
              </a:defRPr>
            </a:lvl8pPr>
            <a:lvl9pPr algn="l">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ABDC06AC-140B-4968-B69E-B55C0D8FADD7}"/>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defRPr sz="1350" b="1">
                <a:solidFill>
                  <a:srgbClr val="2F6BFF"/>
                </a:solidFill>
                <a:latin typeface="Helvetica Neue"/>
                <a:ea typeface="Helvetica Neue"/>
                <a:cs typeface="Helvetica Neue"/>
              </a:defRPr>
            </a:lvl1pPr>
            <a:lvl2pPr algn="r">
              <a:defRPr sz="1350" b="1">
                <a:solidFill>
                  <a:srgbClr val="2F6BFF"/>
                </a:solidFill>
                <a:latin typeface="Helvetica Neue"/>
                <a:ea typeface="Helvetica Neue"/>
                <a:cs typeface="Helvetica Neue"/>
              </a:defRPr>
            </a:lvl2pPr>
            <a:lvl3pPr algn="r">
              <a:defRPr sz="1350" b="1">
                <a:solidFill>
                  <a:srgbClr val="2F6BFF"/>
                </a:solidFill>
                <a:latin typeface="Helvetica Neue"/>
                <a:ea typeface="Helvetica Neue"/>
                <a:cs typeface="Helvetica Neue"/>
              </a:defRPr>
            </a:lvl3pPr>
            <a:lvl4pPr algn="r">
              <a:defRPr sz="1350" b="1">
                <a:solidFill>
                  <a:srgbClr val="2F6BFF"/>
                </a:solidFill>
                <a:latin typeface="Helvetica Neue"/>
                <a:ea typeface="Helvetica Neue"/>
                <a:cs typeface="Helvetica Neue"/>
              </a:defRPr>
            </a:lvl4pPr>
            <a:lvl5pPr algn="r">
              <a:defRPr sz="1350" b="1">
                <a:solidFill>
                  <a:srgbClr val="2F6BFF"/>
                </a:solidFill>
                <a:latin typeface="Helvetica Neue"/>
                <a:ea typeface="Helvetica Neue"/>
                <a:cs typeface="Helvetica Neue"/>
              </a:defRPr>
            </a:lvl5pPr>
            <a:lvl6pPr algn="r">
              <a:defRPr sz="1350" b="1">
                <a:solidFill>
                  <a:srgbClr val="2F6BFF"/>
                </a:solidFill>
                <a:latin typeface="Helvetica Neue"/>
                <a:ea typeface="Helvetica Neue"/>
                <a:cs typeface="Helvetica Neue"/>
              </a:defRPr>
            </a:lvl6pPr>
            <a:lvl7pPr algn="r">
              <a:defRPr sz="1350" b="1">
                <a:solidFill>
                  <a:srgbClr val="2F6BFF"/>
                </a:solidFill>
                <a:latin typeface="Helvetica Neue"/>
                <a:ea typeface="Helvetica Neue"/>
                <a:cs typeface="Helvetica Neue"/>
              </a:defRPr>
            </a:lvl7pPr>
            <a:lvl8pPr algn="r">
              <a:defRPr sz="1350" b="1">
                <a:solidFill>
                  <a:srgbClr val="2F6BFF"/>
                </a:solidFill>
                <a:latin typeface="Helvetica Neue"/>
                <a:ea typeface="Helvetica Neue"/>
                <a:cs typeface="Helvetica Neue"/>
              </a:defRPr>
            </a:lvl8pPr>
            <a:lvl9pPr algn="r">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B12A5CFA-CDBA-443A-9235-BDF1210F583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101F42-44C0-45F2-BB7A-91C1A007907B}"/>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defRPr sz="900" b="0">
                <a:solidFill>
                  <a:srgbClr val="627D98"/>
                </a:solidFill>
                <a:latin typeface="Helvetica Neue"/>
                <a:ea typeface="Helvetica Neue"/>
                <a:cs typeface="Helvetica Neue"/>
              </a:defRPr>
            </a:lvl1pPr>
            <a:lvl2pPr algn="l">
              <a:defRPr sz="900" b="0">
                <a:solidFill>
                  <a:srgbClr val="627D98"/>
                </a:solidFill>
                <a:latin typeface="Helvetica Neue"/>
                <a:ea typeface="Helvetica Neue"/>
                <a:cs typeface="Helvetica Neue"/>
              </a:defRPr>
            </a:lvl2pPr>
            <a:lvl3pPr algn="l">
              <a:defRPr sz="900" b="0">
                <a:solidFill>
                  <a:srgbClr val="627D98"/>
                </a:solidFill>
                <a:latin typeface="Helvetica Neue"/>
                <a:ea typeface="Helvetica Neue"/>
                <a:cs typeface="Helvetica Neue"/>
              </a:defRPr>
            </a:lvl3pPr>
            <a:lvl4pPr algn="l">
              <a:defRPr sz="900" b="0">
                <a:solidFill>
                  <a:srgbClr val="627D98"/>
                </a:solidFill>
                <a:latin typeface="Helvetica Neue"/>
                <a:ea typeface="Helvetica Neue"/>
                <a:cs typeface="Helvetica Neue"/>
              </a:defRPr>
            </a:lvl4pPr>
            <a:lvl5pPr algn="l">
              <a:defRPr sz="900" b="0">
                <a:solidFill>
                  <a:srgbClr val="627D98"/>
                </a:solidFill>
                <a:latin typeface="Helvetica Neue"/>
                <a:ea typeface="Helvetica Neue"/>
                <a:cs typeface="Helvetica Neue"/>
              </a:defRPr>
            </a:lvl5pPr>
            <a:lvl6pPr algn="l">
              <a:defRPr sz="900" b="0">
                <a:solidFill>
                  <a:srgbClr val="627D98"/>
                </a:solidFill>
                <a:latin typeface="Helvetica Neue"/>
                <a:ea typeface="Helvetica Neue"/>
                <a:cs typeface="Helvetica Neue"/>
              </a:defRPr>
            </a:lvl6pPr>
            <a:lvl7pPr algn="l">
              <a:defRPr sz="900" b="0">
                <a:solidFill>
                  <a:srgbClr val="627D98"/>
                </a:solidFill>
                <a:latin typeface="Helvetica Neue"/>
                <a:ea typeface="Helvetica Neue"/>
                <a:cs typeface="Helvetica Neue"/>
              </a:defRPr>
            </a:lvl7pPr>
            <a:lvl8pPr algn="l">
              <a:defRPr sz="900" b="0">
                <a:solidFill>
                  <a:srgbClr val="627D98"/>
                </a:solidFill>
                <a:latin typeface="Helvetica Neue"/>
                <a:ea typeface="Helvetica Neue"/>
                <a:cs typeface="Helvetica Neue"/>
              </a:defRPr>
            </a:lvl8pPr>
            <a:lvl9pPr algn="l">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75FC3AB1-3A4B-477F-8CFE-386162D5DF49}"/>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defRPr sz="900" b="0">
                <a:solidFill>
                  <a:srgbClr val="627D98"/>
                </a:solidFill>
                <a:latin typeface="Helvetica Neue"/>
                <a:ea typeface="Helvetica Neue"/>
                <a:cs typeface="Helvetica Neue"/>
              </a:defRPr>
            </a:lvl1pPr>
            <a:lvl2pPr algn="r">
              <a:defRPr sz="900" b="0">
                <a:solidFill>
                  <a:srgbClr val="627D98"/>
                </a:solidFill>
                <a:latin typeface="Helvetica Neue"/>
                <a:ea typeface="Helvetica Neue"/>
                <a:cs typeface="Helvetica Neue"/>
              </a:defRPr>
            </a:lvl2pPr>
            <a:lvl3pPr algn="r">
              <a:defRPr sz="900" b="0">
                <a:solidFill>
                  <a:srgbClr val="627D98"/>
                </a:solidFill>
                <a:latin typeface="Helvetica Neue"/>
                <a:ea typeface="Helvetica Neue"/>
                <a:cs typeface="Helvetica Neue"/>
              </a:defRPr>
            </a:lvl3pPr>
            <a:lvl4pPr algn="r">
              <a:defRPr sz="900" b="0">
                <a:solidFill>
                  <a:srgbClr val="627D98"/>
                </a:solidFill>
                <a:latin typeface="Helvetica Neue"/>
                <a:ea typeface="Helvetica Neue"/>
                <a:cs typeface="Helvetica Neue"/>
              </a:defRPr>
            </a:lvl4pPr>
            <a:lvl5pPr algn="r">
              <a:defRPr sz="900" b="0">
                <a:solidFill>
                  <a:srgbClr val="627D98"/>
                </a:solidFill>
                <a:latin typeface="Helvetica Neue"/>
                <a:ea typeface="Helvetica Neue"/>
                <a:cs typeface="Helvetica Neue"/>
              </a:defRPr>
            </a:lvl5pPr>
            <a:lvl6pPr algn="r">
              <a:defRPr sz="900" b="0">
                <a:solidFill>
                  <a:srgbClr val="627D98"/>
                </a:solidFill>
                <a:latin typeface="Helvetica Neue"/>
                <a:ea typeface="Helvetica Neue"/>
                <a:cs typeface="Helvetica Neue"/>
              </a:defRPr>
            </a:lvl6pPr>
            <a:lvl7pPr algn="r">
              <a:defRPr sz="900" b="0">
                <a:solidFill>
                  <a:srgbClr val="627D98"/>
                </a:solidFill>
                <a:latin typeface="Helvetica Neue"/>
                <a:ea typeface="Helvetica Neue"/>
                <a:cs typeface="Helvetica Neue"/>
              </a:defRPr>
            </a:lvl7pPr>
            <a:lvl8pPr algn="r">
              <a:defRPr sz="900" b="0">
                <a:solidFill>
                  <a:srgbClr val="627D98"/>
                </a:solidFill>
                <a:latin typeface="Helvetica Neue"/>
                <a:ea typeface="Helvetica Neue"/>
                <a:cs typeface="Helvetica Neue"/>
              </a:defRPr>
            </a:lvl8pPr>
            <a:lvl9pPr algn="r">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277625D2-FC49-4623-A007-6813909FAF5F}"/>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9E9C"/>
                </a:solidFill>
                <a:latin typeface="Helvetica Neue"/>
                <a:ea typeface="Helvetica Neue"/>
                <a:cs typeface="Helvetica Neue"/>
              </a:defRPr>
            </a:defPPr>
            <a:lvl1pPr algn="l">
              <a:defRPr sz="2250" b="1">
                <a:solidFill>
                  <a:srgbClr val="159E9C"/>
                </a:solidFill>
                <a:latin typeface="Helvetica Neue"/>
                <a:ea typeface="Helvetica Neue"/>
                <a:cs typeface="Helvetica Neue"/>
              </a:defRPr>
            </a:lvl1pPr>
            <a:lvl2pPr algn="l">
              <a:defRPr sz="2250" b="1">
                <a:solidFill>
                  <a:srgbClr val="159E9C"/>
                </a:solidFill>
                <a:latin typeface="Helvetica Neue"/>
                <a:ea typeface="Helvetica Neue"/>
                <a:cs typeface="Helvetica Neue"/>
              </a:defRPr>
            </a:lvl2pPr>
            <a:lvl3pPr algn="l">
              <a:defRPr sz="2250" b="1">
                <a:solidFill>
                  <a:srgbClr val="159E9C"/>
                </a:solidFill>
                <a:latin typeface="Helvetica Neue"/>
                <a:ea typeface="Helvetica Neue"/>
                <a:cs typeface="Helvetica Neue"/>
              </a:defRPr>
            </a:lvl3pPr>
            <a:lvl4pPr algn="l">
              <a:defRPr sz="2250" b="1">
                <a:solidFill>
                  <a:srgbClr val="159E9C"/>
                </a:solidFill>
                <a:latin typeface="Helvetica Neue"/>
                <a:ea typeface="Helvetica Neue"/>
                <a:cs typeface="Helvetica Neue"/>
              </a:defRPr>
            </a:lvl4pPr>
            <a:lvl5pPr algn="l">
              <a:defRPr sz="2250" b="1">
                <a:solidFill>
                  <a:srgbClr val="159E9C"/>
                </a:solidFill>
                <a:latin typeface="Helvetica Neue"/>
                <a:ea typeface="Helvetica Neue"/>
                <a:cs typeface="Helvetica Neue"/>
              </a:defRPr>
            </a:lvl5pPr>
            <a:lvl6pPr algn="l">
              <a:defRPr sz="2250" b="1">
                <a:solidFill>
                  <a:srgbClr val="159E9C"/>
                </a:solidFill>
                <a:latin typeface="Helvetica Neue"/>
                <a:ea typeface="Helvetica Neue"/>
                <a:cs typeface="Helvetica Neue"/>
              </a:defRPr>
            </a:lvl6pPr>
            <a:lvl7pPr algn="l">
              <a:defRPr sz="2250" b="1">
                <a:solidFill>
                  <a:srgbClr val="159E9C"/>
                </a:solidFill>
                <a:latin typeface="Helvetica Neue"/>
                <a:ea typeface="Helvetica Neue"/>
                <a:cs typeface="Helvetica Neue"/>
              </a:defRPr>
            </a:lvl7pPr>
            <a:lvl8pPr algn="l">
              <a:defRPr sz="2250" b="1">
                <a:solidFill>
                  <a:srgbClr val="159E9C"/>
                </a:solidFill>
                <a:latin typeface="Helvetica Neue"/>
                <a:ea typeface="Helvetica Neue"/>
                <a:cs typeface="Helvetica Neue"/>
              </a:defRPr>
            </a:lvl8pPr>
            <a:lvl9pPr algn="l">
              <a:defRPr sz="2250" b="1">
                <a:solidFill>
                  <a:srgbClr val="159E9C"/>
                </a:solidFill>
                <a:latin typeface="Helvetica Neue"/>
                <a:ea typeface="Helvetica Neue"/>
                <a:cs typeface="Helvetica Neue"/>
              </a:defRPr>
            </a:lvl9pPr>
          </a:lstStyle>
          <a:p xmlns:a="http://schemas.openxmlformats.org/drawingml/2006/main">
            <a:pPr algn="l">
              <a:buNone/>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741CECAF-ED99-43CF-8F8F-C297289371DF}"/>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vl1pPr algn="l">
              <a:defRPr sz="1725" b="1">
                <a:solidFill>
                  <a:srgbClr val="102A43"/>
                </a:solidFill>
                <a:latin typeface="Helvetica Neue"/>
                <a:ea typeface="Helvetica Neue"/>
                <a:cs typeface="Helvetica Neue"/>
              </a:defRPr>
            </a:lvl1pPr>
            <a:lvl2pPr algn="l">
              <a:defRPr sz="1725" b="1">
                <a:solidFill>
                  <a:srgbClr val="102A43"/>
                </a:solidFill>
                <a:latin typeface="Helvetica Neue"/>
                <a:ea typeface="Helvetica Neue"/>
                <a:cs typeface="Helvetica Neue"/>
              </a:defRPr>
            </a:lvl2pPr>
            <a:lvl3pPr algn="l">
              <a:defRPr sz="1725" b="1">
                <a:solidFill>
                  <a:srgbClr val="102A43"/>
                </a:solidFill>
                <a:latin typeface="Helvetica Neue"/>
                <a:ea typeface="Helvetica Neue"/>
                <a:cs typeface="Helvetica Neue"/>
              </a:defRPr>
            </a:lvl3pPr>
            <a:lvl4pPr algn="l">
              <a:defRPr sz="1725" b="1">
                <a:solidFill>
                  <a:srgbClr val="102A43"/>
                </a:solidFill>
                <a:latin typeface="Helvetica Neue"/>
                <a:ea typeface="Helvetica Neue"/>
                <a:cs typeface="Helvetica Neue"/>
              </a:defRPr>
            </a:lvl4pPr>
            <a:lvl5pPr algn="l">
              <a:defRPr sz="1725" b="1">
                <a:solidFill>
                  <a:srgbClr val="102A43"/>
                </a:solidFill>
                <a:latin typeface="Helvetica Neue"/>
                <a:ea typeface="Helvetica Neue"/>
                <a:cs typeface="Helvetica Neue"/>
              </a:defRPr>
            </a:lvl5pPr>
            <a:lvl6pPr algn="l">
              <a:defRPr sz="1725" b="1">
                <a:solidFill>
                  <a:srgbClr val="102A43"/>
                </a:solidFill>
                <a:latin typeface="Helvetica Neue"/>
                <a:ea typeface="Helvetica Neue"/>
                <a:cs typeface="Helvetica Neue"/>
              </a:defRPr>
            </a:lvl6pPr>
            <a:lvl7pPr algn="l">
              <a:defRPr sz="1725" b="1">
                <a:solidFill>
                  <a:srgbClr val="102A43"/>
                </a:solidFill>
                <a:latin typeface="Helvetica Neue"/>
                <a:ea typeface="Helvetica Neue"/>
                <a:cs typeface="Helvetica Neue"/>
              </a:defRPr>
            </a:lvl7pPr>
            <a:lvl8pPr algn="l">
              <a:defRPr sz="1725" b="1">
                <a:solidFill>
                  <a:srgbClr val="102A43"/>
                </a:solidFill>
                <a:latin typeface="Helvetica Neue"/>
                <a:ea typeface="Helvetica Neue"/>
                <a:cs typeface="Helvetica Neue"/>
              </a:defRPr>
            </a:lvl8pPr>
            <a:lvl9pPr algn="l">
              <a:defRPr sz="1725" b="1">
                <a:solidFill>
                  <a:srgbClr val="102A43"/>
                </a:solidFill>
                <a:latin typeface="Helvetica Neue"/>
                <a:ea typeface="Helvetica Neue"/>
                <a:cs typeface="Helvetica Neue"/>
              </a:defRPr>
            </a:lvl9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Global lip dynamics were most stable on new segments</a:t>
            </a:r>
          </a:p>
        </p:txBody>
      </p:sp>
      <p:sp>
        <p:nvSpPr>
          <p:cNvPr id="8" name="">
            <a:extLst xmlns:a="http://schemas.openxmlformats.org/drawingml/2006/main">
              <a:ext uri="{FF2B5EF4-FFF2-40B4-BE49-F238E27FC236}">
                <a16:creationId xmlns:a16="http://schemas.microsoft.com/office/drawing/2014/main" id="{A4FA709D-9A70-4DC9-8B83-AD4FF8F666A2}"/>
              </a:ext>
            </a:extLst>
          </p:cNvPr>
          <p:cNvSpPr>
            <a:spLocks xmlns:a="http://schemas.openxmlformats.org/drawingml/2006/main" noGrp="1"/>
          </p:cNvSpPr>
          <p:nvPr/>
        </p:nvSpPr>
        <p:spPr>
          <a:xfrm xmlns:a="http://schemas.openxmlformats.org/drawingml/2006/main">
            <a:off x="762000" y="30956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vl1pPr algn="l">
              <a:defRPr sz="1500" b="0">
                <a:solidFill>
                  <a:srgbClr val="243B53"/>
                </a:solidFill>
                <a:latin typeface="Helvetica Neue"/>
                <a:ea typeface="Helvetica Neue"/>
                <a:cs typeface="Helvetica Neue"/>
              </a:defRPr>
            </a:lvl1pPr>
            <a:lvl2pPr algn="l">
              <a:defRPr sz="1500" b="0">
                <a:solidFill>
                  <a:srgbClr val="243B53"/>
                </a:solidFill>
                <a:latin typeface="Helvetica Neue"/>
                <a:ea typeface="Helvetica Neue"/>
                <a:cs typeface="Helvetica Neue"/>
              </a:defRPr>
            </a:lvl2pPr>
            <a:lvl3pPr algn="l">
              <a:defRPr sz="1500" b="0">
                <a:solidFill>
                  <a:srgbClr val="243B53"/>
                </a:solidFill>
                <a:latin typeface="Helvetica Neue"/>
                <a:ea typeface="Helvetica Neue"/>
                <a:cs typeface="Helvetica Neue"/>
              </a:defRPr>
            </a:lvl3pPr>
            <a:lvl4pPr algn="l">
              <a:defRPr sz="1500" b="0">
                <a:solidFill>
                  <a:srgbClr val="243B53"/>
                </a:solidFill>
                <a:latin typeface="Helvetica Neue"/>
                <a:ea typeface="Helvetica Neue"/>
                <a:cs typeface="Helvetica Neue"/>
              </a:defRPr>
            </a:lvl4pPr>
            <a:lvl5pPr algn="l">
              <a:defRPr sz="1500" b="0">
                <a:solidFill>
                  <a:srgbClr val="243B53"/>
                </a:solidFill>
                <a:latin typeface="Helvetica Neue"/>
                <a:ea typeface="Helvetica Neue"/>
                <a:cs typeface="Helvetica Neue"/>
              </a:defRPr>
            </a:lvl5pPr>
            <a:lvl6pPr algn="l">
              <a:defRPr sz="1500" b="0">
                <a:solidFill>
                  <a:srgbClr val="243B53"/>
                </a:solidFill>
                <a:latin typeface="Helvetica Neue"/>
                <a:ea typeface="Helvetica Neue"/>
                <a:cs typeface="Helvetica Neue"/>
              </a:defRPr>
            </a:lvl6pPr>
            <a:lvl7pPr algn="l">
              <a:defRPr sz="1500" b="0">
                <a:solidFill>
                  <a:srgbClr val="243B53"/>
                </a:solidFill>
                <a:latin typeface="Helvetica Neue"/>
                <a:ea typeface="Helvetica Neue"/>
                <a:cs typeface="Helvetica Neue"/>
              </a:defRPr>
            </a:lvl7pPr>
            <a:lvl8pPr algn="l">
              <a:defRPr sz="1500" b="0">
                <a:solidFill>
                  <a:srgbClr val="243B53"/>
                </a:solidFill>
                <a:latin typeface="Helvetica Neue"/>
                <a:ea typeface="Helvetica Neue"/>
                <a:cs typeface="Helvetica Neue"/>
              </a:defRPr>
            </a:lvl8pPr>
            <a:lvl9pPr algn="l">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New-pair mean: F1 0.762, AUROC 0.843</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Compact window: 0.677, 0.739</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Weak viseme: 0.600, 0.671</a:t>
            </a:r>
          </a:p>
        </p:txBody>
      </p:sp>
      <p:sp>
        <p:nvSpPr>
          <p:cNvPr id="9" name="">
            <a:extLst xmlns:a="http://schemas.openxmlformats.org/drawingml/2006/main">
              <a:ext uri="{FF2B5EF4-FFF2-40B4-BE49-F238E27FC236}">
                <a16:creationId xmlns:a16="http://schemas.microsoft.com/office/drawing/2014/main" id="{E1562DB7-0B12-4EC8-BAA3-878FE9B0E952}"/>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7989412C-60F9-4E5A-8E0B-437338246131}"/>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D64545"/>
                </a:solidFill>
                <a:latin typeface="Helvetica Neue"/>
                <a:ea typeface="Helvetica Neue"/>
                <a:cs typeface="Helvetica Neue"/>
              </a:defRPr>
            </a:defPPr>
            <a:lvl1pPr algn="l">
              <a:defRPr sz="2250" b="1">
                <a:solidFill>
                  <a:srgbClr val="D64545"/>
                </a:solidFill>
                <a:latin typeface="Helvetica Neue"/>
                <a:ea typeface="Helvetica Neue"/>
                <a:cs typeface="Helvetica Neue"/>
              </a:defRPr>
            </a:lvl1pPr>
            <a:lvl2pPr algn="l">
              <a:defRPr sz="2250" b="1">
                <a:solidFill>
                  <a:srgbClr val="D64545"/>
                </a:solidFill>
                <a:latin typeface="Helvetica Neue"/>
                <a:ea typeface="Helvetica Neue"/>
                <a:cs typeface="Helvetica Neue"/>
              </a:defRPr>
            </a:lvl2pPr>
            <a:lvl3pPr algn="l">
              <a:defRPr sz="2250" b="1">
                <a:solidFill>
                  <a:srgbClr val="D64545"/>
                </a:solidFill>
                <a:latin typeface="Helvetica Neue"/>
                <a:ea typeface="Helvetica Neue"/>
                <a:cs typeface="Helvetica Neue"/>
              </a:defRPr>
            </a:lvl3pPr>
            <a:lvl4pPr algn="l">
              <a:defRPr sz="2250" b="1">
                <a:solidFill>
                  <a:srgbClr val="D64545"/>
                </a:solidFill>
                <a:latin typeface="Helvetica Neue"/>
                <a:ea typeface="Helvetica Neue"/>
                <a:cs typeface="Helvetica Neue"/>
              </a:defRPr>
            </a:lvl4pPr>
            <a:lvl5pPr algn="l">
              <a:defRPr sz="2250" b="1">
                <a:solidFill>
                  <a:srgbClr val="D64545"/>
                </a:solidFill>
                <a:latin typeface="Helvetica Neue"/>
                <a:ea typeface="Helvetica Neue"/>
                <a:cs typeface="Helvetica Neue"/>
              </a:defRPr>
            </a:lvl5pPr>
            <a:lvl6pPr algn="l">
              <a:defRPr sz="2250" b="1">
                <a:solidFill>
                  <a:srgbClr val="D64545"/>
                </a:solidFill>
                <a:latin typeface="Helvetica Neue"/>
                <a:ea typeface="Helvetica Neue"/>
                <a:cs typeface="Helvetica Neue"/>
              </a:defRPr>
            </a:lvl6pPr>
            <a:lvl7pPr algn="l">
              <a:defRPr sz="2250" b="1">
                <a:solidFill>
                  <a:srgbClr val="D64545"/>
                </a:solidFill>
                <a:latin typeface="Helvetica Neue"/>
                <a:ea typeface="Helvetica Neue"/>
                <a:cs typeface="Helvetica Neue"/>
              </a:defRPr>
            </a:lvl7pPr>
            <a:lvl8pPr algn="l">
              <a:defRPr sz="2250" b="1">
                <a:solidFill>
                  <a:srgbClr val="D64545"/>
                </a:solidFill>
                <a:latin typeface="Helvetica Neue"/>
                <a:ea typeface="Helvetica Neue"/>
                <a:cs typeface="Helvetica Neue"/>
              </a:defRPr>
            </a:lvl8pPr>
            <a:lvl9pPr algn="l">
              <a:defRPr sz="2250" b="1">
                <a:solidFill>
                  <a:srgbClr val="D64545"/>
                </a:solidFill>
                <a:latin typeface="Helvetica Neue"/>
                <a:ea typeface="Helvetica Neue"/>
                <a:cs typeface="Helvetica Neue"/>
              </a:defRPr>
            </a:lvl9pPr>
          </a:lstStyle>
          <a:p xmlns:a="http://schemas.openxmlformats.org/drawingml/2006/main">
            <a:pPr algn="l">
              <a:buNone/>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F528A858-F86B-4C8B-B636-502B2FF41490}"/>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vl1pPr algn="l">
              <a:defRPr sz="1725" b="1">
                <a:solidFill>
                  <a:srgbClr val="102A43"/>
                </a:solidFill>
                <a:latin typeface="Helvetica Neue"/>
                <a:ea typeface="Helvetica Neue"/>
                <a:cs typeface="Helvetica Neue"/>
              </a:defRPr>
            </a:lvl1pPr>
            <a:lvl2pPr algn="l">
              <a:defRPr sz="1725" b="1">
                <a:solidFill>
                  <a:srgbClr val="102A43"/>
                </a:solidFill>
                <a:latin typeface="Helvetica Neue"/>
                <a:ea typeface="Helvetica Neue"/>
                <a:cs typeface="Helvetica Neue"/>
              </a:defRPr>
            </a:lvl2pPr>
            <a:lvl3pPr algn="l">
              <a:defRPr sz="1725" b="1">
                <a:solidFill>
                  <a:srgbClr val="102A43"/>
                </a:solidFill>
                <a:latin typeface="Helvetica Neue"/>
                <a:ea typeface="Helvetica Neue"/>
                <a:cs typeface="Helvetica Neue"/>
              </a:defRPr>
            </a:lvl3pPr>
            <a:lvl4pPr algn="l">
              <a:defRPr sz="1725" b="1">
                <a:solidFill>
                  <a:srgbClr val="102A43"/>
                </a:solidFill>
                <a:latin typeface="Helvetica Neue"/>
                <a:ea typeface="Helvetica Neue"/>
                <a:cs typeface="Helvetica Neue"/>
              </a:defRPr>
            </a:lvl4pPr>
            <a:lvl5pPr algn="l">
              <a:defRPr sz="1725" b="1">
                <a:solidFill>
                  <a:srgbClr val="102A43"/>
                </a:solidFill>
                <a:latin typeface="Helvetica Neue"/>
                <a:ea typeface="Helvetica Neue"/>
                <a:cs typeface="Helvetica Neue"/>
              </a:defRPr>
            </a:lvl5pPr>
            <a:lvl6pPr algn="l">
              <a:defRPr sz="1725" b="1">
                <a:solidFill>
                  <a:srgbClr val="102A43"/>
                </a:solidFill>
                <a:latin typeface="Helvetica Neue"/>
                <a:ea typeface="Helvetica Neue"/>
                <a:cs typeface="Helvetica Neue"/>
              </a:defRPr>
            </a:lvl6pPr>
            <a:lvl7pPr algn="l">
              <a:defRPr sz="1725" b="1">
                <a:solidFill>
                  <a:srgbClr val="102A43"/>
                </a:solidFill>
                <a:latin typeface="Helvetica Neue"/>
                <a:ea typeface="Helvetica Neue"/>
                <a:cs typeface="Helvetica Neue"/>
              </a:defRPr>
            </a:lvl7pPr>
            <a:lvl8pPr algn="l">
              <a:defRPr sz="1725" b="1">
                <a:solidFill>
                  <a:srgbClr val="102A43"/>
                </a:solidFill>
                <a:latin typeface="Helvetica Neue"/>
                <a:ea typeface="Helvetica Neue"/>
                <a:cs typeface="Helvetica Neue"/>
              </a:defRPr>
            </a:lvl8pPr>
            <a:lvl9pPr algn="l">
              <a:defRPr sz="1725" b="1">
                <a:solidFill>
                  <a:srgbClr val="102A43"/>
                </a:solidFill>
                <a:latin typeface="Helvetica Neue"/>
                <a:ea typeface="Helvetica Neue"/>
                <a:cs typeface="Helvetica Neue"/>
              </a:defRPr>
            </a:lvl9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3961EB1C-EE1C-4240-93F9-6C6F7C48E7BB}"/>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vl1pPr algn="l">
              <a:defRPr sz="1500" b="0">
                <a:solidFill>
                  <a:srgbClr val="243B53"/>
                </a:solidFill>
                <a:latin typeface="Helvetica Neue"/>
                <a:ea typeface="Helvetica Neue"/>
                <a:cs typeface="Helvetica Neue"/>
              </a:defRPr>
            </a:lvl1pPr>
            <a:lvl2pPr algn="l">
              <a:defRPr sz="1500" b="0">
                <a:solidFill>
                  <a:srgbClr val="243B53"/>
                </a:solidFill>
                <a:latin typeface="Helvetica Neue"/>
                <a:ea typeface="Helvetica Neue"/>
                <a:cs typeface="Helvetica Neue"/>
              </a:defRPr>
            </a:lvl2pPr>
            <a:lvl3pPr algn="l">
              <a:defRPr sz="1500" b="0">
                <a:solidFill>
                  <a:srgbClr val="243B53"/>
                </a:solidFill>
                <a:latin typeface="Helvetica Neue"/>
                <a:ea typeface="Helvetica Neue"/>
                <a:cs typeface="Helvetica Neue"/>
              </a:defRPr>
            </a:lvl3pPr>
            <a:lvl4pPr algn="l">
              <a:defRPr sz="1500" b="0">
                <a:solidFill>
                  <a:srgbClr val="243B53"/>
                </a:solidFill>
                <a:latin typeface="Helvetica Neue"/>
                <a:ea typeface="Helvetica Neue"/>
                <a:cs typeface="Helvetica Neue"/>
              </a:defRPr>
            </a:lvl4pPr>
            <a:lvl5pPr algn="l">
              <a:defRPr sz="1500" b="0">
                <a:solidFill>
                  <a:srgbClr val="243B53"/>
                </a:solidFill>
                <a:latin typeface="Helvetica Neue"/>
                <a:ea typeface="Helvetica Neue"/>
                <a:cs typeface="Helvetica Neue"/>
              </a:defRPr>
            </a:lvl5pPr>
            <a:lvl6pPr algn="l">
              <a:defRPr sz="1500" b="0">
                <a:solidFill>
                  <a:srgbClr val="243B53"/>
                </a:solidFill>
                <a:latin typeface="Helvetica Neue"/>
                <a:ea typeface="Helvetica Neue"/>
                <a:cs typeface="Helvetica Neue"/>
              </a:defRPr>
            </a:lvl6pPr>
            <a:lvl7pPr algn="l">
              <a:defRPr sz="1500" b="0">
                <a:solidFill>
                  <a:srgbClr val="243B53"/>
                </a:solidFill>
                <a:latin typeface="Helvetica Neue"/>
                <a:ea typeface="Helvetica Neue"/>
                <a:cs typeface="Helvetica Neue"/>
              </a:defRPr>
            </a:lvl7pPr>
            <a:lvl8pPr algn="l">
              <a:defRPr sz="1500" b="0">
                <a:solidFill>
                  <a:srgbClr val="243B53"/>
                </a:solidFill>
                <a:latin typeface="Helvetica Neue"/>
                <a:ea typeface="Helvetica Neue"/>
                <a:cs typeface="Helvetica Neue"/>
              </a:defRPr>
            </a:lvl8pPr>
            <a:lvl9pPr algn="l">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one attacked pair plus codec and synthetic-light controls.</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Scope limit: the frequency metric is not attack-specific.</a:t>
            </a:r>
          </a:p>
        </p:txBody>
      </p:sp>
      <p:sp>
        <p:nvSpPr>
          <p:cNvPr id="13" name="">
            <a:extLst xmlns:a="http://schemas.openxmlformats.org/drawingml/2006/main">
              <a:ext uri="{FF2B5EF4-FFF2-40B4-BE49-F238E27FC236}">
                <a16:creationId xmlns:a16="http://schemas.microsoft.com/office/drawing/2014/main" id="{45E636B6-E7DC-4181-B5A7-49ADD30D05B6}"/>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CD937A0-722C-4268-A58A-63D84AB745A8}"/>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vl1pPr algn="l">
              <a:defRPr sz="1500" b="1">
                <a:solidFill>
                  <a:srgbClr val="159E9C"/>
                </a:solidFill>
                <a:latin typeface="Helvetica Neue"/>
                <a:ea typeface="Helvetica Neue"/>
                <a:cs typeface="Helvetica Neue"/>
              </a:defRPr>
            </a:lvl1pPr>
            <a:lvl2pPr algn="l">
              <a:defRPr sz="1500" b="1">
                <a:solidFill>
                  <a:srgbClr val="159E9C"/>
                </a:solidFill>
                <a:latin typeface="Helvetica Neue"/>
                <a:ea typeface="Helvetica Neue"/>
                <a:cs typeface="Helvetica Neue"/>
              </a:defRPr>
            </a:lvl2pPr>
            <a:lvl3pPr algn="l">
              <a:defRPr sz="1500" b="1">
                <a:solidFill>
                  <a:srgbClr val="159E9C"/>
                </a:solidFill>
                <a:latin typeface="Helvetica Neue"/>
                <a:ea typeface="Helvetica Neue"/>
                <a:cs typeface="Helvetica Neue"/>
              </a:defRPr>
            </a:lvl3pPr>
            <a:lvl4pPr algn="l">
              <a:defRPr sz="1500" b="1">
                <a:solidFill>
                  <a:srgbClr val="159E9C"/>
                </a:solidFill>
                <a:latin typeface="Helvetica Neue"/>
                <a:ea typeface="Helvetica Neue"/>
                <a:cs typeface="Helvetica Neue"/>
              </a:defRPr>
            </a:lvl4pPr>
            <a:lvl5pPr algn="l">
              <a:defRPr sz="1500" b="1">
                <a:solidFill>
                  <a:srgbClr val="159E9C"/>
                </a:solidFill>
                <a:latin typeface="Helvetica Neue"/>
                <a:ea typeface="Helvetica Neue"/>
                <a:cs typeface="Helvetica Neue"/>
              </a:defRPr>
            </a:lvl5pPr>
            <a:lvl6pPr algn="l">
              <a:defRPr sz="1500" b="1">
                <a:solidFill>
                  <a:srgbClr val="159E9C"/>
                </a:solidFill>
                <a:latin typeface="Helvetica Neue"/>
                <a:ea typeface="Helvetica Neue"/>
                <a:cs typeface="Helvetica Neue"/>
              </a:defRPr>
            </a:lvl6pPr>
            <a:lvl7pPr algn="l">
              <a:defRPr sz="1500" b="1">
                <a:solidFill>
                  <a:srgbClr val="159E9C"/>
                </a:solidFill>
                <a:latin typeface="Helvetica Neue"/>
                <a:ea typeface="Helvetica Neue"/>
                <a:cs typeface="Helvetica Neue"/>
              </a:defRPr>
            </a:lvl7pPr>
            <a:lvl8pPr algn="l">
              <a:defRPr sz="1500" b="1">
                <a:solidFill>
                  <a:srgbClr val="159E9C"/>
                </a:solidFill>
                <a:latin typeface="Helvetica Neue"/>
                <a:ea typeface="Helvetica Neue"/>
                <a:cs typeface="Helvetica Neue"/>
              </a:defRPr>
            </a:lvl8pPr>
            <a:lvl9pPr algn="l">
              <a:defRPr sz="1500" b="1">
                <a:solidFill>
                  <a:srgbClr val="159E9C"/>
                </a:solidFill>
                <a:latin typeface="Helvetica Neue"/>
                <a:ea typeface="Helvetica Neue"/>
                <a:cs typeface="Helvetica Neue"/>
              </a:defRPr>
            </a:lvl9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B5CFE316-3E54-4F23-B7B0-0B61FD72BBDC}"/>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1">
                <a:solidFill>
                  <a:srgbClr val="FFFFFF"/>
                </a:solidFill>
                <a:latin typeface="Helvetica Neue"/>
                <a:ea typeface="Helvetica Neue"/>
                <a:cs typeface="Helvetica Neue"/>
              </a:defRPr>
            </a:defPPr>
            <a:lvl1pPr algn="ctr">
              <a:defRPr sz="1725" b="1">
                <a:solidFill>
                  <a:srgbClr val="FFFFFF"/>
                </a:solidFill>
                <a:latin typeface="Helvetica Neue"/>
                <a:ea typeface="Helvetica Neue"/>
                <a:cs typeface="Helvetica Neue"/>
              </a:defRPr>
            </a:lvl1pPr>
            <a:lvl2pPr algn="ctr">
              <a:defRPr sz="1725" b="1">
                <a:solidFill>
                  <a:srgbClr val="FFFFFF"/>
                </a:solidFill>
                <a:latin typeface="Helvetica Neue"/>
                <a:ea typeface="Helvetica Neue"/>
                <a:cs typeface="Helvetica Neue"/>
              </a:defRPr>
            </a:lvl2pPr>
            <a:lvl3pPr algn="ctr">
              <a:defRPr sz="1725" b="1">
                <a:solidFill>
                  <a:srgbClr val="FFFFFF"/>
                </a:solidFill>
                <a:latin typeface="Helvetica Neue"/>
                <a:ea typeface="Helvetica Neue"/>
                <a:cs typeface="Helvetica Neue"/>
              </a:defRPr>
            </a:lvl3pPr>
            <a:lvl4pPr algn="ctr">
              <a:defRPr sz="1725" b="1">
                <a:solidFill>
                  <a:srgbClr val="FFFFFF"/>
                </a:solidFill>
                <a:latin typeface="Helvetica Neue"/>
                <a:ea typeface="Helvetica Neue"/>
                <a:cs typeface="Helvetica Neue"/>
              </a:defRPr>
            </a:lvl4pPr>
            <a:lvl5pPr algn="ctr">
              <a:defRPr sz="1725" b="1">
                <a:solidFill>
                  <a:srgbClr val="FFFFFF"/>
                </a:solidFill>
                <a:latin typeface="Helvetica Neue"/>
                <a:ea typeface="Helvetica Neue"/>
                <a:cs typeface="Helvetica Neue"/>
              </a:defRPr>
            </a:lvl5pPr>
            <a:lvl6pPr algn="ctr">
              <a:defRPr sz="1725" b="1">
                <a:solidFill>
                  <a:srgbClr val="FFFFFF"/>
                </a:solidFill>
                <a:latin typeface="Helvetica Neue"/>
                <a:ea typeface="Helvetica Neue"/>
                <a:cs typeface="Helvetica Neue"/>
              </a:defRPr>
            </a:lvl6pPr>
            <a:lvl7pPr algn="ctr">
              <a:defRPr sz="1725" b="1">
                <a:solidFill>
                  <a:srgbClr val="FFFFFF"/>
                </a:solidFill>
                <a:latin typeface="Helvetica Neue"/>
                <a:ea typeface="Helvetica Neue"/>
                <a:cs typeface="Helvetica Neue"/>
              </a:defRPr>
            </a:lvl7pPr>
            <a:lvl8pPr algn="ctr">
              <a:defRPr sz="1725" b="1">
                <a:solidFill>
                  <a:srgbClr val="FFFFFF"/>
                </a:solidFill>
                <a:latin typeface="Helvetica Neue"/>
                <a:ea typeface="Helvetica Neue"/>
                <a:cs typeface="Helvetica Neue"/>
              </a:defRPr>
            </a:lvl8pPr>
            <a:lvl9pPr algn="ctr">
              <a:defRPr sz="1725" b="1">
                <a:solidFill>
                  <a:srgbClr val="FFFFFF"/>
                </a:solidFill>
                <a:latin typeface="Helvetica Neue"/>
                <a:ea typeface="Helvetica Neue"/>
                <a:cs typeface="Helvetica Neue"/>
              </a:defRPr>
            </a:lvl9pPr>
          </a:lstStyle>
          <a:p xmlns:a="http://schemas.openxmlformats.org/drawingml/2006/main">
            <a:pPr algn="ct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Generation artefacts and evasion artefacts are measured separately, with explicit claim boundaries</a:t>
            </a:r>
          </a:p>
        </p:txBody>
      </p:sp>
      <p:sp>
        <p:nvSpPr>
          <p:cNvPr id="16" name="">
            <a:extLst xmlns:a="http://schemas.openxmlformats.org/drawingml/2006/main">
              <a:ext uri="{FF2B5EF4-FFF2-40B4-BE49-F238E27FC236}">
                <a16:creationId xmlns:a16="http://schemas.microsoft.com/office/drawing/2014/main" id="{047B39B0-308E-47E2-8780-19E93B887F7F}"/>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2F6BFF"/>
                </a:solidFill>
                <a:latin typeface="Helvetica Neue"/>
                <a:ea typeface="Helvetica Neue"/>
                <a:cs typeface="Helvetica Neue"/>
              </a:defRPr>
            </a:defPPr>
            <a:lvl1pPr algn="ctr">
              <a:defRPr sz="1425" b="1">
                <a:solidFill>
                  <a:srgbClr val="2F6BFF"/>
                </a:solidFill>
                <a:latin typeface="Helvetica Neue"/>
                <a:ea typeface="Helvetica Neue"/>
                <a:cs typeface="Helvetica Neue"/>
              </a:defRPr>
            </a:lvl1pPr>
            <a:lvl2pPr algn="ctr">
              <a:defRPr sz="1425" b="1">
                <a:solidFill>
                  <a:srgbClr val="2F6BFF"/>
                </a:solidFill>
                <a:latin typeface="Helvetica Neue"/>
                <a:ea typeface="Helvetica Neue"/>
                <a:cs typeface="Helvetica Neue"/>
              </a:defRPr>
            </a:lvl2pPr>
            <a:lvl3pPr algn="ctr">
              <a:defRPr sz="1425" b="1">
                <a:solidFill>
                  <a:srgbClr val="2F6BFF"/>
                </a:solidFill>
                <a:latin typeface="Helvetica Neue"/>
                <a:ea typeface="Helvetica Neue"/>
                <a:cs typeface="Helvetica Neue"/>
              </a:defRPr>
            </a:lvl3pPr>
            <a:lvl4pPr algn="ctr">
              <a:defRPr sz="1425" b="1">
                <a:solidFill>
                  <a:srgbClr val="2F6BFF"/>
                </a:solidFill>
                <a:latin typeface="Helvetica Neue"/>
                <a:ea typeface="Helvetica Neue"/>
                <a:cs typeface="Helvetica Neue"/>
              </a:defRPr>
            </a:lvl4pPr>
            <a:lvl5pPr algn="ctr">
              <a:defRPr sz="1425" b="1">
                <a:solidFill>
                  <a:srgbClr val="2F6BFF"/>
                </a:solidFill>
                <a:latin typeface="Helvetica Neue"/>
                <a:ea typeface="Helvetica Neue"/>
                <a:cs typeface="Helvetica Neue"/>
              </a:defRPr>
            </a:lvl5pPr>
            <a:lvl6pPr algn="ctr">
              <a:defRPr sz="1425" b="1">
                <a:solidFill>
                  <a:srgbClr val="2F6BFF"/>
                </a:solidFill>
                <a:latin typeface="Helvetica Neue"/>
                <a:ea typeface="Helvetica Neue"/>
                <a:cs typeface="Helvetica Neue"/>
              </a:defRPr>
            </a:lvl6pPr>
            <a:lvl7pPr algn="ctr">
              <a:defRPr sz="1425" b="1">
                <a:solidFill>
                  <a:srgbClr val="2F6BFF"/>
                </a:solidFill>
                <a:latin typeface="Helvetica Neue"/>
                <a:ea typeface="Helvetica Neue"/>
                <a:cs typeface="Helvetica Neue"/>
              </a:defRPr>
            </a:lvl7pPr>
            <a:lvl8pPr algn="ctr">
              <a:defRPr sz="1425" b="1">
                <a:solidFill>
                  <a:srgbClr val="2F6BFF"/>
                </a:solidFill>
                <a:latin typeface="Helvetica Neue"/>
                <a:ea typeface="Helvetica Neue"/>
                <a:cs typeface="Helvetica Neue"/>
              </a:defRPr>
            </a:lvl8pPr>
            <a:lvl9pPr algn="ctr">
              <a:defRPr sz="1425" b="1">
                <a:solidFill>
                  <a:srgbClr val="2F6BFF"/>
                </a:solidFill>
                <a:latin typeface="Helvetica Neue"/>
                <a:ea typeface="Helvetica Neue"/>
                <a:cs typeface="Helvetica Neue"/>
              </a:defRPr>
            </a:lvl9pPr>
          </a:lstStyle>
          <a:p xmlns:a="http://schemas.openxmlformats.org/drawingml/2006/main">
            <a:pPr algn="ctr">
              <a:buNone/>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Course pipeline complete; the negative confirmation determines the final model.</a:t>
            </a:r>
          </a:p>
        </p:txBody>
      </p:sp>
    </p:spTree>
    <p:extLst>
      <p:ext uri="{BB962C8B-B14F-4D97-AF65-F5344CB8AC3E}">
        <p14:creationId xmlns:p14="http://schemas.microsoft.com/office/powerpoint/2010/main" val="812952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2026-10-17T12:24:04.9170000Z</dcterms:created>
  <dcterms:modified xsi:type="dcterms:W3CDTF">2026-10-17T12:24:04.9170000Z</dcterms:modified>
</coreProperties>
</file>