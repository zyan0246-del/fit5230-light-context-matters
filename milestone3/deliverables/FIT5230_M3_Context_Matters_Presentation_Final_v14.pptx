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5583375d3f4b1d" /><Relationship Type="http://schemas.openxmlformats.org/officeDocument/2006/relationships/extended-properties" Target="/docProps/app.xml" Id="R24f817b5823b440d" /><Relationship Type="http://schemas.openxmlformats.org/officeDocument/2006/relationships/officeDocument" Target="/ppt/presentation.xml" Id="Re03b50af05254332" /></Relationships>
</file>

<file path=ppt/presentation.xml><?xml version="1.0" encoding="utf-8"?>
<p:presentation xmlns:p="http://schemas.openxmlformats.org/presentationml/2006/main">
  <p:sldMasterIdLst>
    <p:sldMasterId xmlns:r="http://schemas.openxmlformats.org/officeDocument/2006/relationships" id="2147483648" r:id="Ra163be046126426b"/>
  </p:sldMasterIdLst>
  <p:notesMasterIdLst>
    <p:notesMasterId xmlns:r="http://schemas.openxmlformats.org/officeDocument/2006/relationships" r:id="R1dcf6f8fde4a4f29"/>
  </p:notesMasterIdLst>
  <p:sldIdLst>
    <p:sldId xmlns:r="http://schemas.openxmlformats.org/officeDocument/2006/relationships" id="256" r:id="Reec7dd60d5cd4581"/>
    <p:sldId xmlns:r="http://schemas.openxmlformats.org/officeDocument/2006/relationships" id="257" r:id="Rabf2a85f9f9d4e34"/>
    <p:sldId xmlns:r="http://schemas.openxmlformats.org/officeDocument/2006/relationships" id="258" r:id="R9dbf7bcda90a4e4a"/>
    <p:sldId xmlns:r="http://schemas.openxmlformats.org/officeDocument/2006/relationships" id="259" r:id="R3dfe626d59b841d2"/>
    <p:sldId xmlns:r="http://schemas.openxmlformats.org/officeDocument/2006/relationships" id="260" r:id="Re6a0b9d7e63c48a7"/>
    <p:sldId xmlns:r="http://schemas.openxmlformats.org/officeDocument/2006/relationships" id="261" r:id="R3478e17a883f4264"/>
    <p:sldId xmlns:r="http://schemas.openxmlformats.org/officeDocument/2006/relationships" id="262" r:id="R928b74dcefb84d6c"/>
    <p:sldId xmlns:r="http://schemas.openxmlformats.org/officeDocument/2006/relationships" id="263" r:id="R053da3f965f9493a"/>
    <p:sldId xmlns:r="http://schemas.openxmlformats.org/officeDocument/2006/relationships" id="264" r:id="R4b91390f26ce4695"/>
    <p:sldId xmlns:r="http://schemas.openxmlformats.org/officeDocument/2006/relationships" id="265" r:id="Ra55e81cdff9641b1"/>
    <p:sldId xmlns:r="http://schemas.openxmlformats.org/officeDocument/2006/relationships" id="266" r:id="R721a19d1839d4a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311fbc36ee477b" /><Relationship Type="http://schemas.openxmlformats.org/officeDocument/2006/relationships/slideMaster" Target="/ppt/slideMasters/slideMaster1.xml" Id="Ra163be046126426b" /><Relationship Type="http://schemas.openxmlformats.org/officeDocument/2006/relationships/notesMaster" Target="/ppt/notesMasters/notesMaster1.xml" Id="R1dcf6f8fde4a4f29" /><Relationship Type="http://schemas.openxmlformats.org/officeDocument/2006/relationships/presProps" Target="/ppt/presProps.xml" Id="R49ecf979d1f64957" /><Relationship Type="http://schemas.openxmlformats.org/officeDocument/2006/relationships/tableStyles" Target="/ppt/tableStyles.xml" Id="R348d5a3f0a99415b" /><Relationship Type="http://schemas.openxmlformats.org/officeDocument/2006/relationships/slide" Target="/ppt/slides/slide1.xml" Id="Reec7dd60d5cd4581" /><Relationship Type="http://schemas.openxmlformats.org/officeDocument/2006/relationships/slide" Target="/ppt/slides/slide2.xml" Id="Rabf2a85f9f9d4e34" /><Relationship Type="http://schemas.openxmlformats.org/officeDocument/2006/relationships/slide" Target="/ppt/slides/slide3.xml" Id="R9dbf7bcda90a4e4a" /><Relationship Type="http://schemas.openxmlformats.org/officeDocument/2006/relationships/slide" Target="/ppt/slides/slide4.xml" Id="R3dfe626d59b841d2" /><Relationship Type="http://schemas.openxmlformats.org/officeDocument/2006/relationships/slide" Target="/ppt/slides/slide5.xml" Id="Re6a0b9d7e63c48a7" /><Relationship Type="http://schemas.openxmlformats.org/officeDocument/2006/relationships/slide" Target="/ppt/slides/slide6.xml" Id="R3478e17a883f4264" /><Relationship Type="http://schemas.openxmlformats.org/officeDocument/2006/relationships/slide" Target="/ppt/slides/slide7.xml" Id="R928b74dcefb84d6c" /><Relationship Type="http://schemas.openxmlformats.org/officeDocument/2006/relationships/slide" Target="/ppt/slides/slide8.xml" Id="R053da3f965f9493a" /><Relationship Type="http://schemas.openxmlformats.org/officeDocument/2006/relationships/slide" Target="/ppt/slides/slide9.xml" Id="R4b91390f26ce4695" /><Relationship Type="http://schemas.openxmlformats.org/officeDocument/2006/relationships/slide" Target="/ppt/slides/slide10.xml" Id="Ra55e81cdff9641b1" /><Relationship Type="http://schemas.openxmlformats.org/officeDocument/2006/relationships/slide" Target="/ppt/slides/slide11.xml" Id="R721a19d1839d4a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1596b9ff464b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01862756d7425b" /><Relationship Type="http://schemas.openxmlformats.org/officeDocument/2006/relationships/notesMaster" Target="/ppt/notesMasters/notesMaster1.xml" Id="Rd08ac0bb727549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1709bb84494c95" /><Relationship Type="http://schemas.openxmlformats.org/officeDocument/2006/relationships/notesMaster" Target="/ppt/notesMasters/notesMaster1.xml" Id="Ree7a8b9656f745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3c650a49df4162" /><Relationship Type="http://schemas.openxmlformats.org/officeDocument/2006/relationships/notesMaster" Target="/ppt/notesMasters/notesMaster1.xml" Id="R76260e2b52304c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3014d266fd4198" /><Relationship Type="http://schemas.openxmlformats.org/officeDocument/2006/relationships/notesMaster" Target="/ppt/notesMasters/notesMaster1.xml" Id="R04ecdae3a1914a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2ab7149a42411e" /><Relationship Type="http://schemas.openxmlformats.org/officeDocument/2006/relationships/notesMaster" Target="/ppt/notesMasters/notesMaster1.xml" Id="R409ee5d229de40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a6111bd07d4894" /><Relationship Type="http://schemas.openxmlformats.org/officeDocument/2006/relationships/notesMaster" Target="/ppt/notesMasters/notesMaster1.xml" Id="R26ecb7e153b445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21d1857047478b" /><Relationship Type="http://schemas.openxmlformats.org/officeDocument/2006/relationships/notesMaster" Target="/ppt/notesMasters/notesMaster1.xml" Id="Rb0ffb1fda91b4b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ca27cb86a644e8" /><Relationship Type="http://schemas.openxmlformats.org/officeDocument/2006/relationships/notesMaster" Target="/ppt/notesMasters/notesMaster1.xml" Id="R2a2c34a1da1c45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9c4ca891614a68" /><Relationship Type="http://schemas.openxmlformats.org/officeDocument/2006/relationships/notesMaster" Target="/ppt/notesMasters/notesMaster1.xml" Id="R43994c53f50e4a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00108036844ade" /><Relationship Type="http://schemas.openxmlformats.org/officeDocument/2006/relationships/notesMaster" Target="/ppt/notesMasters/notesMaster1.xml" Id="Rce16097aaede48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685d52a1d449ef" /><Relationship Type="http://schemas.openxmlformats.org/officeDocument/2006/relationships/notesMaster" Target="/ppt/notesMasters/notesMaster1.xml" Id="Raeba6a57f8794b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30 seconds. We test two Light-side defenses for speech-to-face deepfakes. Strategy A uses 36 controlled real/SadTalker pairs to compare global lip dynamics, compact temporal windows and weak viseme context. Strategy B audits the periodic colour trace introduced by Dark.Mimic's rPPG evasion. We report the evidence channels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60 seconds. M2 used synthetic trajectories and two videos for preprocessing only. M3 first added a public pilot, then a 12-pair matched development run. We prespecified an expansion before inspecting its scores. The completed experiment has 36 matched pairs and 72 clips. Every clip passed landmark extraction with coverage one, and the repository passes 46 regression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first 40 seconds. The matched branch uses the same identity, audio, duration and final codec within every real/fake pair. Each speaker contributes three non-overlapping segments. We compare four lip representations, group every outer and inner fold by speaker and select regularisation inside training data by log loss. He, next 35 seconds: the peer branch compares aligned RGB signals from the Dark.Mimic control and modified video. We do not tune a fusion model from one peer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two minutes. Dark.Mimic aims to inject a more realistic periodic physiological signal into a generated talking face so that an rPPG detector is less likely to reject it. They gave us an aligned control and A=1 modified video. Our earlier paired analysis found identical audio and almost unchanged mouth geometry. That motivates a new forensic question: does the injected signal create an unusually periodic colour trace? The raw peer files remain private. Source: peer exchange package and reports/peer_dark_mimic.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90 seconds. Each fake uses the corresponding real segment's portrait and audio. Both members of a pair are standardised to 12 seconds, 512 by 512, 25 FPS and identical audio and codec settings. We compare 24 global features, a 60-feature compact window, weak viseme interactions and shuffled visemes. Outer folds are grouped by speaker, and inner grouped folds select C using binary log loss. The decision threshold stays at 0.5. Whisper word timestamps plus CMUdict provide a weak proxy, not forced alignment. I also explain why the weak context and compact-window gains failed confirmation and why the global model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60 seconds. The original cross-collection held-out set had only six clips. Weak context did not improve Macro-F1 and reduced AUROC in both the saved local run and the fresh Colab run. The uncertainty intervals were wide. We therefore did not tune this split further. Instead, we built the matched experiment shown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The original 12-pair development run suggested a compact-window gain. We committed the expanded protocol before inspecting its scores. This slide reports only the 24 new pairs across 20 repeated outer four-fold splits grouped by speaker. Global features average Macro-F1 0.762 and AUROC 0.843. Compact windows fall to 0.677 and 0.739; their AUROC is lower in all 20 repeats. Viseme context averages 0.600 and 0.671 and does not consistently dominate shuffled visemes across F1, AUROC and log loss. The likely causes are coarse word-level timing, low-confidence ASR in some segments, correlated local features and only 12 independent identities. Source: artifacts/viseme_optimization_new_segments.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90 seconds. My strategy subtracts control RGB values from the modified video, then measures spectral energy near the peer-reported 1.2 Hz. I use the full frame, forehead and cheek regions. A neutral re-encode of the control estimates how much periodic energy an ordinary codec change creates. This is a paired forensic audit. It does not estimate a pulse waveform and it does not decide whether an arbitrary video is real or fake. I also cover the cross-environment verification difference and why one peer pair cannot calibrate a valid fusion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In the original pair, the global red-channel peak is 1.159 Hz. Energy near 1.2 Hz is 0.946 for A=1 and 0.204 for neutral re-encoding, a ratio of 4.63. The green-channel ratio is 8.48. The time-domain trace shows a clear periodic pattern. This evidence applies to one aligned pair only. Source: outputs/m3_work/dark_mimic_attack and artifacts/m3_results/attack_vs_neutral.csv.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105 seconds. The reference red attack-to-neutral ratio remains above one after all three transformations: 8.45 under H.264 CRF 35, 6.28 after resizing to 256 by 224, and 20.86 at 15 FPS. A 16 October reference rerun matched these rounded values. A separate Codex-assisted Windows rerun completed the same workflows but produced different magnitudes while preserving ratios above one. We keep the environments separate because the source of the difference was not isolated. A newly documented neutral recipe also gave ratios above one, though their magnitude changed. In twelve public real-speaker codec-only controls, the red target-band fraction median was 0.074. Synthetic 1.2 Hz global brightness raised it to median 0.981 in 12 of 12 real speakers, so the metric is not attack-specific. Natural lighting, motion and multiple attacked identities remain untested.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45 seconds, then Yan closes for 15 seconds. The lip branch has a controlled model-selection result: the development window gain failed confirmation, so global lip dynamics remain the final course model. Weak visemes also fail to add reliable information. The colour branch finds a strong trace in one attacked pair, while synthetic periodic light shows that the metric is not attack-specific. One peer pair cannot calibrate a valid fusion score, so we keep the channels separate. Yan: both strategies are executable, their controls are explicit and our claims stay within the tested course pilots.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a6c3b51d7940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7066530d2e4e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bdcd1c247f4c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ecfbe97b6446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c78b8015be43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6c39e676eb41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AA835A-95EC-4B7E-A261-DDF5DFB16D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7FC759-7CBD-4331-867B-E1118A65CE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FC69FE-F991-4A5D-A157-F2DAB03174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1881C6-0411-4EBF-A657-8C13C9FE9C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903742-2C98-428F-9CFF-68C5E1094E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8C85A5-0F1B-4EF2-8508-1432C500D6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2DDBE4-370E-48AE-99DC-814485AA46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C579A9-7198-40E2-AE26-1EDACE616F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52D999-5147-4504-9CE6-D6B81F9C8F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90EBA9-4160-4B23-B658-528818A46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52731c03fc49b6" /><Relationship Type="http://schemas.openxmlformats.org/officeDocument/2006/relationships/slideLayout" Target="/ppt/slideLayouts/slideLayout1.xml" Id="R1147f5c1b9ae4ec1" /><Relationship Type="http://schemas.openxmlformats.org/officeDocument/2006/relationships/slideLayout" Target="/ppt/slideLayouts/slideLayout2.xml" Id="Ra3b97fef7bc94cc8" /><Relationship Type="http://schemas.openxmlformats.org/officeDocument/2006/relationships/slideLayout" Target="/ppt/slideLayouts/slideLayout3.xml" Id="R2f2360ed7a164dfc" /><Relationship Type="http://schemas.openxmlformats.org/officeDocument/2006/relationships/slideLayout" Target="/ppt/slideLayouts/slideLayout4.xml" Id="R3b34f710e58345d3" /><Relationship Type="http://schemas.openxmlformats.org/officeDocument/2006/relationships/slideLayout" Target="/ppt/slideLayouts/slideLayout5.xml" Id="Rd1203b0098b542af" /><Relationship Type="http://schemas.openxmlformats.org/officeDocument/2006/relationships/slideLayout" Target="/ppt/slideLayouts/slideLayout6.xml" Id="R3f39f2b8a3d843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47f5c1b9ae4ec1"/>
    <p:sldLayoutId xmlns:r="http://schemas.openxmlformats.org/officeDocument/2006/relationships" id="2147483650" r:id="Ra3b97fef7bc94cc8"/>
    <p:sldLayoutId xmlns:r="http://schemas.openxmlformats.org/officeDocument/2006/relationships" id="2147483651" r:id="R2f2360ed7a164dfc"/>
    <p:sldLayoutId xmlns:r="http://schemas.openxmlformats.org/officeDocument/2006/relationships" id="2147483652" r:id="R3b34f710e58345d3"/>
    <p:sldLayoutId xmlns:r="http://schemas.openxmlformats.org/officeDocument/2006/relationships" id="2147483653" r:id="Rd1203b0098b542af"/>
    <p:sldLayoutId xmlns:r="http://schemas.openxmlformats.org/officeDocument/2006/relationships" id="2147483654" r:id="R3f39f2b8a3d843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abde454ba24f81" /><Relationship Type="http://schemas.openxmlformats.org/officeDocument/2006/relationships/notesSlide" Target="/ppt/notesSlides/notesSlide1.xml" Id="R90f3221bbfb343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91e75096c84c1b" /><Relationship Type="http://schemas.openxmlformats.org/officeDocument/2006/relationships/notesSlide" Target="/ppt/notesSlides/notesSlide2.xml" Id="R91b63bb848d144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8b1cc25ca74318" /><Relationship Type="http://schemas.openxmlformats.org/officeDocument/2006/relationships/notesSlide" Target="/ppt/notesSlides/notesSlide3.xml" Id="R546a0e2a25024f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65f36fa947a47c1" /><Relationship Type="http://schemas.openxmlformats.org/officeDocument/2006/relationships/notesSlide" Target="/ppt/notesSlides/notesSlide4.xml" Id="R97cae52e42794d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d670043e044930" /><Relationship Type="http://schemas.openxmlformats.org/officeDocument/2006/relationships/notesSlide" Target="/ppt/notesSlides/notesSlide5.xml" Id="Rf81476a61ff84f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853894c88744f5" /><Relationship Type="http://schemas.openxmlformats.org/officeDocument/2006/relationships/chart" Target="/ppt/slides/charts/chart1.xml" Id="R7b4d6ec8dbc44937" /><Relationship Type="http://schemas.openxmlformats.org/officeDocument/2006/relationships/notesSlide" Target="/ppt/notesSlides/notesSlide6.xml" Id="R028c7211389b46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d7c1911ab044c6" /><Relationship Type="http://schemas.openxmlformats.org/officeDocument/2006/relationships/chart" Target="/ppt/slides/charts/chart2.xml" Id="R209e81759c8c4410" /><Relationship Type="http://schemas.openxmlformats.org/officeDocument/2006/relationships/chart" Target="/ppt/slides/charts/chart3.xml" Id="Rfefaccc8f7374494" /><Relationship Type="http://schemas.openxmlformats.org/officeDocument/2006/relationships/notesSlide" Target="/ppt/notesSlides/notesSlide7.xml" Id="R5b9a02c8f96844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9651342cfd4653" /><Relationship Type="http://schemas.openxmlformats.org/officeDocument/2006/relationships/notesSlide" Target="/ppt/notesSlides/notesSlide8.xml" Id="Ra1f1135e240947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cbc0b77bf84235" /><Relationship Type="http://schemas.openxmlformats.org/officeDocument/2006/relationships/chart" Target="/ppt/slides/charts/chart4.xml" Id="Rcb3ff543e45d44f5" /><Relationship Type="http://schemas.openxmlformats.org/officeDocument/2006/relationships/chart" Target="/ppt/slides/charts/chart5.xml" Id="Rb458ec437bc84be8" /><Relationship Type="http://schemas.openxmlformats.org/officeDocument/2006/relationships/notesSlide" Target="/ppt/notesSlides/notesSlide9.xml" Id="R494f124d120242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719f34652ff4f79" /><Relationship Type="http://schemas.openxmlformats.org/officeDocument/2006/relationships/chart" Target="/ppt/slides/charts/chart6.xml" Id="R2d41f6d216a34283" /><Relationship Type="http://schemas.openxmlformats.org/officeDocument/2006/relationships/notesSlide" Target="/ppt/notesSlides/notesSlide10.xml" Id="R07eedae9f03f4c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a0095c8ae984a5c" /><Relationship Type="http://schemas.openxmlformats.org/officeDocument/2006/relationships/notesSlide" Target="/ppt/notesSlides/notesSlide11.xml" Id="Rd0d0ffbb27d94259" /></Relationships>
</file>

<file path=ppt/slides/charts/chart1.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0.485714</c:v>
              </c:pt>
              <c:pt idx="1">
                <c:v>0.666667</c:v>
              </c:pt>
            </c:numLit>
          </c:val>
        </c:ser>
        <c:ser>
          <c:idx val="1"/>
          <c:order val="1"/>
          <c:tx>
            <c:v>Weak context</c:v>
          </c:tx>
          <c:spPr>
            <a:solidFill xmlns:a="http://schemas.openxmlformats.org/drawingml/2006/main">
              <a:srgbClr val="D64545"/>
            </a:solidFill>
          </c:spPr>
          <c:invertIfNegative val="0"/>
          <c:cat>
            <c:strLit>
              <c:ptCount val="2"/>
              <c:pt idx="0">
                <c:v>Macro-F1</c:v>
              </c:pt>
              <c:pt idx="1">
                <c:v>AUROC</c:v>
              </c:pt>
            </c:strLit>
          </c:cat>
          <c:val>
            <c:numLit>
              <c:formatCode>0.0</c:formatCode>
              <c:ptCount val="2"/>
              <c:pt idx="0">
                <c:v>0.485714</c:v>
              </c:pt>
              <c:pt idx="1">
                <c:v>0.555556</c:v>
              </c:pt>
            </c:numLit>
          </c:val>
        </c:ser>
        <c:dLbls>
          <c:txPr>
            <a:bodyPr xmlns:a="http://schemas.openxmlformats.org/drawingml/2006/main" anchorCtr="1"/>
            <a:lstStyle xmlns:a="http://schemas.openxmlformats.org/drawingml/2006/main"/>
            <a:p xmlns:a="http://schemas.openxmlformats.org/drawingml/2006/main">
              <a:pPr>
                <a:defRPr sz="1050"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Global</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0.762476</c:v>
              </c:pt>
              <c:pt idx="1">
                <c:v>0.842622</c:v>
              </c:pt>
            </c:numLit>
          </c:val>
        </c:ser>
        <c:ser>
          <c:idx val="1"/>
          <c:order val="1"/>
          <c:tx>
            <c:v>Compact window</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0.676665</c:v>
              </c:pt>
              <c:pt idx="1">
                <c:v>0.738542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Shuffled viseme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0.592382</c:v>
              </c:pt>
              <c:pt idx="1">
                <c:v>0.646701</c:v>
              </c:pt>
            </c:numLit>
          </c:val>
        </c:ser>
        <c:ser>
          <c:idx val="1"/>
          <c:order val="1"/>
          <c:tx>
            <c:v>Viseme context</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0.600279</c:v>
              </c:pt>
              <c:pt idx="1">
                <c:v>0.671181</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varyColors val="0"/>
        <c:ser>
          <c:idx val="0"/>
          <c:order val="0"/>
          <c:tx>
            <c:v>Red delta</c:v>
          </c:tx>
          <c:spPr>
            <a:ln xmlns:a="http://schemas.openxmlformats.org/drawingml/2006/main" w="19050">
              <a:solidFill>
                <a:srgbClr val="D64545"/>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-0.4143633161272078</c:v>
              </c:pt>
              <c:pt idx="4">
                <c:v>-0.412567138671875</c:v>
              </c:pt>
              <c:pt idx="5">
                <c:v>0</c:v>
              </c:pt>
              <c:pt idx="6">
                <c:v>0</c:v>
              </c:pt>
              <c:pt idx="7">
                <c:v>-0.4096810477120698</c:v>
              </c:pt>
              <c:pt idx="8">
                <c:v>-0.4296308244977638</c:v>
              </c:pt>
              <c:pt idx="9">
                <c:v>0.031607491629472406</c:v>
              </c:pt>
              <c:pt idx="10">
                <c:v>0</c:v>
              </c:pt>
              <c:pt idx="11">
                <c:v>-0.399627685546875</c:v>
              </c:pt>
              <c:pt idx="12">
                <c:v>-0.4138619559151948</c:v>
              </c:pt>
              <c:pt idx="13">
                <c:v>-0.013916015625</c:v>
              </c:pt>
              <c:pt idx="14">
                <c:v>-0.026576450892861203</c:v>
              </c:pt>
              <c:pt idx="15">
                <c:v>-0.4036865234375</c:v>
              </c:pt>
              <c:pt idx="16">
                <c:v>-0.4244515555245414</c:v>
              </c:pt>
              <c:pt idx="17">
                <c:v>0</c:v>
              </c:pt>
              <c:pt idx="18">
                <c:v>0</c:v>
              </c:pt>
              <c:pt idx="19">
                <c:v>-0.3768441336495414</c:v>
              </c:pt>
              <c:pt idx="20">
                <c:v>-0.4018423897879302</c:v>
              </c:pt>
              <c:pt idx="21">
                <c:v>-0.03975132533483361</c:v>
              </c:pt>
              <c:pt idx="22">
                <c:v>0</c:v>
              </c:pt>
              <c:pt idx="23">
                <c:v>-0.3576834542410552</c:v>
              </c:pt>
              <c:pt idx="24">
                <c:v>-0.4163774762834862</c:v>
              </c:pt>
              <c:pt idx="25">
                <c:v>-0.014556884765625</c:v>
              </c:pt>
              <c:pt idx="26">
                <c:v>0.012451171875</c:v>
              </c:pt>
              <c:pt idx="27">
                <c:v>0</c:v>
              </c:pt>
              <c:pt idx="28">
                <c:v>-0.4475010463169724</c:v>
              </c:pt>
              <c:pt idx="29">
                <c:v>-0.4424700055803612</c:v>
              </c:pt>
              <c:pt idx="30">
                <c:v>0.04420253208704139</c:v>
              </c:pt>
              <c:pt idx="31">
                <c:v>0.06489780970983361</c:v>
              </c:pt>
              <c:pt idx="32">
                <c:v>-0.4214739118303612</c:v>
              </c:pt>
              <c:pt idx="33">
                <c:v>-0.41204833984375</c:v>
              </c:pt>
              <c:pt idx="34">
                <c:v>0</c:v>
              </c:pt>
              <c:pt idx="35">
                <c:v>0</c:v>
              </c:pt>
              <c:pt idx="36">
                <c:v>-0.4158891950334862</c:v>
              </c:pt>
              <c:pt idx="37">
                <c:v>-0.4367762974330276</c:v>
              </c:pt>
              <c:pt idx="38">
                <c:v>0.032479422433056016</c:v>
              </c:pt>
              <c:pt idx="39">
                <c:v>0</c:v>
              </c:pt>
              <c:pt idx="40">
                <c:v>-0.4085824148995414</c:v>
              </c:pt>
              <c:pt idx="41">
                <c:v>-0.41741943359375</c:v>
              </c:pt>
              <c:pt idx="42">
                <c:v>0.00837489536829139</c:v>
              </c:pt>
              <c:pt idx="43">
                <c:v>0.043587820870527594</c:v>
              </c:pt>
              <c:pt idx="44">
                <c:v>-0.4385419573102638</c:v>
              </c:pt>
              <c:pt idx="45">
                <c:v>-0.466949462890625</c:v>
              </c:pt>
              <c:pt idx="46">
                <c:v>0.02656773158483361</c:v>
              </c:pt>
              <c:pt idx="47">
                <c:v>0.022059849330361203</c:v>
              </c:pt>
              <c:pt idx="48">
                <c:v>-0.383767264229931</c:v>
              </c:pt>
              <c:pt idx="49">
                <c:v>-0.3860081263950974</c:v>
              </c:pt>
              <c:pt idx="50">
                <c:v>0.016998291015625</c:v>
              </c:pt>
              <c:pt idx="51">
                <c:v>0</c:v>
              </c:pt>
              <c:pt idx="52">
                <c:v>0</c:v>
              </c:pt>
              <c:pt idx="53">
                <c:v>-0.4302542550223336</c:v>
              </c:pt>
              <c:pt idx="54">
                <c:v>-0.4677603585379586</c:v>
              </c:pt>
              <c:pt idx="55">
                <c:v>0.003169468470986203</c:v>
              </c:pt>
              <c:pt idx="56">
                <c:v>0</c:v>
              </c:pt>
              <c:pt idx="57">
                <c:v>-0.3912833077566802</c:v>
              </c:pt>
              <c:pt idx="58">
                <c:v>-0.39068603515625</c:v>
              </c:pt>
              <c:pt idx="59">
                <c:v>0.02470179966516639</c:v>
              </c:pt>
              <c:pt idx="60">
                <c:v>0</c:v>
              </c:pt>
            </c:numLit>
          </c:val>
        </c:ser>
        <c:ser>
          <c:idx val="1"/>
          <c:order val="1"/>
          <c:tx>
            <c:v>Green delta</c:v>
          </c:tx>
          <c:spPr>
            <a:ln xmlns:a="http://schemas.openxmlformats.org/drawingml/2006/main" w="19050">
              <a:solidFill>
                <a:srgbClr val="2B8A3E"/>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-0.7834385463169582</c:v>
              </c:pt>
              <c:pt idx="4">
                <c:v>-0.7651454380580418</c:v>
              </c:pt>
              <c:pt idx="5">
                <c:v>0</c:v>
              </c:pt>
              <c:pt idx="6">
                <c:v>0</c:v>
              </c:pt>
              <c:pt idx="7">
                <c:v>-0.7222769601004444</c:v>
              </c:pt>
              <c:pt idx="8">
                <c:v>-0.7588457380022362</c:v>
              </c:pt>
              <c:pt idx="9">
                <c:v>-0.1352146693638332</c:v>
              </c:pt>
              <c:pt idx="10">
                <c:v>0</c:v>
              </c:pt>
              <c:pt idx="11">
                <c:v>-0.6310817173549168</c:v>
              </c:pt>
              <c:pt idx="12">
                <c:v>-0.7615182059151806</c:v>
              </c:pt>
              <c:pt idx="13">
                <c:v>-0.1375340053013332</c:v>
              </c:pt>
              <c:pt idx="14">
                <c:v>-0.056435721261166805</c:v>
              </c:pt>
              <c:pt idx="15">
                <c:v>-0.6294032505580418</c:v>
              </c:pt>
              <c:pt idx="16">
                <c:v>-0.7135358537946388</c:v>
              </c:pt>
              <c:pt idx="17">
                <c:v>0</c:v>
              </c:pt>
              <c:pt idx="18">
                <c:v>0</c:v>
              </c:pt>
              <c:pt idx="19">
                <c:v>-0.6155831473214164</c:v>
              </c:pt>
              <c:pt idx="20">
                <c:v>-0.7376970563616112</c:v>
              </c:pt>
              <c:pt idx="21">
                <c:v>-0.2380022321428612</c:v>
              </c:pt>
              <c:pt idx="22">
                <c:v>0</c:v>
              </c:pt>
              <c:pt idx="23">
                <c:v>-0.4849897112165138</c:v>
              </c:pt>
              <c:pt idx="24">
                <c:v>-0.7569754464285694</c:v>
              </c:pt>
              <c:pt idx="25">
                <c:v>-0.2654811314174168</c:v>
              </c:pt>
              <c:pt idx="26">
                <c:v>-0.07031685965402801</c:v>
              </c:pt>
              <c:pt idx="27">
                <c:v>0</c:v>
              </c:pt>
              <c:pt idx="28">
                <c:v>-0.6883980887276806</c:v>
              </c:pt>
              <c:pt idx="29">
                <c:v>-0.7244480678013332</c:v>
              </c:pt>
              <c:pt idx="30">
                <c:v>-0.04806082589284699</c:v>
              </c:pt>
              <c:pt idx="31">
                <c:v>-0.0322701590401806</c:v>
              </c:pt>
              <c:pt idx="32">
                <c:v>-0.7096470424107082</c:v>
              </c:pt>
              <c:pt idx="33">
                <c:v>-0.7142987932477638</c:v>
              </c:pt>
              <c:pt idx="34">
                <c:v>0</c:v>
              </c:pt>
              <c:pt idx="35">
                <c:v>0</c:v>
              </c:pt>
              <c:pt idx="36">
                <c:v>-0.7640773228236668</c:v>
              </c:pt>
              <c:pt idx="37">
                <c:v>-0.7662484305245414</c:v>
              </c:pt>
              <c:pt idx="38">
                <c:v>-0.187774658203125</c:v>
              </c:pt>
              <c:pt idx="39">
                <c:v>0</c:v>
              </c:pt>
              <c:pt idx="40">
                <c:v>-0.627349853515625</c:v>
              </c:pt>
              <c:pt idx="41">
                <c:v>-0.7471051897321388</c:v>
              </c:pt>
              <c:pt idx="42">
                <c:v>-0.1837942940848194</c:v>
              </c:pt>
              <c:pt idx="43">
                <c:v>-0.06387765066965301</c:v>
              </c:pt>
              <c:pt idx="44">
                <c:v>-0.538508823939722</c:v>
              </c:pt>
              <c:pt idx="45">
                <c:v>-0.67822265625</c:v>
              </c:pt>
              <c:pt idx="46">
                <c:v>-0.232121058872778</c:v>
              </c:pt>
              <c:pt idx="47">
                <c:v>-0.124053955078125</c:v>
              </c:pt>
              <c:pt idx="48">
                <c:v>-0.7782941545758888</c:v>
              </c:pt>
              <c:pt idx="49">
                <c:v>-0.7961556570870556</c:v>
              </c:pt>
              <c:pt idx="50">
                <c:v>-0.153228759765625</c:v>
              </c:pt>
              <c:pt idx="51">
                <c:v>0</c:v>
              </c:pt>
              <c:pt idx="52">
                <c:v>0</c:v>
              </c:pt>
              <c:pt idx="53">
                <c:v>-0.7846897670200974</c:v>
              </c:pt>
              <c:pt idx="54">
                <c:v>-0.784580775669653</c:v>
              </c:pt>
              <c:pt idx="55">
                <c:v>-0.087921142578125</c:v>
              </c:pt>
              <c:pt idx="56">
                <c:v>0</c:v>
              </c:pt>
              <c:pt idx="57">
                <c:v>-0.6194370814732082</c:v>
              </c:pt>
              <c:pt idx="58">
                <c:v>-0.7602364676339306</c:v>
              </c:pt>
              <c:pt idx="59">
                <c:v>-0.0968584333147362</c:v>
              </c:pt>
              <c:pt idx="60">
                <c:v>0</c:v>
              </c:pt>
            </c:numLit>
          </c:val>
        </c:ser>
        <c:ser>
          <c:idx val="2"/>
          <c:order val="2"/>
          <c:tx>
            <c:v>Blue delta</c:v>
          </c:tx>
          <c:spPr>
            <a:ln xmlns:a="http://schemas.openxmlformats.org/drawingml/2006/main" w="19050">
              <a:solidFill>
                <a:srgbClr val="2F6BFF"/>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0.4245256696428612</c:v>
              </c:pt>
              <c:pt idx="4">
                <c:v>0.374424525669653</c:v>
              </c:pt>
              <c:pt idx="5">
                <c:v>0</c:v>
              </c:pt>
              <c:pt idx="6">
                <c:v>0</c:v>
              </c:pt>
              <c:pt idx="7">
                <c:v>0.1763741629464306</c:v>
              </c:pt>
              <c:pt idx="8">
                <c:v>0.4195469447544582</c:v>
              </c:pt>
              <c:pt idx="9">
                <c:v>0.3387058803013332</c:v>
              </c:pt>
              <c:pt idx="10">
                <c:v>0</c:v>
              </c:pt>
              <c:pt idx="11">
                <c:v>0.2032209123883888</c:v>
              </c:pt>
              <c:pt idx="12">
                <c:v>0.449676513671875</c:v>
              </c:pt>
              <c:pt idx="13">
                <c:v>0.3600812639508888</c:v>
              </c:pt>
              <c:pt idx="14">
                <c:v>0.2743704659598194</c:v>
              </c:pt>
              <c:pt idx="15">
                <c:v>0.2025844029017918</c:v>
              </c:pt>
              <c:pt idx="16">
                <c:v>0.338134765625</c:v>
              </c:pt>
              <c:pt idx="17">
                <c:v>0</c:v>
              </c:pt>
              <c:pt idx="18">
                <c:v>0</c:v>
              </c:pt>
              <c:pt idx="19">
                <c:v>0.0983668736049026</c:v>
              </c:pt>
              <c:pt idx="20">
                <c:v>0.4485604422433056</c:v>
              </c:pt>
              <c:pt idx="21">
                <c:v>0.4308253696986668</c:v>
              </c:pt>
              <c:pt idx="22">
                <c:v>0</c:v>
              </c:pt>
              <c:pt idx="23">
                <c:v>0.1352103097098194</c:v>
              </c:pt>
              <c:pt idx="24">
                <c:v>0.4003470284598194</c:v>
              </c:pt>
              <c:pt idx="25">
                <c:v>0.4747270856584862</c:v>
              </c:pt>
              <c:pt idx="26">
                <c:v>0.329616001674097</c:v>
              </c:pt>
              <c:pt idx="27">
                <c:v>0</c:v>
              </c:pt>
              <c:pt idx="28">
                <c:v>0.2153363909040138</c:v>
              </c:pt>
              <c:pt idx="29">
                <c:v>0.4968479701450974</c:v>
              </c:pt>
              <c:pt idx="30">
                <c:v>0.2441493443080418</c:v>
              </c:pt>
              <c:pt idx="31">
                <c:v>0.1488255092075974</c:v>
              </c:pt>
              <c:pt idx="32">
                <c:v>0.210784912109375</c:v>
              </c:pt>
              <c:pt idx="33">
                <c:v>0.324650355747778</c:v>
              </c:pt>
              <c:pt idx="34">
                <c:v>0</c:v>
              </c:pt>
              <c:pt idx="35">
                <c:v>0</c:v>
              </c:pt>
              <c:pt idx="36">
                <c:v>0.4257420131138474</c:v>
              </c:pt>
              <c:pt idx="37">
                <c:v>0.4450160435267776</c:v>
              </c:pt>
              <c:pt idx="38">
                <c:v>0.4252493722098194</c:v>
              </c:pt>
              <c:pt idx="39">
                <c:v>0</c:v>
              </c:pt>
              <c:pt idx="40">
                <c:v>0.11968994140625</c:v>
              </c:pt>
              <c:pt idx="41">
                <c:v>0.3784266880580418</c:v>
              </c:pt>
              <c:pt idx="42">
                <c:v>0.4236493791852638</c:v>
              </c:pt>
              <c:pt idx="43">
                <c:v>0.2369820731026806</c:v>
              </c:pt>
              <c:pt idx="44">
                <c:v>0.0337088448660694</c:v>
              </c:pt>
              <c:pt idx="45">
                <c:v>0.174774169921875</c:v>
              </c:pt>
              <c:pt idx="46">
                <c:v>0.4495195661272362</c:v>
              </c:pt>
              <c:pt idx="47">
                <c:v>0.1924307686941944</c:v>
              </c:pt>
              <c:pt idx="48">
                <c:v>0.3893040248325974</c:v>
              </c:pt>
              <c:pt idx="49">
                <c:v>0.4510018484933056</c:v>
              </c:pt>
              <c:pt idx="50">
                <c:v>0.2525547572544724</c:v>
              </c:pt>
              <c:pt idx="51">
                <c:v>0</c:v>
              </c:pt>
              <c:pt idx="52">
                <c:v>0</c:v>
              </c:pt>
              <c:pt idx="53">
                <c:v>0.4493756975446388</c:v>
              </c:pt>
              <c:pt idx="54">
                <c:v>0.3855024065290138</c:v>
              </c:pt>
              <c:pt idx="55">
                <c:v>0.2458060128348194</c:v>
              </c:pt>
              <c:pt idx="56">
                <c:v>0</c:v>
              </c:pt>
              <c:pt idx="57">
                <c:v>0.2301810128348194</c:v>
              </c:pt>
              <c:pt idx="58">
                <c:v>0.3696681431361668</c:v>
              </c:pt>
              <c:pt idx="59">
                <c:v>0.259159633091528</c:v>
              </c:pt>
              <c:pt idx="60">
                <c:v>0</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0 to 12 seconds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Modified minus control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3"/>
              <c:pt idx="0">
                <c:v>Red</c:v>
              </c:pt>
              <c:pt idx="1">
                <c:v>Green</c:v>
              </c:pt>
              <c:pt idx="2">
                <c:v>Blue</c:v>
              </c:pt>
            </c:strLit>
          </c:cat>
          <c:val>
            <c:numLit>
              <c:formatCode>0.0</c:formatCode>
              <c:ptCount val="3"/>
              <c:pt idx="0">
                <c:v>0.9456918104760784</c:v>
              </c:pt>
              <c:pt idx="1">
                <c:v>0.9388008421856344</c:v>
              </c:pt>
              <c:pt idx="2">
                <c:v>0.6602763128284589</c:v>
              </c:pt>
            </c:numLit>
          </c:val>
        </c:ser>
        <c:ser>
          <c:idx val="1"/>
          <c:order val="1"/>
          <c:tx>
            <c:v>Neutral re-encode</c:v>
          </c:tx>
          <c:spPr>
            <a:solidFill xmlns:a="http://schemas.openxmlformats.org/drawingml/2006/main">
              <a:srgbClr val="627D98"/>
            </a:solidFill>
          </c:spPr>
          <c:invertIfNegative val="0"/>
          <c:cat>
            <c:strLit>
              <c:ptCount val="3"/>
              <c:pt idx="0">
                <c:v>Red</c:v>
              </c:pt>
              <c:pt idx="1">
                <c:v>Green</c:v>
              </c:pt>
              <c:pt idx="2">
                <c:v>Blue</c:v>
              </c:pt>
            </c:strLit>
          </c:cat>
          <c:val>
            <c:numLit>
              <c:formatCode>0.0</c:formatCode>
              <c:ptCount val="3"/>
              <c:pt idx="0">
                <c:v>0.2043617083266858</c:v>
              </c:pt>
              <c:pt idx="1">
                <c:v>0.1107587540702676</c:v>
              </c:pt>
              <c:pt idx="2">
                <c:v>0.0039781535791344</c:v>
              </c:pt>
            </c:numLit>
          </c:val>
        </c:ser>
        <c:dLbls>
          <c:txPr>
            <a:bodyPr xmlns:a="http://schemas.openxmlformats.org/drawingml/2006/main" anchorCtr="1"/>
            <a:lstStyle xmlns:a="http://schemas.openxmlformats.org/drawingml/2006/main"/>
            <a:p xmlns:a="http://schemas.openxmlformats.org/drawingml/2006/main">
              <a:pPr>
                <a:defRPr sz="900">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4"/>
              <c:pt idx="0">
                <c:v>Original</c:v>
              </c:pt>
              <c:pt idx="1">
                <c:v>H.264 CRF 35</c:v>
              </c:pt>
              <c:pt idx="2">
                <c:v>256×224</c:v>
              </c:pt>
              <c:pt idx="3">
                <c:v>15 FPS</c:v>
              </c:pt>
            </c:strLit>
          </c:cat>
          <c:val>
            <c:numLit>
              <c:formatCode>0.0</c:formatCode>
              <c:ptCount val="4"/>
              <c:pt idx="0">
                <c:v>0.9456918104760784</c:v>
              </c:pt>
              <c:pt idx="1">
                <c:v>0.3672345169718491</c:v>
              </c:pt>
              <c:pt idx="2">
                <c:v>0.7997830616915408</c:v>
              </c:pt>
              <c:pt idx="3">
                <c:v>0.8732771056326861</c:v>
              </c:pt>
            </c:numLit>
          </c:val>
        </c:ser>
        <c:ser>
          <c:idx val="1"/>
          <c:order val="1"/>
          <c:tx>
            <c:v>Neutral re-encode</c:v>
          </c:tx>
          <c:spPr>
            <a:solidFill xmlns:a="http://schemas.openxmlformats.org/drawingml/2006/main">
              <a:srgbClr val="627D98"/>
            </a:solidFill>
          </c:spPr>
          <c:invertIfNegative val="0"/>
          <c:cat>
            <c:strLit>
              <c:ptCount val="4"/>
              <c:pt idx="0">
                <c:v>Original</c:v>
              </c:pt>
              <c:pt idx="1">
                <c:v>H.264 CRF 35</c:v>
              </c:pt>
              <c:pt idx="2">
                <c:v>256×224</c:v>
              </c:pt>
              <c:pt idx="3">
                <c:v>15 FPS</c:v>
              </c:pt>
            </c:strLit>
          </c:cat>
          <c:val>
            <c:numLit>
              <c:formatCode>0.0</c:formatCode>
              <c:ptCount val="4"/>
              <c:pt idx="0">
                <c:v>0.2043617083266858</c:v>
              </c:pt>
              <c:pt idx="1">
                <c:v>0.0434662282960078</c:v>
              </c:pt>
              <c:pt idx="2">
                <c:v>0.1272925039622935</c:v>
              </c:pt>
              <c:pt idx="3">
                <c:v>0.0418589577497892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Red energy fraction near 1.2 Hz</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9E0341-1400-4D3A-8C2E-5A124F743B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B9685A-9978-4C55-A869-ACCE6BDD6B5E}"/>
              </a:ext>
            </a:extLst>
          </p:cNvPr>
          <p:cNvSpPr>
            <a:spLocks xmlns:a="http://schemas.openxmlformats.org/drawingml/2006/main" noGrp="1"/>
          </p:cNvSpPr>
          <p:nvPr/>
        </p:nvSpPr>
        <p:spPr>
          <a:xfrm xmlns:a="http://schemas.openxmlformats.org/drawingml/2006/main">
            <a:off x="781050" y="1285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4050" b="1">
                <a:solidFill>
                  <a:srgbClr val="FFFFFF"/>
                </a:solidFill>
                <a:latin typeface="Helvetica Neue"/>
                <a:ea typeface="Helvetica Neue"/>
                <a:cs typeface="Helvetica Neue"/>
              </a:defRPr>
            </a:defPPr>
            <a:lvl1pPr algn="l">
              <a:buNone/>
              <a:defRPr sz="4050" b="1">
                <a:solidFill>
                  <a:srgbClr val="FFFFFF"/>
                </a:solidFill>
                <a:latin typeface="Helvetica Neue"/>
                <a:ea typeface="Helvetica Neue"/>
                <a:cs typeface="Helvetica Neue"/>
              </a:defRPr>
            </a:lvl1pPr>
            <a:lvl2pPr algn="l">
              <a:buNone/>
              <a:defRPr sz="4050" b="1">
                <a:solidFill>
                  <a:srgbClr val="FFFFFF"/>
                </a:solidFill>
                <a:latin typeface="Helvetica Neue"/>
                <a:ea typeface="Helvetica Neue"/>
                <a:cs typeface="Helvetica Neue"/>
              </a:defRPr>
            </a:lvl2pPr>
            <a:lvl3pPr algn="l">
              <a:buNone/>
              <a:defRPr sz="4050" b="1">
                <a:solidFill>
                  <a:srgbClr val="FFFFFF"/>
                </a:solidFill>
                <a:latin typeface="Helvetica Neue"/>
                <a:ea typeface="Helvetica Neue"/>
                <a:cs typeface="Helvetica Neue"/>
              </a:defRPr>
            </a:lvl3pPr>
            <a:lvl4pPr algn="l">
              <a:buNone/>
              <a:defRPr sz="4050" b="1">
                <a:solidFill>
                  <a:srgbClr val="FFFFFF"/>
                </a:solidFill>
                <a:latin typeface="Helvetica Neue"/>
                <a:ea typeface="Helvetica Neue"/>
                <a:cs typeface="Helvetica Neue"/>
              </a:defRPr>
            </a:lvl4pPr>
            <a:lvl5pPr algn="l">
              <a:buNone/>
              <a:defRPr sz="4050" b="1">
                <a:solidFill>
                  <a:srgbClr val="FFFFFF"/>
                </a:solidFill>
                <a:latin typeface="Helvetica Neue"/>
                <a:ea typeface="Helvetica Neue"/>
                <a:cs typeface="Helvetica Neue"/>
              </a:defRPr>
            </a:lvl5pPr>
            <a:lvl6pPr algn="l">
              <a:buNone/>
              <a:defRPr sz="4050" b="1">
                <a:solidFill>
                  <a:srgbClr val="FFFFFF"/>
                </a:solidFill>
                <a:latin typeface="Helvetica Neue"/>
                <a:ea typeface="Helvetica Neue"/>
                <a:cs typeface="Helvetica Neue"/>
              </a:defRPr>
            </a:lvl6pPr>
            <a:lvl7pPr algn="l">
              <a:buNone/>
              <a:defRPr sz="4050" b="1">
                <a:solidFill>
                  <a:srgbClr val="FFFFFF"/>
                </a:solidFill>
                <a:latin typeface="Helvetica Neue"/>
                <a:ea typeface="Helvetica Neue"/>
                <a:cs typeface="Helvetica Neue"/>
              </a:defRPr>
            </a:lvl7pPr>
            <a:lvl8pPr algn="l">
              <a:buNone/>
              <a:defRPr sz="4050" b="1">
                <a:solidFill>
                  <a:srgbClr val="FFFFFF"/>
                </a:solidFill>
                <a:latin typeface="Helvetica Neue"/>
                <a:ea typeface="Helvetica Neue"/>
                <a:cs typeface="Helvetica Neue"/>
              </a:defRPr>
            </a:lvl8pPr>
            <a:lvl9pPr algn="l">
              <a:buNone/>
              <a:defRPr sz="4050" b="1">
                <a:solidFill>
                  <a:srgbClr val="FFFFFF"/>
                </a:solidFill>
                <a:latin typeface="Helvetica Neue"/>
                <a:ea typeface="Helvetica Neue"/>
                <a:cs typeface="Helvetica Neue"/>
              </a:defRPr>
            </a:lvl9pPr>
          </a:lstStyle>
          <a:p xmlns:a="http://schemas.openxmlformats.org/drawingml/2006/main">
            <a:pPr algn="l">
              <a:buNone/>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p>
        </p:txBody>
      </p:sp>
      <p:sp>
        <p:nvSpPr>
          <p:cNvPr id="3" name="">
            <a:extLst xmlns:a="http://schemas.openxmlformats.org/drawingml/2006/main">
              <a:ext uri="{FF2B5EF4-FFF2-40B4-BE49-F238E27FC236}">
                <a16:creationId xmlns:a16="http://schemas.microsoft.com/office/drawing/2014/main" id="{E3D137E4-3161-4FDD-88F4-5B76F77AF022}"/>
              </a:ext>
            </a:extLst>
          </p:cNvPr>
          <p:cNvSpPr>
            <a:spLocks xmlns:a="http://schemas.openxmlformats.org/drawingml/2006/main" noGrp="1"/>
          </p:cNvSpPr>
          <p:nvPr/>
        </p:nvSpPr>
        <p:spPr>
          <a:xfrm xmlns:a="http://schemas.openxmlformats.org/drawingml/2006/main">
            <a:off x="800100" y="20669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D9E8F5"/>
                </a:solidFill>
                <a:latin typeface="Helvetica Neue"/>
                <a:ea typeface="Helvetica Neue"/>
                <a:cs typeface="Helvetica Neue"/>
              </a:defRPr>
            </a:defPPr>
            <a:lvl1pPr algn="l">
              <a:buNone/>
              <a:defRPr sz="2250" b="0">
                <a:solidFill>
                  <a:srgbClr val="D9E8F5"/>
                </a:solidFill>
                <a:latin typeface="Helvetica Neue"/>
                <a:ea typeface="Helvetica Neue"/>
                <a:cs typeface="Helvetica Neue"/>
              </a:defRPr>
            </a:lvl1pPr>
            <a:lvl2pPr algn="l">
              <a:buNone/>
              <a:defRPr sz="2250" b="0">
                <a:solidFill>
                  <a:srgbClr val="D9E8F5"/>
                </a:solidFill>
                <a:latin typeface="Helvetica Neue"/>
                <a:ea typeface="Helvetica Neue"/>
                <a:cs typeface="Helvetica Neue"/>
              </a:defRPr>
            </a:lvl2pPr>
            <a:lvl3pPr algn="l">
              <a:buNone/>
              <a:defRPr sz="2250" b="0">
                <a:solidFill>
                  <a:srgbClr val="D9E8F5"/>
                </a:solidFill>
                <a:latin typeface="Helvetica Neue"/>
                <a:ea typeface="Helvetica Neue"/>
                <a:cs typeface="Helvetica Neue"/>
              </a:defRPr>
            </a:lvl3pPr>
            <a:lvl4pPr algn="l">
              <a:buNone/>
              <a:defRPr sz="2250" b="0">
                <a:solidFill>
                  <a:srgbClr val="D9E8F5"/>
                </a:solidFill>
                <a:latin typeface="Helvetica Neue"/>
                <a:ea typeface="Helvetica Neue"/>
                <a:cs typeface="Helvetica Neue"/>
              </a:defRPr>
            </a:lvl4pPr>
            <a:lvl5pPr algn="l">
              <a:buNone/>
              <a:defRPr sz="2250" b="0">
                <a:solidFill>
                  <a:srgbClr val="D9E8F5"/>
                </a:solidFill>
                <a:latin typeface="Helvetica Neue"/>
                <a:ea typeface="Helvetica Neue"/>
                <a:cs typeface="Helvetica Neue"/>
              </a:defRPr>
            </a:lvl5pPr>
            <a:lvl6pPr algn="l">
              <a:buNone/>
              <a:defRPr sz="2250" b="0">
                <a:solidFill>
                  <a:srgbClr val="D9E8F5"/>
                </a:solidFill>
                <a:latin typeface="Helvetica Neue"/>
                <a:ea typeface="Helvetica Neue"/>
                <a:cs typeface="Helvetica Neue"/>
              </a:defRPr>
            </a:lvl6pPr>
            <a:lvl7pPr algn="l">
              <a:buNone/>
              <a:defRPr sz="2250" b="0">
                <a:solidFill>
                  <a:srgbClr val="D9E8F5"/>
                </a:solidFill>
                <a:latin typeface="Helvetica Neue"/>
                <a:ea typeface="Helvetica Neue"/>
                <a:cs typeface="Helvetica Neue"/>
              </a:defRPr>
            </a:lvl7pPr>
            <a:lvl8pPr algn="l">
              <a:buNone/>
              <a:defRPr sz="2250" b="0">
                <a:solidFill>
                  <a:srgbClr val="D9E8F5"/>
                </a:solidFill>
                <a:latin typeface="Helvetica Neue"/>
                <a:ea typeface="Helvetica Neue"/>
                <a:cs typeface="Helvetica Neue"/>
              </a:defRPr>
            </a:lvl8pPr>
            <a:lvl9pPr algn="l">
              <a:buNone/>
              <a:defRPr sz="2250" b="0">
                <a:solidFill>
                  <a:srgbClr val="D9E8F5"/>
                </a:solidFill>
                <a:latin typeface="Helvetica Neue"/>
                <a:ea typeface="Helvetica Neue"/>
                <a:cs typeface="Helvetica Neue"/>
              </a:defRPr>
            </a:lvl9pPr>
          </a:lstStyle>
          <a:p xmlns:a="http://schemas.openxmlformats.org/drawingml/2006/main">
            <a:pPr algn="l">
              <a:buNone/>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p>
        </p:txBody>
      </p:sp>
      <p:sp>
        <p:nvSpPr>
          <p:cNvPr id="4" name="">
            <a:extLst xmlns:a="http://schemas.openxmlformats.org/drawingml/2006/main">
              <a:ext uri="{FF2B5EF4-FFF2-40B4-BE49-F238E27FC236}">
                <a16:creationId xmlns:a16="http://schemas.microsoft.com/office/drawing/2014/main" id="{73FC4BC6-5E57-4DFB-9316-D694BF4F0419}"/>
              </a:ext>
            </a:extLst>
          </p:cNvPr>
          <p:cNvSpPr>
            <a:spLocks xmlns:a="http://schemas.openxmlformats.org/drawingml/2006/main" noGrp="1"/>
          </p:cNvSpPr>
          <p:nvPr/>
        </p:nvSpPr>
        <p:spPr>
          <a:xfrm xmlns:a="http://schemas.openxmlformats.org/drawingml/2006/main">
            <a:off x="800100" y="2962275"/>
            <a:ext cx="7810500" cy="28575"/>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8D68B2-2AE5-4DD0-8D01-1C3039EA94F8}"/>
              </a:ext>
            </a:extLst>
          </p:cNvPr>
          <p:cNvSpPr>
            <a:spLocks xmlns:a="http://schemas.openxmlformats.org/drawingml/2006/main" noGrp="1"/>
          </p:cNvSpPr>
          <p:nvPr/>
        </p:nvSpPr>
        <p:spPr>
          <a:xfrm xmlns:a="http://schemas.openxmlformats.org/drawingml/2006/main">
            <a:off x="800100" y="3286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vl1pPr algn="l">
              <a:buNone/>
              <a:defRPr sz="1725" b="1">
                <a:solidFill>
                  <a:srgbClr val="FFFFFF"/>
                </a:solidFill>
                <a:latin typeface="Helvetica Neue"/>
                <a:ea typeface="Helvetica Neue"/>
                <a:cs typeface="Helvetica Neue"/>
              </a:defRPr>
            </a:lvl1pPr>
            <a:lvl2pPr algn="l">
              <a:buNone/>
              <a:defRPr sz="1725" b="1">
                <a:solidFill>
                  <a:srgbClr val="FFFFFF"/>
                </a:solidFill>
                <a:latin typeface="Helvetica Neue"/>
                <a:ea typeface="Helvetica Neue"/>
                <a:cs typeface="Helvetica Neue"/>
              </a:defRPr>
            </a:lvl2pPr>
            <a:lvl3pPr algn="l">
              <a:buNone/>
              <a:defRPr sz="1725" b="1">
                <a:solidFill>
                  <a:srgbClr val="FFFFFF"/>
                </a:solidFill>
                <a:latin typeface="Helvetica Neue"/>
                <a:ea typeface="Helvetica Neue"/>
                <a:cs typeface="Helvetica Neue"/>
              </a:defRPr>
            </a:lvl3pPr>
            <a:lvl4pPr algn="l">
              <a:buNone/>
              <a:defRPr sz="1725" b="1">
                <a:solidFill>
                  <a:srgbClr val="FFFFFF"/>
                </a:solidFill>
                <a:latin typeface="Helvetica Neue"/>
                <a:ea typeface="Helvetica Neue"/>
                <a:cs typeface="Helvetica Neue"/>
              </a:defRPr>
            </a:lvl4pPr>
            <a:lvl5pPr algn="l">
              <a:buNone/>
              <a:defRPr sz="1725" b="1">
                <a:solidFill>
                  <a:srgbClr val="FFFFFF"/>
                </a:solidFill>
                <a:latin typeface="Helvetica Neue"/>
                <a:ea typeface="Helvetica Neue"/>
                <a:cs typeface="Helvetica Neue"/>
              </a:defRPr>
            </a:lvl5pPr>
            <a:lvl6pPr algn="l">
              <a:buNone/>
              <a:defRPr sz="1725" b="1">
                <a:solidFill>
                  <a:srgbClr val="FFFFFF"/>
                </a:solidFill>
                <a:latin typeface="Helvetica Neue"/>
                <a:ea typeface="Helvetica Neue"/>
                <a:cs typeface="Helvetica Neue"/>
              </a:defRPr>
            </a:lvl6pPr>
            <a:lvl7pPr algn="l">
              <a:buNone/>
              <a:defRPr sz="1725" b="1">
                <a:solidFill>
                  <a:srgbClr val="FFFFFF"/>
                </a:solidFill>
                <a:latin typeface="Helvetica Neue"/>
                <a:ea typeface="Helvetica Neue"/>
                <a:cs typeface="Helvetica Neue"/>
              </a:defRPr>
            </a:lvl7pPr>
            <a:lvl8pPr algn="l">
              <a:buNone/>
              <a:defRPr sz="1725" b="1">
                <a:solidFill>
                  <a:srgbClr val="FFFFFF"/>
                </a:solidFill>
                <a:latin typeface="Helvetica Neue"/>
                <a:ea typeface="Helvetica Neue"/>
                <a:cs typeface="Helvetica Neue"/>
              </a:defRPr>
            </a:lvl8pPr>
            <a:lvl9pPr algn="l">
              <a:buNone/>
              <a:defRPr sz="1725" b="1">
                <a:solidFill>
                  <a:srgbClr val="FFFFFF"/>
                </a:solidFill>
                <a:latin typeface="Helvetica Neue"/>
                <a:ea typeface="Helvetica Neue"/>
                <a:cs typeface="Helvetica Neue"/>
              </a:defRPr>
            </a:lvl9pPr>
          </a:lstStyle>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Expanded matched validation with context ablations</a:t>
            </a:r>
          </a:p>
        </p:txBody>
      </p:sp>
      <p:sp>
        <p:nvSpPr>
          <p:cNvPr id="6" name="">
            <a:extLst xmlns:a="http://schemas.openxmlformats.org/drawingml/2006/main">
              <a:ext uri="{FF2B5EF4-FFF2-40B4-BE49-F238E27FC236}">
                <a16:creationId xmlns:a16="http://schemas.microsoft.com/office/drawing/2014/main" id="{21A989EA-4ECD-43C2-BEAA-DFB9E1CD4A38}"/>
              </a:ext>
            </a:extLst>
          </p:cNvPr>
          <p:cNvSpPr>
            <a:spLocks xmlns:a="http://schemas.openxmlformats.org/drawingml/2006/main" noGrp="1"/>
          </p:cNvSpPr>
          <p:nvPr/>
        </p:nvSpPr>
        <p:spPr>
          <a:xfrm xmlns:a="http://schemas.openxmlformats.org/drawingml/2006/main">
            <a:off x="800100" y="37814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vl1pPr algn="l">
              <a:buNone/>
              <a:defRPr sz="1725" b="1">
                <a:solidFill>
                  <a:srgbClr val="FFFFFF"/>
                </a:solidFill>
                <a:latin typeface="Helvetica Neue"/>
                <a:ea typeface="Helvetica Neue"/>
                <a:cs typeface="Helvetica Neue"/>
              </a:defRPr>
            </a:lvl1pPr>
            <a:lvl2pPr algn="l">
              <a:buNone/>
              <a:defRPr sz="1725" b="1">
                <a:solidFill>
                  <a:srgbClr val="FFFFFF"/>
                </a:solidFill>
                <a:latin typeface="Helvetica Neue"/>
                <a:ea typeface="Helvetica Neue"/>
                <a:cs typeface="Helvetica Neue"/>
              </a:defRPr>
            </a:lvl2pPr>
            <a:lvl3pPr algn="l">
              <a:buNone/>
              <a:defRPr sz="1725" b="1">
                <a:solidFill>
                  <a:srgbClr val="FFFFFF"/>
                </a:solidFill>
                <a:latin typeface="Helvetica Neue"/>
                <a:ea typeface="Helvetica Neue"/>
                <a:cs typeface="Helvetica Neue"/>
              </a:defRPr>
            </a:lvl3pPr>
            <a:lvl4pPr algn="l">
              <a:buNone/>
              <a:defRPr sz="1725" b="1">
                <a:solidFill>
                  <a:srgbClr val="FFFFFF"/>
                </a:solidFill>
                <a:latin typeface="Helvetica Neue"/>
                <a:ea typeface="Helvetica Neue"/>
                <a:cs typeface="Helvetica Neue"/>
              </a:defRPr>
            </a:lvl4pPr>
            <a:lvl5pPr algn="l">
              <a:buNone/>
              <a:defRPr sz="1725" b="1">
                <a:solidFill>
                  <a:srgbClr val="FFFFFF"/>
                </a:solidFill>
                <a:latin typeface="Helvetica Neue"/>
                <a:ea typeface="Helvetica Neue"/>
                <a:cs typeface="Helvetica Neue"/>
              </a:defRPr>
            </a:lvl5pPr>
            <a:lvl6pPr algn="l">
              <a:buNone/>
              <a:defRPr sz="1725" b="1">
                <a:solidFill>
                  <a:srgbClr val="FFFFFF"/>
                </a:solidFill>
                <a:latin typeface="Helvetica Neue"/>
                <a:ea typeface="Helvetica Neue"/>
                <a:cs typeface="Helvetica Neue"/>
              </a:defRPr>
            </a:lvl6pPr>
            <a:lvl7pPr algn="l">
              <a:buNone/>
              <a:defRPr sz="1725" b="1">
                <a:solidFill>
                  <a:srgbClr val="FFFFFF"/>
                </a:solidFill>
                <a:latin typeface="Helvetica Neue"/>
                <a:ea typeface="Helvetica Neue"/>
                <a:cs typeface="Helvetica Neue"/>
              </a:defRPr>
            </a:lvl7pPr>
            <a:lvl8pPr algn="l">
              <a:buNone/>
              <a:defRPr sz="1725" b="1">
                <a:solidFill>
                  <a:srgbClr val="FFFFFF"/>
                </a:solidFill>
                <a:latin typeface="Helvetica Neue"/>
                <a:ea typeface="Helvetica Neue"/>
                <a:cs typeface="Helvetica Neue"/>
              </a:defRPr>
            </a:lvl8pPr>
            <a:lvl9pPr algn="l">
              <a:buNone/>
              <a:defRPr sz="1725" b="1">
                <a:solidFill>
                  <a:srgbClr val="FFFFFF"/>
                </a:solidFill>
                <a:latin typeface="Helvetica Neue"/>
                <a:ea typeface="Helvetica Neue"/>
                <a:cs typeface="Helvetica Neue"/>
              </a:defRPr>
            </a:lvl9pPr>
          </a:lstStyle>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Periodic chromatic traces from rPPG evasion</a:t>
            </a:r>
          </a:p>
        </p:txBody>
      </p:sp>
      <p:sp>
        <p:nvSpPr>
          <p:cNvPr id="7" name="">
            <a:extLst xmlns:a="http://schemas.openxmlformats.org/drawingml/2006/main">
              <a:ext uri="{FF2B5EF4-FFF2-40B4-BE49-F238E27FC236}">
                <a16:creationId xmlns:a16="http://schemas.microsoft.com/office/drawing/2014/main" id="{EFA709CD-6351-4B3F-B664-81CD581DED74}"/>
              </a:ext>
            </a:extLst>
          </p:cNvPr>
          <p:cNvSpPr>
            <a:spLocks xmlns:a="http://schemas.openxmlformats.org/drawingml/2006/main" noGrp="1"/>
          </p:cNvSpPr>
          <p:nvPr/>
        </p:nvSpPr>
        <p:spPr>
          <a:xfrm xmlns:a="http://schemas.openxmlformats.org/drawingml/2006/main">
            <a:off x="800100" y="51435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vl1pPr algn="l">
              <a:buNone/>
              <a:defRPr sz="1650" b="1">
                <a:solidFill>
                  <a:srgbClr val="159E9C"/>
                </a:solidFill>
                <a:latin typeface="Helvetica Neue"/>
                <a:ea typeface="Helvetica Neue"/>
                <a:cs typeface="Helvetica Neue"/>
              </a:defRPr>
            </a:lvl1pPr>
            <a:lvl2pPr algn="l">
              <a:buNone/>
              <a:defRPr sz="1650" b="1">
                <a:solidFill>
                  <a:srgbClr val="159E9C"/>
                </a:solidFill>
                <a:latin typeface="Helvetica Neue"/>
                <a:ea typeface="Helvetica Neue"/>
                <a:cs typeface="Helvetica Neue"/>
              </a:defRPr>
            </a:lvl2pPr>
            <a:lvl3pPr algn="l">
              <a:buNone/>
              <a:defRPr sz="1650" b="1">
                <a:solidFill>
                  <a:srgbClr val="159E9C"/>
                </a:solidFill>
                <a:latin typeface="Helvetica Neue"/>
                <a:ea typeface="Helvetica Neue"/>
                <a:cs typeface="Helvetica Neue"/>
              </a:defRPr>
            </a:lvl3pPr>
            <a:lvl4pPr algn="l">
              <a:buNone/>
              <a:defRPr sz="1650" b="1">
                <a:solidFill>
                  <a:srgbClr val="159E9C"/>
                </a:solidFill>
                <a:latin typeface="Helvetica Neue"/>
                <a:ea typeface="Helvetica Neue"/>
                <a:cs typeface="Helvetica Neue"/>
              </a:defRPr>
            </a:lvl4pPr>
            <a:lvl5pPr algn="l">
              <a:buNone/>
              <a:defRPr sz="1650" b="1">
                <a:solidFill>
                  <a:srgbClr val="159E9C"/>
                </a:solidFill>
                <a:latin typeface="Helvetica Neue"/>
                <a:ea typeface="Helvetica Neue"/>
                <a:cs typeface="Helvetica Neue"/>
              </a:defRPr>
            </a:lvl5pPr>
            <a:lvl6pPr algn="l">
              <a:buNone/>
              <a:defRPr sz="1650" b="1">
                <a:solidFill>
                  <a:srgbClr val="159E9C"/>
                </a:solidFill>
                <a:latin typeface="Helvetica Neue"/>
                <a:ea typeface="Helvetica Neue"/>
                <a:cs typeface="Helvetica Neue"/>
              </a:defRPr>
            </a:lvl6pPr>
            <a:lvl7pPr algn="l">
              <a:buNone/>
              <a:defRPr sz="1650" b="1">
                <a:solidFill>
                  <a:srgbClr val="159E9C"/>
                </a:solidFill>
                <a:latin typeface="Helvetica Neue"/>
                <a:ea typeface="Helvetica Neue"/>
                <a:cs typeface="Helvetica Neue"/>
              </a:defRPr>
            </a:lvl7pPr>
            <a:lvl8pPr algn="l">
              <a:buNone/>
              <a:defRPr sz="1650" b="1">
                <a:solidFill>
                  <a:srgbClr val="159E9C"/>
                </a:solidFill>
                <a:latin typeface="Helvetica Neue"/>
                <a:ea typeface="Helvetica Neue"/>
                <a:cs typeface="Helvetica Neue"/>
              </a:defRPr>
            </a:lvl8pPr>
            <a:lvl9pPr algn="l">
              <a:buNone/>
              <a:defRPr sz="1650" b="1">
                <a:solidFill>
                  <a:srgbClr val="159E9C"/>
                </a:solidFill>
                <a:latin typeface="Helvetica Neue"/>
                <a:ea typeface="Helvetica Neue"/>
                <a:cs typeface="Helvetica Neue"/>
              </a:defRPr>
            </a:lvl9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p>
        </p:txBody>
      </p:sp>
      <p:sp>
        <p:nvSpPr>
          <p:cNvPr id="8" name="">
            <a:extLst xmlns:a="http://schemas.openxmlformats.org/drawingml/2006/main">
              <a:ext uri="{FF2B5EF4-FFF2-40B4-BE49-F238E27FC236}">
                <a16:creationId xmlns:a16="http://schemas.microsoft.com/office/drawing/2014/main" id="{63E2EAA7-7B2E-4FDF-A2F7-43837AB0800A}"/>
              </a:ext>
            </a:extLst>
          </p:cNvPr>
          <p:cNvSpPr>
            <a:spLocks xmlns:a="http://schemas.openxmlformats.org/drawingml/2006/main" noGrp="1"/>
          </p:cNvSpPr>
          <p:nvPr/>
        </p:nvSpPr>
        <p:spPr>
          <a:xfrm xmlns:a="http://schemas.openxmlformats.org/drawingml/2006/main">
            <a:off x="800100" y="55245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FFFFF"/>
                </a:solidFill>
                <a:latin typeface="Helvetica Neue"/>
                <a:ea typeface="Helvetica Neue"/>
                <a:cs typeface="Helvetica Neue"/>
              </a:defRPr>
            </a:defPPr>
            <a:lvl1pPr algn="l">
              <a:buNone/>
              <a:defRPr sz="1500" b="0">
                <a:solidFill>
                  <a:srgbClr val="FFFFFF"/>
                </a:solidFill>
                <a:latin typeface="Helvetica Neue"/>
                <a:ea typeface="Helvetica Neue"/>
                <a:cs typeface="Helvetica Neue"/>
              </a:defRPr>
            </a:lvl1pPr>
            <a:lvl2pPr algn="l">
              <a:buNone/>
              <a:defRPr sz="1500" b="0">
                <a:solidFill>
                  <a:srgbClr val="FFFFFF"/>
                </a:solidFill>
                <a:latin typeface="Helvetica Neue"/>
                <a:ea typeface="Helvetica Neue"/>
                <a:cs typeface="Helvetica Neue"/>
              </a:defRPr>
            </a:lvl2pPr>
            <a:lvl3pPr algn="l">
              <a:buNone/>
              <a:defRPr sz="1500" b="0">
                <a:solidFill>
                  <a:srgbClr val="FFFFFF"/>
                </a:solidFill>
                <a:latin typeface="Helvetica Neue"/>
                <a:ea typeface="Helvetica Neue"/>
                <a:cs typeface="Helvetica Neue"/>
              </a:defRPr>
            </a:lvl3pPr>
            <a:lvl4pPr algn="l">
              <a:buNone/>
              <a:defRPr sz="1500" b="0">
                <a:solidFill>
                  <a:srgbClr val="FFFFFF"/>
                </a:solidFill>
                <a:latin typeface="Helvetica Neue"/>
                <a:ea typeface="Helvetica Neue"/>
                <a:cs typeface="Helvetica Neue"/>
              </a:defRPr>
            </a:lvl4pPr>
            <a:lvl5pPr algn="l">
              <a:buNone/>
              <a:defRPr sz="1500" b="0">
                <a:solidFill>
                  <a:srgbClr val="FFFFFF"/>
                </a:solidFill>
                <a:latin typeface="Helvetica Neue"/>
                <a:ea typeface="Helvetica Neue"/>
                <a:cs typeface="Helvetica Neue"/>
              </a:defRPr>
            </a:lvl5pPr>
            <a:lvl6pPr algn="l">
              <a:buNone/>
              <a:defRPr sz="1500" b="0">
                <a:solidFill>
                  <a:srgbClr val="FFFFFF"/>
                </a:solidFill>
                <a:latin typeface="Helvetica Neue"/>
                <a:ea typeface="Helvetica Neue"/>
                <a:cs typeface="Helvetica Neue"/>
              </a:defRPr>
            </a:lvl6pPr>
            <a:lvl7pPr algn="l">
              <a:buNone/>
              <a:defRPr sz="1500" b="0">
                <a:solidFill>
                  <a:srgbClr val="FFFFFF"/>
                </a:solidFill>
                <a:latin typeface="Helvetica Neue"/>
                <a:ea typeface="Helvetica Neue"/>
                <a:cs typeface="Helvetica Neue"/>
              </a:defRPr>
            </a:lvl7pPr>
            <a:lvl8pPr algn="l">
              <a:buNone/>
              <a:defRPr sz="1500" b="0">
                <a:solidFill>
                  <a:srgbClr val="FFFFFF"/>
                </a:solidFill>
                <a:latin typeface="Helvetica Neue"/>
                <a:ea typeface="Helvetica Neue"/>
                <a:cs typeface="Helvetica Neue"/>
              </a:defRPr>
            </a:lvl8pPr>
            <a:lvl9pPr algn="l">
              <a:buNone/>
              <a:defRPr sz="1500" b="0">
                <a:solidFill>
                  <a:srgbClr val="FFFFFF"/>
                </a:solidFill>
                <a:latin typeface="Helvetica Neue"/>
                <a:ea typeface="Helvetica Neue"/>
                <a:cs typeface="Helvetica Neue"/>
              </a:defRPr>
            </a:lvl9pPr>
          </a:lstStyle>
          <a:p xmlns:a="http://schemas.openxmlformats.org/drawingml/2006/main">
            <a:pPr algn="l">
              <a:buNone/>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p>
        </p:txBody>
      </p:sp>
      <p:sp>
        <p:nvSpPr>
          <p:cNvPr id="9" name="">
            <a:extLst xmlns:a="http://schemas.openxmlformats.org/drawingml/2006/main">
              <a:ext uri="{FF2B5EF4-FFF2-40B4-BE49-F238E27FC236}">
                <a16:creationId xmlns:a16="http://schemas.microsoft.com/office/drawing/2014/main" id="{E8A142B1-AE49-4237-A23A-AB802A416D6A}"/>
              </a:ext>
            </a:extLst>
          </p:cNvPr>
          <p:cNvSpPr>
            <a:spLocks xmlns:a="http://schemas.openxmlformats.org/drawingml/2006/main" noGrp="1"/>
          </p:cNvSpPr>
          <p:nvPr/>
        </p:nvSpPr>
        <p:spPr>
          <a:xfrm xmlns:a="http://schemas.openxmlformats.org/drawingml/2006/main">
            <a:off x="9048750" y="60960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B7C9D9"/>
                </a:solidFill>
                <a:latin typeface="Helvetica Neue"/>
                <a:ea typeface="Helvetica Neue"/>
                <a:cs typeface="Helvetica Neue"/>
              </a:defRPr>
            </a:defPPr>
            <a:lvl1pPr algn="r">
              <a:buNone/>
              <a:defRPr sz="1125" b="0">
                <a:solidFill>
                  <a:srgbClr val="B7C9D9"/>
                </a:solidFill>
                <a:latin typeface="Helvetica Neue"/>
                <a:ea typeface="Helvetica Neue"/>
                <a:cs typeface="Helvetica Neue"/>
              </a:defRPr>
            </a:lvl1pPr>
            <a:lvl2pPr algn="r">
              <a:buNone/>
              <a:defRPr sz="1125" b="0">
                <a:solidFill>
                  <a:srgbClr val="B7C9D9"/>
                </a:solidFill>
                <a:latin typeface="Helvetica Neue"/>
                <a:ea typeface="Helvetica Neue"/>
                <a:cs typeface="Helvetica Neue"/>
              </a:defRPr>
            </a:lvl2pPr>
            <a:lvl3pPr algn="r">
              <a:buNone/>
              <a:defRPr sz="1125" b="0">
                <a:solidFill>
                  <a:srgbClr val="B7C9D9"/>
                </a:solidFill>
                <a:latin typeface="Helvetica Neue"/>
                <a:ea typeface="Helvetica Neue"/>
                <a:cs typeface="Helvetica Neue"/>
              </a:defRPr>
            </a:lvl3pPr>
            <a:lvl4pPr algn="r">
              <a:buNone/>
              <a:defRPr sz="1125" b="0">
                <a:solidFill>
                  <a:srgbClr val="B7C9D9"/>
                </a:solidFill>
                <a:latin typeface="Helvetica Neue"/>
                <a:ea typeface="Helvetica Neue"/>
                <a:cs typeface="Helvetica Neue"/>
              </a:defRPr>
            </a:lvl4pPr>
            <a:lvl5pPr algn="r">
              <a:buNone/>
              <a:defRPr sz="1125" b="0">
                <a:solidFill>
                  <a:srgbClr val="B7C9D9"/>
                </a:solidFill>
                <a:latin typeface="Helvetica Neue"/>
                <a:ea typeface="Helvetica Neue"/>
                <a:cs typeface="Helvetica Neue"/>
              </a:defRPr>
            </a:lvl5pPr>
            <a:lvl6pPr algn="r">
              <a:buNone/>
              <a:defRPr sz="1125" b="0">
                <a:solidFill>
                  <a:srgbClr val="B7C9D9"/>
                </a:solidFill>
                <a:latin typeface="Helvetica Neue"/>
                <a:ea typeface="Helvetica Neue"/>
                <a:cs typeface="Helvetica Neue"/>
              </a:defRPr>
            </a:lvl6pPr>
            <a:lvl7pPr algn="r">
              <a:buNone/>
              <a:defRPr sz="1125" b="0">
                <a:solidFill>
                  <a:srgbClr val="B7C9D9"/>
                </a:solidFill>
                <a:latin typeface="Helvetica Neue"/>
                <a:ea typeface="Helvetica Neue"/>
                <a:cs typeface="Helvetica Neue"/>
              </a:defRPr>
            </a:lvl7pPr>
            <a:lvl8pPr algn="r">
              <a:buNone/>
              <a:defRPr sz="1125" b="0">
                <a:solidFill>
                  <a:srgbClr val="B7C9D9"/>
                </a:solidFill>
                <a:latin typeface="Helvetica Neue"/>
                <a:ea typeface="Helvetica Neue"/>
                <a:cs typeface="Helvetica Neue"/>
              </a:defRPr>
            </a:lvl8pPr>
            <a:lvl9pPr algn="r">
              <a:buNone/>
              <a:defRPr sz="1125" b="0">
                <a:solidFill>
                  <a:srgbClr val="B7C9D9"/>
                </a:solidFill>
                <a:latin typeface="Helvetica Neue"/>
                <a:ea typeface="Helvetica Neue"/>
                <a:cs typeface="Helvetica Neue"/>
              </a:defRPr>
            </a:lvl9pPr>
          </a:lstStyle>
          <a:p xmlns:a="http://schemas.openxmlformats.org/drawingml/2006/main">
            <a:pPr algn="r">
              <a:buNone/>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p>
        </p:txBody>
      </p:sp>
    </p:spTree>
    <p:extLst>
      <p:ext uri="{BB962C8B-B14F-4D97-AF65-F5344CB8AC3E}">
        <p14:creationId xmlns:p14="http://schemas.microsoft.com/office/powerpoint/2010/main" val="6775764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2D480E-F130-426A-A07A-C73228B0FCA2}"/>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p>
        </p:txBody>
      </p:sp>
      <p:sp>
        <p:nvSpPr>
          <p:cNvPr id="2" name="">
            <a:extLst xmlns:a="http://schemas.openxmlformats.org/drawingml/2006/main">
              <a:ext uri="{FF2B5EF4-FFF2-40B4-BE49-F238E27FC236}">
                <a16:creationId xmlns:a16="http://schemas.microsoft.com/office/drawing/2014/main" id="{9936774B-F542-40AD-96C4-2CA66371150E}"/>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4B5498D-3A27-4BA5-B6DC-6426E4D9BA57}"/>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5CCABB-19AA-4352-A5C8-D2CF0E73DCCD}"/>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019207-D027-47EB-8C21-67684DBCE0F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p>
        </p:txBody>
      </p:sp>
      <p:sp>
        <p:nvSpPr>
          <p:cNvPr id="6" name="">
            <a:extLst xmlns:a="http://schemas.openxmlformats.org/drawingml/2006/main">
              <a:ext uri="{FF2B5EF4-FFF2-40B4-BE49-F238E27FC236}">
                <a16:creationId xmlns:a16="http://schemas.microsoft.com/office/drawing/2014/main" id="{A9ADA1B2-8512-4858-9B1B-FB884F4D46A8}"/>
              </a:ext>
            </a:extLst>
          </p:cNvPr>
          <p:cNvSpPr>
            <a:spLocks xmlns:a="http://schemas.openxmlformats.org/drawingml/2006/main" noGrp="1"/>
          </p:cNvSpPr>
          <p:nvPr/>
        </p:nvSpPr>
        <p:spPr>
          <a:xfrm xmlns:a="http://schemas.openxmlformats.org/drawingml/2006/main">
            <a:off x="66675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627D98"/>
                </a:solidFill>
                <a:latin typeface="Helvetica Neue"/>
                <a:ea typeface="Helvetica Neue"/>
                <a:cs typeface="Helvetica Neue"/>
              </a:defRPr>
            </a:defPPr>
            <a:lvl1pPr algn="l">
              <a:buNone/>
              <a:defRPr sz="2100" b="1">
                <a:solidFill>
                  <a:srgbClr val="627D98"/>
                </a:solidFill>
                <a:latin typeface="Helvetica Neue"/>
                <a:ea typeface="Helvetica Neue"/>
                <a:cs typeface="Helvetica Neue"/>
              </a:defRPr>
            </a:lvl1pPr>
            <a:lvl2pPr algn="l">
              <a:buNone/>
              <a:defRPr sz="2100" b="1">
                <a:solidFill>
                  <a:srgbClr val="627D98"/>
                </a:solidFill>
                <a:latin typeface="Helvetica Neue"/>
                <a:ea typeface="Helvetica Neue"/>
                <a:cs typeface="Helvetica Neue"/>
              </a:defRPr>
            </a:lvl2pPr>
            <a:lvl3pPr algn="l">
              <a:buNone/>
              <a:defRPr sz="2100" b="1">
                <a:solidFill>
                  <a:srgbClr val="627D98"/>
                </a:solidFill>
                <a:latin typeface="Helvetica Neue"/>
                <a:ea typeface="Helvetica Neue"/>
                <a:cs typeface="Helvetica Neue"/>
              </a:defRPr>
            </a:lvl3pPr>
            <a:lvl4pPr algn="l">
              <a:buNone/>
              <a:defRPr sz="2100" b="1">
                <a:solidFill>
                  <a:srgbClr val="627D98"/>
                </a:solidFill>
                <a:latin typeface="Helvetica Neue"/>
                <a:ea typeface="Helvetica Neue"/>
                <a:cs typeface="Helvetica Neue"/>
              </a:defRPr>
            </a:lvl4pPr>
            <a:lvl5pPr algn="l">
              <a:buNone/>
              <a:defRPr sz="2100" b="1">
                <a:solidFill>
                  <a:srgbClr val="627D98"/>
                </a:solidFill>
                <a:latin typeface="Helvetica Neue"/>
                <a:ea typeface="Helvetica Neue"/>
                <a:cs typeface="Helvetica Neue"/>
              </a:defRPr>
            </a:lvl5pPr>
            <a:lvl6pPr algn="l">
              <a:buNone/>
              <a:defRPr sz="2100" b="1">
                <a:solidFill>
                  <a:srgbClr val="627D98"/>
                </a:solidFill>
                <a:latin typeface="Helvetica Neue"/>
                <a:ea typeface="Helvetica Neue"/>
                <a:cs typeface="Helvetica Neue"/>
              </a:defRPr>
            </a:lvl6pPr>
            <a:lvl7pPr algn="l">
              <a:buNone/>
              <a:defRPr sz="2100" b="1">
                <a:solidFill>
                  <a:srgbClr val="627D98"/>
                </a:solidFill>
                <a:latin typeface="Helvetica Neue"/>
                <a:ea typeface="Helvetica Neue"/>
                <a:cs typeface="Helvetica Neue"/>
              </a:defRPr>
            </a:lvl7pPr>
            <a:lvl8pPr algn="l">
              <a:buNone/>
              <a:defRPr sz="2100" b="1">
                <a:solidFill>
                  <a:srgbClr val="627D98"/>
                </a:solidFill>
                <a:latin typeface="Helvetica Neue"/>
                <a:ea typeface="Helvetica Neue"/>
                <a:cs typeface="Helvetica Neue"/>
              </a:defRPr>
            </a:lvl8pPr>
            <a:lvl9pPr algn="l">
              <a:buNone/>
              <a:defRPr sz="2100" b="1">
                <a:solidFill>
                  <a:srgbClr val="627D98"/>
                </a:solidFill>
                <a:latin typeface="Helvetica Neue"/>
                <a:ea typeface="Helvetica Neue"/>
                <a:cs typeface="Helvetica Neue"/>
              </a:defRPr>
            </a:lvl9pPr>
          </a:lstStyle>
          <a:p xmlns:a="http://schemas.openxmlformats.org/drawingml/2006/main">
            <a:pPr algn="l">
              <a:buNone/>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a:t>
            </a:r>
          </a:p>
        </p:txBody>
      </p:sp>
      <p:sp>
        <p:nvSpPr>
          <p:cNvPr id="7" name="">
            <a:extLst xmlns:a="http://schemas.openxmlformats.org/drawingml/2006/main">
              <a:ext uri="{FF2B5EF4-FFF2-40B4-BE49-F238E27FC236}">
                <a16:creationId xmlns:a16="http://schemas.microsoft.com/office/drawing/2014/main" id="{BBB03599-873A-4515-9D03-5315BE89F908}"/>
              </a:ext>
            </a:extLst>
          </p:cNvPr>
          <p:cNvSpPr>
            <a:spLocks xmlns:a="http://schemas.openxmlformats.org/drawingml/2006/main" noGrp="1"/>
          </p:cNvSpPr>
          <p:nvPr/>
        </p:nvSpPr>
        <p:spPr>
          <a:xfrm xmlns:a="http://schemas.openxmlformats.org/drawingml/2006/main">
            <a:off x="647700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F6BFF"/>
                </a:solidFill>
                <a:latin typeface="Helvetica Neue"/>
                <a:ea typeface="Helvetica Neue"/>
                <a:cs typeface="Helvetica Neue"/>
              </a:defRPr>
            </a:defPPr>
            <a:lvl1pPr algn="l">
              <a:buNone/>
              <a:defRPr sz="2100" b="1">
                <a:solidFill>
                  <a:srgbClr val="2F6BFF"/>
                </a:solidFill>
                <a:latin typeface="Helvetica Neue"/>
                <a:ea typeface="Helvetica Neue"/>
                <a:cs typeface="Helvetica Neue"/>
              </a:defRPr>
            </a:lvl1pPr>
            <a:lvl2pPr algn="l">
              <a:buNone/>
              <a:defRPr sz="2100" b="1">
                <a:solidFill>
                  <a:srgbClr val="2F6BFF"/>
                </a:solidFill>
                <a:latin typeface="Helvetica Neue"/>
                <a:ea typeface="Helvetica Neue"/>
                <a:cs typeface="Helvetica Neue"/>
              </a:defRPr>
            </a:lvl2pPr>
            <a:lvl3pPr algn="l">
              <a:buNone/>
              <a:defRPr sz="2100" b="1">
                <a:solidFill>
                  <a:srgbClr val="2F6BFF"/>
                </a:solidFill>
                <a:latin typeface="Helvetica Neue"/>
                <a:ea typeface="Helvetica Neue"/>
                <a:cs typeface="Helvetica Neue"/>
              </a:defRPr>
            </a:lvl3pPr>
            <a:lvl4pPr algn="l">
              <a:buNone/>
              <a:defRPr sz="2100" b="1">
                <a:solidFill>
                  <a:srgbClr val="2F6BFF"/>
                </a:solidFill>
                <a:latin typeface="Helvetica Neue"/>
                <a:ea typeface="Helvetica Neue"/>
                <a:cs typeface="Helvetica Neue"/>
              </a:defRPr>
            </a:lvl4pPr>
            <a:lvl5pPr algn="l">
              <a:buNone/>
              <a:defRPr sz="2100" b="1">
                <a:solidFill>
                  <a:srgbClr val="2F6BFF"/>
                </a:solidFill>
                <a:latin typeface="Helvetica Neue"/>
                <a:ea typeface="Helvetica Neue"/>
                <a:cs typeface="Helvetica Neue"/>
              </a:defRPr>
            </a:lvl5pPr>
            <a:lvl6pPr algn="l">
              <a:buNone/>
              <a:defRPr sz="2100" b="1">
                <a:solidFill>
                  <a:srgbClr val="2F6BFF"/>
                </a:solidFill>
                <a:latin typeface="Helvetica Neue"/>
                <a:ea typeface="Helvetica Neue"/>
                <a:cs typeface="Helvetica Neue"/>
              </a:defRPr>
            </a:lvl6pPr>
            <a:lvl7pPr algn="l">
              <a:buNone/>
              <a:defRPr sz="2100" b="1">
                <a:solidFill>
                  <a:srgbClr val="2F6BFF"/>
                </a:solidFill>
                <a:latin typeface="Helvetica Neue"/>
                <a:ea typeface="Helvetica Neue"/>
                <a:cs typeface="Helvetica Neue"/>
              </a:defRPr>
            </a:lvl7pPr>
            <a:lvl8pPr algn="l">
              <a:buNone/>
              <a:defRPr sz="2100" b="1">
                <a:solidFill>
                  <a:srgbClr val="2F6BFF"/>
                </a:solidFill>
                <a:latin typeface="Helvetica Neue"/>
                <a:ea typeface="Helvetica Neue"/>
                <a:cs typeface="Helvetica Neue"/>
              </a:defRPr>
            </a:lvl8pPr>
            <a:lvl9pPr algn="l">
              <a:buNone/>
              <a:defRPr sz="2100" b="1">
                <a:solidFill>
                  <a:srgbClr val="2F6BFF"/>
                </a:solidFill>
                <a:latin typeface="Helvetica Neue"/>
                <a:ea typeface="Helvetica Neue"/>
                <a:cs typeface="Helvetica Neue"/>
              </a:defRPr>
            </a:lvl9pPr>
          </a:lstStyle>
          <a:p xmlns:a="http://schemas.openxmlformats.org/drawingml/2006/main">
            <a:pPr algn="l">
              <a:buNone/>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a:t>
            </a:r>
          </a:p>
        </p:txBody>
      </p:sp>
      <p:sp>
        <p:nvSpPr>
          <p:cNvPr id="8" name="">
            <a:extLst xmlns:a="http://schemas.openxmlformats.org/drawingml/2006/main">
              <a:ext uri="{FF2B5EF4-FFF2-40B4-BE49-F238E27FC236}">
                <a16:creationId xmlns:a16="http://schemas.microsoft.com/office/drawing/2014/main" id="{CE5B3C5C-7A80-4E23-8739-96C07C17C959}"/>
              </a:ext>
            </a:extLst>
          </p:cNvPr>
          <p:cNvSpPr>
            <a:spLocks xmlns:a="http://schemas.openxmlformats.org/drawingml/2006/main" noGrp="1"/>
          </p:cNvSpPr>
          <p:nvPr/>
        </p:nvSpPr>
        <p:spPr>
          <a:xfrm xmlns:a="http://schemas.openxmlformats.org/drawingml/2006/main">
            <a:off x="5905500" y="1276350"/>
            <a:ext cx="0" cy="457200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9" name="">
            <a:extLst xmlns:a="http://schemas.openxmlformats.org/drawingml/2006/main">
              <a:ext uri="{FF2B5EF4-FFF2-40B4-BE49-F238E27FC236}">
                <a16:creationId xmlns:a16="http://schemas.microsoft.com/office/drawing/2014/main" id="{20001812-CB98-40D5-9614-677CE35026E9}"/>
              </a:ext>
            </a:extLst>
          </p:cNvPr>
          <p:cNvSpPr>
            <a:spLocks xmlns:a="http://schemas.openxmlformats.org/drawingml/2006/main" noGrp="1"/>
          </p:cNvSpPr>
          <p:nvPr/>
        </p:nvSpPr>
        <p:spPr>
          <a:xfrm xmlns:a="http://schemas.openxmlformats.org/drawingml/2006/main">
            <a:off x="685800" y="1857375"/>
            <a:ext cx="4667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a:solidFill>
                  <a:srgbClr val="627D98"/>
                </a:solidFill>
                <a:latin typeface="Helvetica Neue"/>
                <a:ea typeface="Helvetica Neue"/>
                <a:cs typeface="Helvetica Neue"/>
              </a:defRPr>
            </a:defPPr>
            <a:lvl1pPr>
              <a:buNone/>
              <a:defRPr sz="1725">
                <a:solidFill>
                  <a:srgbClr val="627D98"/>
                </a:solidFill>
                <a:latin typeface="Helvetica Neue"/>
                <a:ea typeface="Helvetica Neue"/>
                <a:cs typeface="Helvetica Neue"/>
              </a:defRPr>
            </a:lvl1pPr>
            <a:lvl2pPr>
              <a:buNone/>
              <a:defRPr sz="1725">
                <a:solidFill>
                  <a:srgbClr val="627D98"/>
                </a:solidFill>
                <a:latin typeface="Helvetica Neue"/>
                <a:ea typeface="Helvetica Neue"/>
                <a:cs typeface="Helvetica Neue"/>
              </a:defRPr>
            </a:lvl2pPr>
            <a:lvl3pPr>
              <a:buNone/>
              <a:defRPr sz="1725">
                <a:solidFill>
                  <a:srgbClr val="627D98"/>
                </a:solidFill>
                <a:latin typeface="Helvetica Neue"/>
                <a:ea typeface="Helvetica Neue"/>
                <a:cs typeface="Helvetica Neue"/>
              </a:defRPr>
            </a:lvl3pPr>
            <a:lvl4pPr>
              <a:buNone/>
              <a:defRPr sz="1725">
                <a:solidFill>
                  <a:srgbClr val="627D98"/>
                </a:solidFill>
                <a:latin typeface="Helvetica Neue"/>
                <a:ea typeface="Helvetica Neue"/>
                <a:cs typeface="Helvetica Neue"/>
              </a:defRPr>
            </a:lvl4pPr>
            <a:lvl5pPr>
              <a:buNone/>
              <a:defRPr sz="1725">
                <a:solidFill>
                  <a:srgbClr val="627D98"/>
                </a:solidFill>
                <a:latin typeface="Helvetica Neue"/>
                <a:ea typeface="Helvetica Neue"/>
                <a:cs typeface="Helvetica Neue"/>
              </a:defRPr>
            </a:lvl5pPr>
            <a:lvl6pPr>
              <a:buNone/>
              <a:defRPr sz="1725">
                <a:solidFill>
                  <a:srgbClr val="627D98"/>
                </a:solidFill>
                <a:latin typeface="Helvetica Neue"/>
                <a:ea typeface="Helvetica Neue"/>
                <a:cs typeface="Helvetica Neue"/>
              </a:defRPr>
            </a:lvl6pPr>
            <a:lvl7pPr>
              <a:buNone/>
              <a:defRPr sz="1725">
                <a:solidFill>
                  <a:srgbClr val="627D98"/>
                </a:solidFill>
                <a:latin typeface="Helvetica Neue"/>
                <a:ea typeface="Helvetica Neue"/>
                <a:cs typeface="Helvetica Neue"/>
              </a:defRPr>
            </a:lvl7pPr>
            <a:lvl8pPr>
              <a:buNone/>
              <a:defRPr sz="1725">
                <a:solidFill>
                  <a:srgbClr val="627D98"/>
                </a:solidFill>
                <a:latin typeface="Helvetica Neue"/>
                <a:ea typeface="Helvetica Neue"/>
                <a:cs typeface="Helvetica Neue"/>
              </a:defRPr>
            </a:lvl8pPr>
            <a:lvl9pPr>
              <a:buNone/>
              <a:defRPr sz="1725">
                <a:solidFill>
                  <a:srgbClr val="627D98"/>
                </a:solidFill>
                <a:latin typeface="Helvetica Neue"/>
                <a:ea typeface="Helvetica Neue"/>
                <a:cs typeface="Helvetica Neue"/>
              </a:defRPr>
            </a:lvl9pPr>
          </a:lstStyle>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32 synthetic trajectories, 16 artificial IDs</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2 public videos for preprocessing</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real-video accuracy measured</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p>
        </p:txBody>
      </p:sp>
      <p:sp>
        <p:nvSpPr>
          <p:cNvPr id="10" name="">
            <a:extLst xmlns:a="http://schemas.openxmlformats.org/drawingml/2006/main">
              <a:ext uri="{FF2B5EF4-FFF2-40B4-BE49-F238E27FC236}">
                <a16:creationId xmlns:a16="http://schemas.microsoft.com/office/drawing/2014/main" id="{F3688A38-23F8-4E42-85FA-5B5FEBD556B0}"/>
              </a:ext>
            </a:extLst>
          </p:cNvPr>
          <p:cNvSpPr>
            <a:spLocks xmlns:a="http://schemas.openxmlformats.org/drawingml/2006/main" noGrp="1"/>
          </p:cNvSpPr>
          <p:nvPr/>
        </p:nvSpPr>
        <p:spPr>
          <a:xfrm xmlns:a="http://schemas.openxmlformats.org/drawingml/2006/main">
            <a:off x="647700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2F6BFF"/>
                </a:solidFill>
                <a:latin typeface="Helvetica Neue"/>
                <a:ea typeface="Helvetica Neue"/>
                <a:cs typeface="Helvetica Neue"/>
              </a:defRPr>
            </a:defPPr>
            <a:lvl1pPr algn="l">
              <a:buNone/>
              <a:defRPr sz="2850" b="1">
                <a:solidFill>
                  <a:srgbClr val="2F6BFF"/>
                </a:solidFill>
                <a:latin typeface="Helvetica Neue"/>
                <a:ea typeface="Helvetica Neue"/>
                <a:cs typeface="Helvetica Neue"/>
              </a:defRPr>
            </a:lvl1pPr>
            <a:lvl2pPr algn="l">
              <a:buNone/>
              <a:defRPr sz="2850" b="1">
                <a:solidFill>
                  <a:srgbClr val="2F6BFF"/>
                </a:solidFill>
                <a:latin typeface="Helvetica Neue"/>
                <a:ea typeface="Helvetica Neue"/>
                <a:cs typeface="Helvetica Neue"/>
              </a:defRPr>
            </a:lvl2pPr>
            <a:lvl3pPr algn="l">
              <a:buNone/>
              <a:defRPr sz="2850" b="1">
                <a:solidFill>
                  <a:srgbClr val="2F6BFF"/>
                </a:solidFill>
                <a:latin typeface="Helvetica Neue"/>
                <a:ea typeface="Helvetica Neue"/>
                <a:cs typeface="Helvetica Neue"/>
              </a:defRPr>
            </a:lvl3pPr>
            <a:lvl4pPr algn="l">
              <a:buNone/>
              <a:defRPr sz="2850" b="1">
                <a:solidFill>
                  <a:srgbClr val="2F6BFF"/>
                </a:solidFill>
                <a:latin typeface="Helvetica Neue"/>
                <a:ea typeface="Helvetica Neue"/>
                <a:cs typeface="Helvetica Neue"/>
              </a:defRPr>
            </a:lvl4pPr>
            <a:lvl5pPr algn="l">
              <a:buNone/>
              <a:defRPr sz="2850" b="1">
                <a:solidFill>
                  <a:srgbClr val="2F6BFF"/>
                </a:solidFill>
                <a:latin typeface="Helvetica Neue"/>
                <a:ea typeface="Helvetica Neue"/>
                <a:cs typeface="Helvetica Neue"/>
              </a:defRPr>
            </a:lvl5pPr>
            <a:lvl6pPr algn="l">
              <a:buNone/>
              <a:defRPr sz="2850" b="1">
                <a:solidFill>
                  <a:srgbClr val="2F6BFF"/>
                </a:solidFill>
                <a:latin typeface="Helvetica Neue"/>
                <a:ea typeface="Helvetica Neue"/>
                <a:cs typeface="Helvetica Neue"/>
              </a:defRPr>
            </a:lvl6pPr>
            <a:lvl7pPr algn="l">
              <a:buNone/>
              <a:defRPr sz="2850" b="1">
                <a:solidFill>
                  <a:srgbClr val="2F6BFF"/>
                </a:solidFill>
                <a:latin typeface="Helvetica Neue"/>
                <a:ea typeface="Helvetica Neue"/>
                <a:cs typeface="Helvetica Neue"/>
              </a:defRPr>
            </a:lvl7pPr>
            <a:lvl8pPr algn="l">
              <a:buNone/>
              <a:defRPr sz="2850" b="1">
                <a:solidFill>
                  <a:srgbClr val="2F6BFF"/>
                </a:solidFill>
                <a:latin typeface="Helvetica Neue"/>
                <a:ea typeface="Helvetica Neue"/>
                <a:cs typeface="Helvetica Neue"/>
              </a:defRPr>
            </a:lvl8pPr>
            <a:lvl9pPr algn="l">
              <a:buNone/>
              <a:defRPr sz="2850" b="1">
                <a:solidFill>
                  <a:srgbClr val="2F6BFF"/>
                </a:solidFill>
                <a:latin typeface="Helvetica Neue"/>
                <a:ea typeface="Helvetica Neue"/>
                <a:cs typeface="Helvetica Neue"/>
              </a:defRPr>
            </a:lvl9pPr>
          </a:lstStyle>
          <a:p xmlns:a="http://schemas.openxmlformats.org/drawingml/2006/main">
            <a:pPr algn="l">
              <a:buNone/>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72/72</a:t>
            </a:r>
          </a:p>
        </p:txBody>
      </p:sp>
      <p:sp>
        <p:nvSpPr>
          <p:cNvPr id="11" name="">
            <a:extLst xmlns:a="http://schemas.openxmlformats.org/drawingml/2006/main">
              <a:ext uri="{FF2B5EF4-FFF2-40B4-BE49-F238E27FC236}">
                <a16:creationId xmlns:a16="http://schemas.microsoft.com/office/drawing/2014/main" id="{58CFC537-0B3E-4EF7-8F55-49F50ED648FF}"/>
              </a:ext>
            </a:extLst>
          </p:cNvPr>
          <p:cNvSpPr>
            <a:spLocks xmlns:a="http://schemas.openxmlformats.org/drawingml/2006/main" noGrp="1"/>
          </p:cNvSpPr>
          <p:nvPr/>
        </p:nvSpPr>
        <p:spPr>
          <a:xfrm xmlns:a="http://schemas.openxmlformats.org/drawingml/2006/main">
            <a:off x="647700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matched landmark coverage</a:t>
            </a:r>
          </a:p>
        </p:txBody>
      </p:sp>
      <p:sp>
        <p:nvSpPr>
          <p:cNvPr id="12" name="">
            <a:extLst xmlns:a="http://schemas.openxmlformats.org/drawingml/2006/main">
              <a:ext uri="{FF2B5EF4-FFF2-40B4-BE49-F238E27FC236}">
                <a16:creationId xmlns:a16="http://schemas.microsoft.com/office/drawing/2014/main" id="{2222E6C1-29CA-461F-9603-8AA86E14322D}"/>
              </a:ext>
            </a:extLst>
          </p:cNvPr>
          <p:cNvSpPr>
            <a:spLocks xmlns:a="http://schemas.openxmlformats.org/drawingml/2006/main" noGrp="1"/>
          </p:cNvSpPr>
          <p:nvPr/>
        </p:nvSpPr>
        <p:spPr>
          <a:xfrm xmlns:a="http://schemas.openxmlformats.org/drawingml/2006/main">
            <a:off x="904875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59E9C"/>
                </a:solidFill>
                <a:latin typeface="Helvetica Neue"/>
                <a:ea typeface="Helvetica Neue"/>
                <a:cs typeface="Helvetica Neue"/>
              </a:defRPr>
            </a:defPPr>
            <a:lvl1pPr algn="l">
              <a:buNone/>
              <a:defRPr sz="2850" b="1">
                <a:solidFill>
                  <a:srgbClr val="159E9C"/>
                </a:solidFill>
                <a:latin typeface="Helvetica Neue"/>
                <a:ea typeface="Helvetica Neue"/>
                <a:cs typeface="Helvetica Neue"/>
              </a:defRPr>
            </a:lvl1pPr>
            <a:lvl2pPr algn="l">
              <a:buNone/>
              <a:defRPr sz="2850" b="1">
                <a:solidFill>
                  <a:srgbClr val="159E9C"/>
                </a:solidFill>
                <a:latin typeface="Helvetica Neue"/>
                <a:ea typeface="Helvetica Neue"/>
                <a:cs typeface="Helvetica Neue"/>
              </a:defRPr>
            </a:lvl2pPr>
            <a:lvl3pPr algn="l">
              <a:buNone/>
              <a:defRPr sz="2850" b="1">
                <a:solidFill>
                  <a:srgbClr val="159E9C"/>
                </a:solidFill>
                <a:latin typeface="Helvetica Neue"/>
                <a:ea typeface="Helvetica Neue"/>
                <a:cs typeface="Helvetica Neue"/>
              </a:defRPr>
            </a:lvl3pPr>
            <a:lvl4pPr algn="l">
              <a:buNone/>
              <a:defRPr sz="2850" b="1">
                <a:solidFill>
                  <a:srgbClr val="159E9C"/>
                </a:solidFill>
                <a:latin typeface="Helvetica Neue"/>
                <a:ea typeface="Helvetica Neue"/>
                <a:cs typeface="Helvetica Neue"/>
              </a:defRPr>
            </a:lvl4pPr>
            <a:lvl5pPr algn="l">
              <a:buNone/>
              <a:defRPr sz="2850" b="1">
                <a:solidFill>
                  <a:srgbClr val="159E9C"/>
                </a:solidFill>
                <a:latin typeface="Helvetica Neue"/>
                <a:ea typeface="Helvetica Neue"/>
                <a:cs typeface="Helvetica Neue"/>
              </a:defRPr>
            </a:lvl5pPr>
            <a:lvl6pPr algn="l">
              <a:buNone/>
              <a:defRPr sz="2850" b="1">
                <a:solidFill>
                  <a:srgbClr val="159E9C"/>
                </a:solidFill>
                <a:latin typeface="Helvetica Neue"/>
                <a:ea typeface="Helvetica Neue"/>
                <a:cs typeface="Helvetica Neue"/>
              </a:defRPr>
            </a:lvl6pPr>
            <a:lvl7pPr algn="l">
              <a:buNone/>
              <a:defRPr sz="2850" b="1">
                <a:solidFill>
                  <a:srgbClr val="159E9C"/>
                </a:solidFill>
                <a:latin typeface="Helvetica Neue"/>
                <a:ea typeface="Helvetica Neue"/>
                <a:cs typeface="Helvetica Neue"/>
              </a:defRPr>
            </a:lvl7pPr>
            <a:lvl8pPr algn="l">
              <a:buNone/>
              <a:defRPr sz="2850" b="1">
                <a:solidFill>
                  <a:srgbClr val="159E9C"/>
                </a:solidFill>
                <a:latin typeface="Helvetica Neue"/>
                <a:ea typeface="Helvetica Neue"/>
                <a:cs typeface="Helvetica Neue"/>
              </a:defRPr>
            </a:lvl8pPr>
            <a:lvl9pPr algn="l">
              <a:buNone/>
              <a:defRPr sz="2850" b="1">
                <a:solidFill>
                  <a:srgbClr val="159E9C"/>
                </a:solidFill>
                <a:latin typeface="Helvetica Neue"/>
                <a:ea typeface="Helvetica Neue"/>
                <a:cs typeface="Helvetica Neue"/>
              </a:defRPr>
            </a:lvl9pPr>
          </a:lstStyle>
          <a:p xmlns:a="http://schemas.openxmlformats.org/drawingml/2006/main">
            <a:pPr algn="l">
              <a:buNone/>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36 / 18 / 18</a:t>
            </a:r>
          </a:p>
        </p:txBody>
      </p:sp>
      <p:sp>
        <p:nvSpPr>
          <p:cNvPr id="13" name="">
            <a:extLst xmlns:a="http://schemas.openxmlformats.org/drawingml/2006/main">
              <a:ext uri="{FF2B5EF4-FFF2-40B4-BE49-F238E27FC236}">
                <a16:creationId xmlns:a16="http://schemas.microsoft.com/office/drawing/2014/main" id="{A86A7D01-B4BE-4926-B55F-5CDFEEA5F327}"/>
              </a:ext>
            </a:extLst>
          </p:cNvPr>
          <p:cNvSpPr>
            <a:spLocks xmlns:a="http://schemas.openxmlformats.org/drawingml/2006/main" noGrp="1"/>
          </p:cNvSpPr>
          <p:nvPr/>
        </p:nvSpPr>
        <p:spPr>
          <a:xfrm xmlns:a="http://schemas.openxmlformats.org/drawingml/2006/main">
            <a:off x="904875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train / val / test</a:t>
            </a:r>
          </a:p>
        </p:txBody>
      </p:sp>
      <p:sp>
        <p:nvSpPr>
          <p:cNvPr id="14" name="">
            <a:extLst xmlns:a="http://schemas.openxmlformats.org/drawingml/2006/main">
              <a:ext uri="{FF2B5EF4-FFF2-40B4-BE49-F238E27FC236}">
                <a16:creationId xmlns:a16="http://schemas.microsoft.com/office/drawing/2014/main" id="{E7E3FE49-FFB3-4D0B-8964-C1F0D8E07134}"/>
              </a:ext>
            </a:extLst>
          </p:cNvPr>
          <p:cNvSpPr>
            <a:spLocks xmlns:a="http://schemas.openxmlformats.org/drawingml/2006/main" noGrp="1"/>
          </p:cNvSpPr>
          <p:nvPr/>
        </p:nvSpPr>
        <p:spPr>
          <a:xfrm xmlns:a="http://schemas.openxmlformats.org/drawingml/2006/main">
            <a:off x="647700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E67E22"/>
                </a:solidFill>
                <a:latin typeface="Helvetica Neue"/>
                <a:ea typeface="Helvetica Neue"/>
                <a:cs typeface="Helvetica Neue"/>
              </a:defRPr>
            </a:defPPr>
            <a:lvl1pPr algn="l">
              <a:buNone/>
              <a:defRPr sz="2850" b="1">
                <a:solidFill>
                  <a:srgbClr val="E67E22"/>
                </a:solidFill>
                <a:latin typeface="Helvetica Neue"/>
                <a:ea typeface="Helvetica Neue"/>
                <a:cs typeface="Helvetica Neue"/>
              </a:defRPr>
            </a:lvl1pPr>
            <a:lvl2pPr algn="l">
              <a:buNone/>
              <a:defRPr sz="2850" b="1">
                <a:solidFill>
                  <a:srgbClr val="E67E22"/>
                </a:solidFill>
                <a:latin typeface="Helvetica Neue"/>
                <a:ea typeface="Helvetica Neue"/>
                <a:cs typeface="Helvetica Neue"/>
              </a:defRPr>
            </a:lvl2pPr>
            <a:lvl3pPr algn="l">
              <a:buNone/>
              <a:defRPr sz="2850" b="1">
                <a:solidFill>
                  <a:srgbClr val="E67E22"/>
                </a:solidFill>
                <a:latin typeface="Helvetica Neue"/>
                <a:ea typeface="Helvetica Neue"/>
                <a:cs typeface="Helvetica Neue"/>
              </a:defRPr>
            </a:lvl3pPr>
            <a:lvl4pPr algn="l">
              <a:buNone/>
              <a:defRPr sz="2850" b="1">
                <a:solidFill>
                  <a:srgbClr val="E67E22"/>
                </a:solidFill>
                <a:latin typeface="Helvetica Neue"/>
                <a:ea typeface="Helvetica Neue"/>
                <a:cs typeface="Helvetica Neue"/>
              </a:defRPr>
            </a:lvl4pPr>
            <a:lvl5pPr algn="l">
              <a:buNone/>
              <a:defRPr sz="2850" b="1">
                <a:solidFill>
                  <a:srgbClr val="E67E22"/>
                </a:solidFill>
                <a:latin typeface="Helvetica Neue"/>
                <a:ea typeface="Helvetica Neue"/>
                <a:cs typeface="Helvetica Neue"/>
              </a:defRPr>
            </a:lvl5pPr>
            <a:lvl6pPr algn="l">
              <a:buNone/>
              <a:defRPr sz="2850" b="1">
                <a:solidFill>
                  <a:srgbClr val="E67E22"/>
                </a:solidFill>
                <a:latin typeface="Helvetica Neue"/>
                <a:ea typeface="Helvetica Neue"/>
                <a:cs typeface="Helvetica Neue"/>
              </a:defRPr>
            </a:lvl6pPr>
            <a:lvl7pPr algn="l">
              <a:buNone/>
              <a:defRPr sz="2850" b="1">
                <a:solidFill>
                  <a:srgbClr val="E67E22"/>
                </a:solidFill>
                <a:latin typeface="Helvetica Neue"/>
                <a:ea typeface="Helvetica Neue"/>
                <a:cs typeface="Helvetica Neue"/>
              </a:defRPr>
            </a:lvl7pPr>
            <a:lvl8pPr algn="l">
              <a:buNone/>
              <a:defRPr sz="2850" b="1">
                <a:solidFill>
                  <a:srgbClr val="E67E22"/>
                </a:solidFill>
                <a:latin typeface="Helvetica Neue"/>
                <a:ea typeface="Helvetica Neue"/>
                <a:cs typeface="Helvetica Neue"/>
              </a:defRPr>
            </a:lvl8pPr>
            <a:lvl9pPr algn="l">
              <a:buNone/>
              <a:defRPr sz="2850" b="1">
                <a:solidFill>
                  <a:srgbClr val="E67E22"/>
                </a:solidFill>
                <a:latin typeface="Helvetica Neue"/>
                <a:ea typeface="Helvetica Neue"/>
                <a:cs typeface="Helvetica Neue"/>
              </a:defRPr>
            </a:lvl9pPr>
          </a:lstStyle>
          <a:p xmlns:a="http://schemas.openxmlformats.org/drawingml/2006/main">
            <a:pPr algn="l">
              <a:buNone/>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46</a:t>
            </a:r>
          </a:p>
        </p:txBody>
      </p:sp>
      <p:sp>
        <p:nvSpPr>
          <p:cNvPr id="15" name="">
            <a:extLst xmlns:a="http://schemas.openxmlformats.org/drawingml/2006/main">
              <a:ext uri="{FF2B5EF4-FFF2-40B4-BE49-F238E27FC236}">
                <a16:creationId xmlns:a16="http://schemas.microsoft.com/office/drawing/2014/main" id="{7EAC1DF3-62B1-44FD-8BF1-CFADAA349B4C}"/>
              </a:ext>
            </a:extLst>
          </p:cNvPr>
          <p:cNvSpPr>
            <a:spLocks xmlns:a="http://schemas.openxmlformats.org/drawingml/2006/main" noGrp="1"/>
          </p:cNvSpPr>
          <p:nvPr/>
        </p:nvSpPr>
        <p:spPr>
          <a:xfrm xmlns:a="http://schemas.openxmlformats.org/drawingml/2006/main">
            <a:off x="647700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regression tests</a:t>
            </a:r>
          </a:p>
        </p:txBody>
      </p:sp>
      <p:sp>
        <p:nvSpPr>
          <p:cNvPr id="16" name="">
            <a:extLst xmlns:a="http://schemas.openxmlformats.org/drawingml/2006/main">
              <a:ext uri="{FF2B5EF4-FFF2-40B4-BE49-F238E27FC236}">
                <a16:creationId xmlns:a16="http://schemas.microsoft.com/office/drawing/2014/main" id="{F82315E7-4137-4C19-B0E5-FDF9E2FB205C}"/>
              </a:ext>
            </a:extLst>
          </p:cNvPr>
          <p:cNvSpPr>
            <a:spLocks xmlns:a="http://schemas.openxmlformats.org/drawingml/2006/main" noGrp="1"/>
          </p:cNvSpPr>
          <p:nvPr/>
        </p:nvSpPr>
        <p:spPr>
          <a:xfrm xmlns:a="http://schemas.openxmlformats.org/drawingml/2006/main">
            <a:off x="904875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vl1pPr algn="l">
              <a:buNone/>
              <a:defRPr sz="2850" b="1">
                <a:solidFill>
                  <a:srgbClr val="D64545"/>
                </a:solidFill>
                <a:latin typeface="Helvetica Neue"/>
                <a:ea typeface="Helvetica Neue"/>
                <a:cs typeface="Helvetica Neue"/>
              </a:defRPr>
            </a:lvl1pPr>
            <a:lvl2pPr algn="l">
              <a:buNone/>
              <a:defRPr sz="2850" b="1">
                <a:solidFill>
                  <a:srgbClr val="D64545"/>
                </a:solidFill>
                <a:latin typeface="Helvetica Neue"/>
                <a:ea typeface="Helvetica Neue"/>
                <a:cs typeface="Helvetica Neue"/>
              </a:defRPr>
            </a:lvl2pPr>
            <a:lvl3pPr algn="l">
              <a:buNone/>
              <a:defRPr sz="2850" b="1">
                <a:solidFill>
                  <a:srgbClr val="D64545"/>
                </a:solidFill>
                <a:latin typeface="Helvetica Neue"/>
                <a:ea typeface="Helvetica Neue"/>
                <a:cs typeface="Helvetica Neue"/>
              </a:defRPr>
            </a:lvl3pPr>
            <a:lvl4pPr algn="l">
              <a:buNone/>
              <a:defRPr sz="2850" b="1">
                <a:solidFill>
                  <a:srgbClr val="D64545"/>
                </a:solidFill>
                <a:latin typeface="Helvetica Neue"/>
                <a:ea typeface="Helvetica Neue"/>
                <a:cs typeface="Helvetica Neue"/>
              </a:defRPr>
            </a:lvl4pPr>
            <a:lvl5pPr algn="l">
              <a:buNone/>
              <a:defRPr sz="2850" b="1">
                <a:solidFill>
                  <a:srgbClr val="D64545"/>
                </a:solidFill>
                <a:latin typeface="Helvetica Neue"/>
                <a:ea typeface="Helvetica Neue"/>
                <a:cs typeface="Helvetica Neue"/>
              </a:defRPr>
            </a:lvl5pPr>
            <a:lvl6pPr algn="l">
              <a:buNone/>
              <a:defRPr sz="2850" b="1">
                <a:solidFill>
                  <a:srgbClr val="D64545"/>
                </a:solidFill>
                <a:latin typeface="Helvetica Neue"/>
                <a:ea typeface="Helvetica Neue"/>
                <a:cs typeface="Helvetica Neue"/>
              </a:defRPr>
            </a:lvl6pPr>
            <a:lvl7pPr algn="l">
              <a:buNone/>
              <a:defRPr sz="2850" b="1">
                <a:solidFill>
                  <a:srgbClr val="D64545"/>
                </a:solidFill>
                <a:latin typeface="Helvetica Neue"/>
                <a:ea typeface="Helvetica Neue"/>
                <a:cs typeface="Helvetica Neue"/>
              </a:defRPr>
            </a:lvl7pPr>
            <a:lvl8pPr algn="l">
              <a:buNone/>
              <a:defRPr sz="2850" b="1">
                <a:solidFill>
                  <a:srgbClr val="D64545"/>
                </a:solidFill>
                <a:latin typeface="Helvetica Neue"/>
                <a:ea typeface="Helvetica Neue"/>
                <a:cs typeface="Helvetica Neue"/>
              </a:defRPr>
            </a:lvl8pPr>
            <a:lvl9pPr algn="l">
              <a:buNone/>
              <a:defRPr sz="2850" b="1">
                <a:solidFill>
                  <a:srgbClr val="D64545"/>
                </a:solidFill>
                <a:latin typeface="Helvetica Neue"/>
                <a:ea typeface="Helvetica Neue"/>
                <a:cs typeface="Helvetica Neue"/>
              </a:defRPr>
            </a:lvl9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8336DEE6-F0A9-4FEE-88AB-EF18EABEFAE5}"/>
              </a:ext>
            </a:extLst>
          </p:cNvPr>
          <p:cNvSpPr>
            <a:spLocks xmlns:a="http://schemas.openxmlformats.org/drawingml/2006/main" noGrp="1"/>
          </p:cNvSpPr>
          <p:nvPr/>
        </p:nvSpPr>
        <p:spPr>
          <a:xfrm xmlns:a="http://schemas.openxmlformats.org/drawingml/2006/main">
            <a:off x="904875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robustness conditions</a:t>
            </a:r>
          </a:p>
        </p:txBody>
      </p:sp>
      <p:sp>
        <p:nvSpPr>
          <p:cNvPr id="18" name="">
            <a:extLst xmlns:a="http://schemas.openxmlformats.org/drawingml/2006/main">
              <a:ext uri="{FF2B5EF4-FFF2-40B4-BE49-F238E27FC236}">
                <a16:creationId xmlns:a16="http://schemas.microsoft.com/office/drawing/2014/main" id="{F734FFFE-E13B-43F1-BC3C-C2970BD4DCFD}"/>
              </a:ext>
            </a:extLst>
          </p:cNvPr>
          <p:cNvSpPr>
            <a:spLocks xmlns:a="http://schemas.openxmlformats.org/drawingml/2006/main" noGrp="1"/>
          </p:cNvSpPr>
          <p:nvPr/>
        </p:nvSpPr>
        <p:spPr>
          <a:xfrm xmlns:a="http://schemas.openxmlformats.org/drawingml/2006/main">
            <a:off x="6477000" y="5334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02A43"/>
                </a:solidFill>
                <a:latin typeface="Helvetica Neue"/>
                <a:ea typeface="Helvetica Neue"/>
                <a:cs typeface="Helvetica Neue"/>
              </a:defRPr>
            </a:defPPr>
            <a:lvl1pPr algn="l">
              <a:buNone/>
              <a:defRPr sz="1500" b="1">
                <a:solidFill>
                  <a:srgbClr val="102A43"/>
                </a:solidFill>
                <a:latin typeface="Helvetica Neue"/>
                <a:ea typeface="Helvetica Neue"/>
                <a:cs typeface="Helvetica Neue"/>
              </a:defRPr>
            </a:lvl1pPr>
            <a:lvl2pPr algn="l">
              <a:buNone/>
              <a:defRPr sz="1500" b="1">
                <a:solidFill>
                  <a:srgbClr val="102A43"/>
                </a:solidFill>
                <a:latin typeface="Helvetica Neue"/>
                <a:ea typeface="Helvetica Neue"/>
                <a:cs typeface="Helvetica Neue"/>
              </a:defRPr>
            </a:lvl2pPr>
            <a:lvl3pPr algn="l">
              <a:buNone/>
              <a:defRPr sz="1500" b="1">
                <a:solidFill>
                  <a:srgbClr val="102A43"/>
                </a:solidFill>
                <a:latin typeface="Helvetica Neue"/>
                <a:ea typeface="Helvetica Neue"/>
                <a:cs typeface="Helvetica Neue"/>
              </a:defRPr>
            </a:lvl3pPr>
            <a:lvl4pPr algn="l">
              <a:buNone/>
              <a:defRPr sz="1500" b="1">
                <a:solidFill>
                  <a:srgbClr val="102A43"/>
                </a:solidFill>
                <a:latin typeface="Helvetica Neue"/>
                <a:ea typeface="Helvetica Neue"/>
                <a:cs typeface="Helvetica Neue"/>
              </a:defRPr>
            </a:lvl4pPr>
            <a:lvl5pPr algn="l">
              <a:buNone/>
              <a:defRPr sz="1500" b="1">
                <a:solidFill>
                  <a:srgbClr val="102A43"/>
                </a:solidFill>
                <a:latin typeface="Helvetica Neue"/>
                <a:ea typeface="Helvetica Neue"/>
                <a:cs typeface="Helvetica Neue"/>
              </a:defRPr>
            </a:lvl5pPr>
            <a:lvl6pPr algn="l">
              <a:buNone/>
              <a:defRPr sz="1500" b="1">
                <a:solidFill>
                  <a:srgbClr val="102A43"/>
                </a:solidFill>
                <a:latin typeface="Helvetica Neue"/>
                <a:ea typeface="Helvetica Neue"/>
                <a:cs typeface="Helvetica Neue"/>
              </a:defRPr>
            </a:lvl6pPr>
            <a:lvl7pPr algn="l">
              <a:buNone/>
              <a:defRPr sz="1500" b="1">
                <a:solidFill>
                  <a:srgbClr val="102A43"/>
                </a:solidFill>
                <a:latin typeface="Helvetica Neue"/>
                <a:ea typeface="Helvetica Neue"/>
                <a:cs typeface="Helvetica Neue"/>
              </a:defRPr>
            </a:lvl7pPr>
            <a:lvl8pPr algn="l">
              <a:buNone/>
              <a:defRPr sz="1500" b="1">
                <a:solidFill>
                  <a:srgbClr val="102A43"/>
                </a:solidFill>
                <a:latin typeface="Helvetica Neue"/>
                <a:ea typeface="Helvetica Neue"/>
                <a:cs typeface="Helvetica Neue"/>
              </a:defRPr>
            </a:lvl8pPr>
            <a:lvl9pPr algn="l">
              <a:buNone/>
              <a:defRPr sz="1500" b="1">
                <a:solidFill>
                  <a:srgbClr val="102A43"/>
                </a:solidFill>
                <a:latin typeface="Helvetica Neue"/>
                <a:ea typeface="Helvetica Neue"/>
                <a:cs typeface="Helvetica Neue"/>
              </a:defRPr>
            </a:lvl9pPr>
          </a:lstStyle>
          <a:p xmlns:a="http://schemas.openxmlformats.org/drawingml/2006/main">
            <a:pPr algn="l">
              <a:buNone/>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36 matched pairs plus a peer-pair forensic audit</a:t>
            </a:r>
          </a:p>
        </p:txBody>
      </p:sp>
    </p:spTree>
    <p:extLst>
      <p:ext uri="{BB962C8B-B14F-4D97-AF65-F5344CB8AC3E}">
        <p14:creationId xmlns:p14="http://schemas.microsoft.com/office/powerpoint/2010/main" val="8231079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9C768A3-FE1F-458F-9F04-112F4FC705A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Two-channel experimental framework</a:t>
            </a:r>
          </a:p>
        </p:txBody>
      </p:sp>
      <p:sp>
        <p:nvSpPr>
          <p:cNvPr id="2" name="">
            <a:extLst xmlns:a="http://schemas.openxmlformats.org/drawingml/2006/main">
              <a:ext uri="{FF2B5EF4-FFF2-40B4-BE49-F238E27FC236}">
                <a16:creationId xmlns:a16="http://schemas.microsoft.com/office/drawing/2014/main" id="{E5169B62-681B-4C8D-9A6B-A5BB346FE47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5F9FE2C9-3517-4C54-9D71-86B5CB35310F}"/>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17A052-EA3D-4A4F-8FE8-A81412DB928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A33230CA-C89C-4081-9914-A0501B012D4D}"/>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p>
        </p:txBody>
      </p:sp>
      <p:sp>
        <p:nvSpPr>
          <p:cNvPr id="6" name="">
            <a:extLst xmlns:a="http://schemas.openxmlformats.org/drawingml/2006/main">
              <a:ext uri="{FF2B5EF4-FFF2-40B4-BE49-F238E27FC236}">
                <a16:creationId xmlns:a16="http://schemas.microsoft.com/office/drawing/2014/main" id="{459F0564-5C82-4F34-8602-4BCFAE0702B8}"/>
              </a:ext>
            </a:extLst>
          </p:cNvPr>
          <p:cNvSpPr>
            <a:spLocks xmlns:a="http://schemas.openxmlformats.org/drawingml/2006/main" noGrp="1"/>
          </p:cNvSpPr>
          <p:nvPr/>
        </p:nvSpPr>
        <p:spPr>
          <a:xfrm xmlns:a="http://schemas.openxmlformats.org/drawingml/2006/main">
            <a:off x="628650" y="1381125"/>
            <a:ext cx="2333625" cy="1333500"/>
          </a:xfrm>
          <a:prstGeom xmlns:a="http://schemas.openxmlformats.org/drawingml/2006/main" prst="roundRect">
            <a:avLst>
              <a:gd name="adj" fmla="val 5714"/>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6D08F3C0-9B88-4350-AC2E-5F38E3CED232}"/>
              </a:ext>
            </a:extLst>
          </p:cNvPr>
          <p:cNvSpPr>
            <a:spLocks xmlns:a="http://schemas.openxmlformats.org/drawingml/2006/main" noGrp="1"/>
          </p:cNvSpPr>
          <p:nvPr/>
        </p:nvSpPr>
        <p:spPr>
          <a:xfrm xmlns:a="http://schemas.openxmlformats.org/drawingml/2006/main">
            <a:off x="800100" y="1495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Matched pilot</a:t>
            </a:r>
          </a:p>
        </p:txBody>
      </p:sp>
      <p:sp>
        <p:nvSpPr>
          <p:cNvPr id="8" name="">
            <a:extLst xmlns:a="http://schemas.openxmlformats.org/drawingml/2006/main">
              <a:ext uri="{FF2B5EF4-FFF2-40B4-BE49-F238E27FC236}">
                <a16:creationId xmlns:a16="http://schemas.microsoft.com/office/drawing/2014/main" id="{18A70829-E14A-47A7-966C-45BFCA7BD0CD}"/>
              </a:ext>
            </a:extLst>
          </p:cNvPr>
          <p:cNvSpPr>
            <a:spLocks xmlns:a="http://schemas.openxmlformats.org/drawingml/2006/main" noGrp="1"/>
          </p:cNvSpPr>
          <p:nvPr/>
        </p:nvSpPr>
        <p:spPr>
          <a:xfrm xmlns:a="http://schemas.openxmlformats.org/drawingml/2006/main">
            <a:off x="800100" y="1876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speakers × 3 segments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36 real + 36 SadTalker</a:t>
            </a:r>
          </a:p>
        </p:txBody>
      </p:sp>
      <p:sp>
        <p:nvSpPr>
          <p:cNvPr id="9" name="">
            <a:extLst xmlns:a="http://schemas.openxmlformats.org/drawingml/2006/main">
              <a:ext uri="{FF2B5EF4-FFF2-40B4-BE49-F238E27FC236}">
                <a16:creationId xmlns:a16="http://schemas.microsoft.com/office/drawing/2014/main" id="{DDAF9E41-183C-4B3C-929A-FBD40213AEA2}"/>
              </a:ext>
            </a:extLst>
          </p:cNvPr>
          <p:cNvSpPr>
            <a:spLocks xmlns:a="http://schemas.openxmlformats.org/drawingml/2006/main" noGrp="1"/>
          </p:cNvSpPr>
          <p:nvPr/>
        </p:nvSpPr>
        <p:spPr>
          <a:xfrm xmlns:a="http://schemas.openxmlformats.org/drawingml/2006/main">
            <a:off x="628650" y="4048125"/>
            <a:ext cx="2333625" cy="1333500"/>
          </a:xfrm>
          <a:prstGeom xmlns:a="http://schemas.openxmlformats.org/drawingml/2006/main" prst="roundRect">
            <a:avLst>
              <a:gd name="adj" fmla="val 571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62AE872-C947-4979-959B-DEDA987497AA}"/>
              </a:ext>
            </a:extLst>
          </p:cNvPr>
          <p:cNvSpPr>
            <a:spLocks xmlns:a="http://schemas.openxmlformats.org/drawingml/2006/main" noGrp="1"/>
          </p:cNvSpPr>
          <p:nvPr/>
        </p:nvSpPr>
        <p:spPr>
          <a:xfrm xmlns:a="http://schemas.openxmlformats.org/drawingml/2006/main">
            <a:off x="800100" y="4162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Peer pair</a:t>
            </a:r>
          </a:p>
        </p:txBody>
      </p:sp>
      <p:sp>
        <p:nvSpPr>
          <p:cNvPr id="11" name="">
            <a:extLst xmlns:a="http://schemas.openxmlformats.org/drawingml/2006/main">
              <a:ext uri="{FF2B5EF4-FFF2-40B4-BE49-F238E27FC236}">
                <a16:creationId xmlns:a16="http://schemas.microsoft.com/office/drawing/2014/main" id="{7B7481B8-DC61-4927-B06A-719FC67CBCEF}"/>
              </a:ext>
            </a:extLst>
          </p:cNvPr>
          <p:cNvSpPr>
            <a:spLocks xmlns:a="http://schemas.openxmlformats.org/drawingml/2006/main" noGrp="1"/>
          </p:cNvSpPr>
          <p:nvPr/>
        </p:nvSpPr>
        <p:spPr>
          <a:xfrm xmlns:a="http://schemas.openxmlformats.org/drawingml/2006/main">
            <a:off x="800100" y="4543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Control + A=1 modified</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Private files, hash provenance</a:t>
            </a:r>
          </a:p>
        </p:txBody>
      </p:sp>
      <p:sp>
        <p:nvSpPr>
          <p:cNvPr id="12" name="">
            <a:extLst xmlns:a="http://schemas.openxmlformats.org/drawingml/2006/main">
              <a:ext uri="{FF2B5EF4-FFF2-40B4-BE49-F238E27FC236}">
                <a16:creationId xmlns:a16="http://schemas.microsoft.com/office/drawing/2014/main" id="{F5612057-4875-4CE8-8243-0F6379381342}"/>
              </a:ext>
            </a:extLst>
          </p:cNvPr>
          <p:cNvSpPr>
            <a:spLocks xmlns:a="http://schemas.openxmlformats.org/drawingml/2006/main" noGrp="1"/>
          </p:cNvSpPr>
          <p:nvPr/>
        </p:nvSpPr>
        <p:spPr>
          <a:xfrm xmlns:a="http://schemas.openxmlformats.org/drawingml/2006/main">
            <a:off x="4095750" y="1381125"/>
            <a:ext cx="2952750" cy="1333500"/>
          </a:xfrm>
          <a:prstGeom xmlns:a="http://schemas.openxmlformats.org/drawingml/2006/main" prst="roundRect">
            <a:avLst>
              <a:gd name="adj" fmla="val 5714"/>
            </a:avLst>
          </a:prstGeom>
          <a:solidFill xmlns:a="http://schemas.openxmlformats.org/drawingml/2006/main">
            <a:srgbClr val="E7F7F5"/>
          </a:solidFill>
          <a:ln xmlns:a="http://schemas.openxmlformats.org/drawingml/2006/main" w="19050">
            <a:solidFill>
              <a:srgbClr val="159E9C"/>
            </a:solidFill>
          </a:ln>
        </p:spPr>
      </p:sp>
      <p:sp>
        <p:nvSpPr>
          <p:cNvPr id="13" name="">
            <a:extLst xmlns:a="http://schemas.openxmlformats.org/drawingml/2006/main">
              <a:ext uri="{FF2B5EF4-FFF2-40B4-BE49-F238E27FC236}">
                <a16:creationId xmlns:a16="http://schemas.microsoft.com/office/drawing/2014/main" id="{A70DF086-9C36-4670-8921-8126973B546B}"/>
              </a:ext>
            </a:extLst>
          </p:cNvPr>
          <p:cNvSpPr>
            <a:spLocks xmlns:a="http://schemas.openxmlformats.org/drawingml/2006/main" noGrp="1"/>
          </p:cNvSpPr>
          <p:nvPr/>
        </p:nvSpPr>
        <p:spPr>
          <a:xfrm xmlns:a="http://schemas.openxmlformats.org/drawingml/2006/main">
            <a:off x="4267200" y="1495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vl1pPr algn="l">
              <a:buNone/>
              <a:defRPr sz="1650" b="1">
                <a:solidFill>
                  <a:srgbClr val="159E9C"/>
                </a:solidFill>
                <a:latin typeface="Helvetica Neue"/>
                <a:ea typeface="Helvetica Neue"/>
                <a:cs typeface="Helvetica Neue"/>
              </a:defRPr>
            </a:lvl1pPr>
            <a:lvl2pPr algn="l">
              <a:buNone/>
              <a:defRPr sz="1650" b="1">
                <a:solidFill>
                  <a:srgbClr val="159E9C"/>
                </a:solidFill>
                <a:latin typeface="Helvetica Neue"/>
                <a:ea typeface="Helvetica Neue"/>
                <a:cs typeface="Helvetica Neue"/>
              </a:defRPr>
            </a:lvl2pPr>
            <a:lvl3pPr algn="l">
              <a:buNone/>
              <a:defRPr sz="1650" b="1">
                <a:solidFill>
                  <a:srgbClr val="159E9C"/>
                </a:solidFill>
                <a:latin typeface="Helvetica Neue"/>
                <a:ea typeface="Helvetica Neue"/>
                <a:cs typeface="Helvetica Neue"/>
              </a:defRPr>
            </a:lvl3pPr>
            <a:lvl4pPr algn="l">
              <a:buNone/>
              <a:defRPr sz="1650" b="1">
                <a:solidFill>
                  <a:srgbClr val="159E9C"/>
                </a:solidFill>
                <a:latin typeface="Helvetica Neue"/>
                <a:ea typeface="Helvetica Neue"/>
                <a:cs typeface="Helvetica Neue"/>
              </a:defRPr>
            </a:lvl4pPr>
            <a:lvl5pPr algn="l">
              <a:buNone/>
              <a:defRPr sz="1650" b="1">
                <a:solidFill>
                  <a:srgbClr val="159E9C"/>
                </a:solidFill>
                <a:latin typeface="Helvetica Neue"/>
                <a:ea typeface="Helvetica Neue"/>
                <a:cs typeface="Helvetica Neue"/>
              </a:defRPr>
            </a:lvl5pPr>
            <a:lvl6pPr algn="l">
              <a:buNone/>
              <a:defRPr sz="1650" b="1">
                <a:solidFill>
                  <a:srgbClr val="159E9C"/>
                </a:solidFill>
                <a:latin typeface="Helvetica Neue"/>
                <a:ea typeface="Helvetica Neue"/>
                <a:cs typeface="Helvetica Neue"/>
              </a:defRPr>
            </a:lvl6pPr>
            <a:lvl7pPr algn="l">
              <a:buNone/>
              <a:defRPr sz="1650" b="1">
                <a:solidFill>
                  <a:srgbClr val="159E9C"/>
                </a:solidFill>
                <a:latin typeface="Helvetica Neue"/>
                <a:ea typeface="Helvetica Neue"/>
                <a:cs typeface="Helvetica Neue"/>
              </a:defRPr>
            </a:lvl7pPr>
            <a:lvl8pPr algn="l">
              <a:buNone/>
              <a:defRPr sz="1650" b="1">
                <a:solidFill>
                  <a:srgbClr val="159E9C"/>
                </a:solidFill>
                <a:latin typeface="Helvetica Neue"/>
                <a:ea typeface="Helvetica Neue"/>
                <a:cs typeface="Helvetica Neue"/>
              </a:defRPr>
            </a:lvl8pPr>
            <a:lvl9pPr algn="l">
              <a:buNone/>
              <a:defRPr sz="1650" b="1">
                <a:solidFill>
                  <a:srgbClr val="159E9C"/>
                </a:solidFill>
                <a:latin typeface="Helvetica Neue"/>
                <a:ea typeface="Helvetica Neue"/>
                <a:cs typeface="Helvetica Neue"/>
              </a:defRPr>
            </a:lvl9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Lip channel</a:t>
            </a:r>
          </a:p>
        </p:txBody>
      </p:sp>
      <p:sp>
        <p:nvSpPr>
          <p:cNvPr id="14" name="">
            <a:extLst xmlns:a="http://schemas.openxmlformats.org/drawingml/2006/main">
              <a:ext uri="{FF2B5EF4-FFF2-40B4-BE49-F238E27FC236}">
                <a16:creationId xmlns:a16="http://schemas.microsoft.com/office/drawing/2014/main" id="{76B94430-288F-4692-BB56-0910C627EA92}"/>
              </a:ext>
            </a:extLst>
          </p:cNvPr>
          <p:cNvSpPr>
            <a:spLocks xmlns:a="http://schemas.openxmlformats.org/drawingml/2006/main" noGrp="1"/>
          </p:cNvSpPr>
          <p:nvPr/>
        </p:nvSpPr>
        <p:spPr>
          <a:xfrm xmlns:a="http://schemas.openxmlformats.org/drawingml/2006/main">
            <a:off x="4267200" y="1876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vs compact windows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Viseme and shuffled controls</a:t>
            </a:r>
          </a:p>
        </p:txBody>
      </p:sp>
      <p:sp>
        <p:nvSpPr>
          <p:cNvPr id="15" name="">
            <a:extLst xmlns:a="http://schemas.openxmlformats.org/drawingml/2006/main">
              <a:ext uri="{FF2B5EF4-FFF2-40B4-BE49-F238E27FC236}">
                <a16:creationId xmlns:a16="http://schemas.microsoft.com/office/drawing/2014/main" id="{1FE98A58-D0C0-441C-9C4B-E228D83A18A2}"/>
              </a:ext>
            </a:extLst>
          </p:cNvPr>
          <p:cNvSpPr>
            <a:spLocks xmlns:a="http://schemas.openxmlformats.org/drawingml/2006/main" noGrp="1"/>
          </p:cNvSpPr>
          <p:nvPr/>
        </p:nvSpPr>
        <p:spPr>
          <a:xfrm xmlns:a="http://schemas.openxmlformats.org/drawingml/2006/main">
            <a:off x="4095750" y="4048125"/>
            <a:ext cx="2952750" cy="1333500"/>
          </a:xfrm>
          <a:prstGeom xmlns:a="http://schemas.openxmlformats.org/drawingml/2006/main" prst="roundRect">
            <a:avLst>
              <a:gd name="adj" fmla="val 5714"/>
            </a:avLst>
          </a:prstGeom>
          <a:solidFill xmlns:a="http://schemas.openxmlformats.org/drawingml/2006/main">
            <a:srgbClr val="FCECEC"/>
          </a:solidFill>
          <a:ln xmlns:a="http://schemas.openxmlformats.org/drawingml/2006/main" w="19050">
            <a:solidFill>
              <a:srgbClr val="D64545"/>
            </a:solidFill>
          </a:ln>
        </p:spPr>
      </p:sp>
      <p:sp>
        <p:nvSpPr>
          <p:cNvPr id="16" name="">
            <a:extLst xmlns:a="http://schemas.openxmlformats.org/drawingml/2006/main">
              <a:ext uri="{FF2B5EF4-FFF2-40B4-BE49-F238E27FC236}">
                <a16:creationId xmlns:a16="http://schemas.microsoft.com/office/drawing/2014/main" id="{DF842149-7405-467B-8928-B76C050F3C46}"/>
              </a:ext>
            </a:extLst>
          </p:cNvPr>
          <p:cNvSpPr>
            <a:spLocks xmlns:a="http://schemas.openxmlformats.org/drawingml/2006/main" noGrp="1"/>
          </p:cNvSpPr>
          <p:nvPr/>
        </p:nvSpPr>
        <p:spPr>
          <a:xfrm xmlns:a="http://schemas.openxmlformats.org/drawingml/2006/main">
            <a:off x="4267200" y="4162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Chromatic channel</a:t>
            </a:r>
          </a:p>
        </p:txBody>
      </p:sp>
      <p:sp>
        <p:nvSpPr>
          <p:cNvPr id="17" name="">
            <a:extLst xmlns:a="http://schemas.openxmlformats.org/drawingml/2006/main">
              <a:ext uri="{FF2B5EF4-FFF2-40B4-BE49-F238E27FC236}">
                <a16:creationId xmlns:a16="http://schemas.microsoft.com/office/drawing/2014/main" id="{B13E9D32-359C-43F5-ACDE-C3199C690081}"/>
              </a:ext>
            </a:extLst>
          </p:cNvPr>
          <p:cNvSpPr>
            <a:spLocks xmlns:a="http://schemas.openxmlformats.org/drawingml/2006/main" noGrp="1"/>
          </p:cNvSpPr>
          <p:nvPr/>
        </p:nvSpPr>
        <p:spPr>
          <a:xfrm xmlns:a="http://schemas.openxmlformats.org/drawingml/2006/main">
            <a:off x="4267200" y="4543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RGB difference + FFT</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Neutral re-encode control</a:t>
            </a:r>
          </a:p>
        </p:txBody>
      </p:sp>
      <p:sp>
        <p:nvSpPr>
          <p:cNvPr id="18" name="">
            <a:extLst xmlns:a="http://schemas.openxmlformats.org/drawingml/2006/main">
              <a:ext uri="{FF2B5EF4-FFF2-40B4-BE49-F238E27FC236}">
                <a16:creationId xmlns:a16="http://schemas.microsoft.com/office/drawing/2014/main" id="{D01FEDE2-09D5-4FFB-9642-30BD4DA9BD53}"/>
              </a:ext>
            </a:extLst>
          </p:cNvPr>
          <p:cNvSpPr>
            <a:spLocks xmlns:a="http://schemas.openxmlformats.org/drawingml/2006/main" noGrp="1"/>
          </p:cNvSpPr>
          <p:nvPr/>
        </p:nvSpPr>
        <p:spPr>
          <a:xfrm xmlns:a="http://schemas.openxmlformats.org/drawingml/2006/main">
            <a:off x="8334375" y="1381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19" name="">
            <a:extLst xmlns:a="http://schemas.openxmlformats.org/drawingml/2006/main">
              <a:ext uri="{FF2B5EF4-FFF2-40B4-BE49-F238E27FC236}">
                <a16:creationId xmlns:a16="http://schemas.microsoft.com/office/drawing/2014/main" id="{AC950D05-3A46-410A-A31B-2EA4FF27420E}"/>
              </a:ext>
            </a:extLst>
          </p:cNvPr>
          <p:cNvSpPr>
            <a:spLocks xmlns:a="http://schemas.openxmlformats.org/drawingml/2006/main" noGrp="1"/>
          </p:cNvSpPr>
          <p:nvPr/>
        </p:nvSpPr>
        <p:spPr>
          <a:xfrm xmlns:a="http://schemas.openxmlformats.org/drawingml/2006/main">
            <a:off x="8505825" y="1495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Nested grouped evaluation</a:t>
            </a:r>
          </a:p>
        </p:txBody>
      </p:sp>
      <p:sp>
        <p:nvSpPr>
          <p:cNvPr id="20" name="">
            <a:extLst xmlns:a="http://schemas.openxmlformats.org/drawingml/2006/main">
              <a:ext uri="{FF2B5EF4-FFF2-40B4-BE49-F238E27FC236}">
                <a16:creationId xmlns:a16="http://schemas.microsoft.com/office/drawing/2014/main" id="{9DBF2EF0-54D2-45CD-84A0-BAE571F5B78D}"/>
              </a:ext>
            </a:extLst>
          </p:cNvPr>
          <p:cNvSpPr>
            <a:spLocks xmlns:a="http://schemas.openxmlformats.org/drawingml/2006/main" noGrp="1"/>
          </p:cNvSpPr>
          <p:nvPr/>
        </p:nvSpPr>
        <p:spPr>
          <a:xfrm xmlns:a="http://schemas.openxmlformats.org/drawingml/2006/main">
            <a:off x="8505825" y="1876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20 × four-fold outer</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3-fold inner log-loss</a:t>
            </a:r>
          </a:p>
        </p:txBody>
      </p:sp>
      <p:sp>
        <p:nvSpPr>
          <p:cNvPr id="21" name="">
            <a:extLst xmlns:a="http://schemas.openxmlformats.org/drawingml/2006/main">
              <a:ext uri="{FF2B5EF4-FFF2-40B4-BE49-F238E27FC236}">
                <a16:creationId xmlns:a16="http://schemas.microsoft.com/office/drawing/2014/main" id="{933CC561-38B7-40D0-8F44-BD66EBAB8825}"/>
              </a:ext>
            </a:extLst>
          </p:cNvPr>
          <p:cNvSpPr>
            <a:spLocks xmlns:a="http://schemas.openxmlformats.org/drawingml/2006/main" noGrp="1"/>
          </p:cNvSpPr>
          <p:nvPr/>
        </p:nvSpPr>
        <p:spPr>
          <a:xfrm xmlns:a="http://schemas.openxmlformats.org/drawingml/2006/main">
            <a:off x="8334375" y="4048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22" name="">
            <a:extLst xmlns:a="http://schemas.openxmlformats.org/drawingml/2006/main">
              <a:ext uri="{FF2B5EF4-FFF2-40B4-BE49-F238E27FC236}">
                <a16:creationId xmlns:a16="http://schemas.microsoft.com/office/drawing/2014/main" id="{1E4F3403-A51B-4518-A1C4-7BBCD6EB6040}"/>
              </a:ext>
            </a:extLst>
          </p:cNvPr>
          <p:cNvSpPr>
            <a:spLocks xmlns:a="http://schemas.openxmlformats.org/drawingml/2006/main" noGrp="1"/>
          </p:cNvSpPr>
          <p:nvPr/>
        </p:nvSpPr>
        <p:spPr>
          <a:xfrm xmlns:a="http://schemas.openxmlformats.org/drawingml/2006/main">
            <a:off x="8505825" y="4162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p>
        </p:txBody>
      </p:sp>
      <p:sp>
        <p:nvSpPr>
          <p:cNvPr id="23" name="">
            <a:extLst xmlns:a="http://schemas.openxmlformats.org/drawingml/2006/main">
              <a:ext uri="{FF2B5EF4-FFF2-40B4-BE49-F238E27FC236}">
                <a16:creationId xmlns:a16="http://schemas.microsoft.com/office/drawing/2014/main" id="{6E365D9C-84EB-456B-B2D4-D4A92260BC02}"/>
              </a:ext>
            </a:extLst>
          </p:cNvPr>
          <p:cNvSpPr>
            <a:spLocks xmlns:a="http://schemas.openxmlformats.org/drawingml/2006/main" noGrp="1"/>
          </p:cNvSpPr>
          <p:nvPr/>
        </p:nvSpPr>
        <p:spPr>
          <a:xfrm xmlns:a="http://schemas.openxmlformats.org/drawingml/2006/main">
            <a:off x="8505825" y="4543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Hz energy</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Compression, resize, 15 FPS</a:t>
            </a:r>
          </a:p>
        </p:txBody>
      </p:sp>
      <p:sp>
        <p:nvSpPr>
          <p:cNvPr id="24" name="">
            <a:extLst xmlns:a="http://schemas.openxmlformats.org/drawingml/2006/main">
              <a:ext uri="{FF2B5EF4-FFF2-40B4-BE49-F238E27FC236}">
                <a16:creationId xmlns:a16="http://schemas.microsoft.com/office/drawing/2014/main" id="{1120E064-308A-45FF-A7BF-F9066DCDDBD6}"/>
              </a:ext>
            </a:extLst>
          </p:cNvPr>
          <p:cNvSpPr>
            <a:spLocks xmlns:a="http://schemas.openxmlformats.org/drawingml/2006/main" noGrp="1"/>
          </p:cNvSpPr>
          <p:nvPr/>
        </p:nvSpPr>
        <p:spPr>
          <a:xfrm xmlns:a="http://schemas.openxmlformats.org/drawingml/2006/main">
            <a:off x="2962275" y="2047875"/>
            <a:ext cx="11334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5" name="">
            <a:extLst xmlns:a="http://schemas.openxmlformats.org/drawingml/2006/main">
              <a:ext uri="{FF2B5EF4-FFF2-40B4-BE49-F238E27FC236}">
                <a16:creationId xmlns:a16="http://schemas.microsoft.com/office/drawing/2014/main" id="{395697C5-DCC0-4EE5-B0CE-1A279C4290AC}"/>
              </a:ext>
            </a:extLst>
          </p:cNvPr>
          <p:cNvSpPr>
            <a:spLocks xmlns:a="http://schemas.openxmlformats.org/drawingml/2006/main" noGrp="1"/>
          </p:cNvSpPr>
          <p:nvPr/>
        </p:nvSpPr>
        <p:spPr>
          <a:xfrm xmlns:a="http://schemas.openxmlformats.org/drawingml/2006/main">
            <a:off x="7048500" y="2047875"/>
            <a:ext cx="1285875" cy="0"/>
          </a:xfrm>
          <a:prstGeom xmlns:a="http://schemas.openxmlformats.org/drawingml/2006/main" prst="line">
            <a:avLst/>
          </a:prstGeom>
          <a:noFill xmlns:a="http://schemas.openxmlformats.org/drawingml/2006/main"/>
          <a:ln xmlns:a="http://schemas.openxmlformats.org/drawingml/2006/main" w="19050">
            <a:solidFill>
              <a:srgbClr val="159E9C"/>
            </a:solidFill>
          </a:ln>
        </p:spPr>
      </p:sp>
      <p:sp>
        <p:nvSpPr>
          <p:cNvPr id="26" name="">
            <a:extLst xmlns:a="http://schemas.openxmlformats.org/drawingml/2006/main">
              <a:ext uri="{FF2B5EF4-FFF2-40B4-BE49-F238E27FC236}">
                <a16:creationId xmlns:a16="http://schemas.microsoft.com/office/drawing/2014/main" id="{CFBA5E3B-D7D8-4ABF-872E-6DCEEFDEB00A}"/>
              </a:ext>
            </a:extLst>
          </p:cNvPr>
          <p:cNvSpPr>
            <a:spLocks xmlns:a="http://schemas.openxmlformats.org/drawingml/2006/main" noGrp="1"/>
          </p:cNvSpPr>
          <p:nvPr/>
        </p:nvSpPr>
        <p:spPr>
          <a:xfrm xmlns:a="http://schemas.openxmlformats.org/drawingml/2006/main">
            <a:off x="2962275" y="4714875"/>
            <a:ext cx="1133475"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7" name="">
            <a:extLst xmlns:a="http://schemas.openxmlformats.org/drawingml/2006/main">
              <a:ext uri="{FF2B5EF4-FFF2-40B4-BE49-F238E27FC236}">
                <a16:creationId xmlns:a16="http://schemas.microsoft.com/office/drawing/2014/main" id="{398F294B-51B8-4D14-B6F3-D6780B1E6CA3}"/>
              </a:ext>
            </a:extLst>
          </p:cNvPr>
          <p:cNvSpPr>
            <a:spLocks xmlns:a="http://schemas.openxmlformats.org/drawingml/2006/main" noGrp="1"/>
          </p:cNvSpPr>
          <p:nvPr/>
        </p:nvSpPr>
        <p:spPr>
          <a:xfrm xmlns:a="http://schemas.openxmlformats.org/drawingml/2006/main">
            <a:off x="7048500" y="4714875"/>
            <a:ext cx="1285875" cy="0"/>
          </a:xfrm>
          <a:prstGeom xmlns:a="http://schemas.openxmlformats.org/drawingml/2006/main" prst="line">
            <a:avLst/>
          </a:prstGeom>
          <a:noFill xmlns:a="http://schemas.openxmlformats.org/drawingml/2006/main"/>
          <a:ln xmlns:a="http://schemas.openxmlformats.org/drawingml/2006/main" w="19050">
            <a:solidFill>
              <a:srgbClr val="D64545"/>
            </a:solidFill>
          </a:ln>
        </p:spPr>
      </p:sp>
      <p:sp>
        <p:nvSpPr>
          <p:cNvPr id="28" name="">
            <a:extLst xmlns:a="http://schemas.openxmlformats.org/drawingml/2006/main">
              <a:ext uri="{FF2B5EF4-FFF2-40B4-BE49-F238E27FC236}">
                <a16:creationId xmlns:a16="http://schemas.microsoft.com/office/drawing/2014/main" id="{985D4457-DF83-4695-A989-A9AB8A673138}"/>
              </a:ext>
            </a:extLst>
          </p:cNvPr>
          <p:cNvSpPr>
            <a:spLocks xmlns:a="http://schemas.openxmlformats.org/drawingml/2006/main" noGrp="1"/>
          </p:cNvSpPr>
          <p:nvPr/>
        </p:nvSpPr>
        <p:spPr>
          <a:xfrm xmlns:a="http://schemas.openxmlformats.org/drawingml/2006/main">
            <a:off x="3733800" y="585787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102A43"/>
                </a:solidFill>
                <a:latin typeface="Helvetica Neue"/>
                <a:ea typeface="Helvetica Neue"/>
                <a:cs typeface="Helvetica Neue"/>
              </a:defRPr>
            </a:defPPr>
            <a:lvl1pPr algn="ctr">
              <a:buNone/>
              <a:defRPr sz="1425" b="1">
                <a:solidFill>
                  <a:srgbClr val="102A43"/>
                </a:solidFill>
                <a:latin typeface="Helvetica Neue"/>
                <a:ea typeface="Helvetica Neue"/>
                <a:cs typeface="Helvetica Neue"/>
              </a:defRPr>
            </a:lvl1pPr>
            <a:lvl2pPr algn="ctr">
              <a:buNone/>
              <a:defRPr sz="1425" b="1">
                <a:solidFill>
                  <a:srgbClr val="102A43"/>
                </a:solidFill>
                <a:latin typeface="Helvetica Neue"/>
                <a:ea typeface="Helvetica Neue"/>
                <a:cs typeface="Helvetica Neue"/>
              </a:defRPr>
            </a:lvl2pPr>
            <a:lvl3pPr algn="ctr">
              <a:buNone/>
              <a:defRPr sz="1425" b="1">
                <a:solidFill>
                  <a:srgbClr val="102A43"/>
                </a:solidFill>
                <a:latin typeface="Helvetica Neue"/>
                <a:ea typeface="Helvetica Neue"/>
                <a:cs typeface="Helvetica Neue"/>
              </a:defRPr>
            </a:lvl3pPr>
            <a:lvl4pPr algn="ctr">
              <a:buNone/>
              <a:defRPr sz="1425" b="1">
                <a:solidFill>
                  <a:srgbClr val="102A43"/>
                </a:solidFill>
                <a:latin typeface="Helvetica Neue"/>
                <a:ea typeface="Helvetica Neue"/>
                <a:cs typeface="Helvetica Neue"/>
              </a:defRPr>
            </a:lvl4pPr>
            <a:lvl5pPr algn="ctr">
              <a:buNone/>
              <a:defRPr sz="1425" b="1">
                <a:solidFill>
                  <a:srgbClr val="102A43"/>
                </a:solidFill>
                <a:latin typeface="Helvetica Neue"/>
                <a:ea typeface="Helvetica Neue"/>
                <a:cs typeface="Helvetica Neue"/>
              </a:defRPr>
            </a:lvl5pPr>
            <a:lvl6pPr algn="ctr">
              <a:buNone/>
              <a:defRPr sz="1425" b="1">
                <a:solidFill>
                  <a:srgbClr val="102A43"/>
                </a:solidFill>
                <a:latin typeface="Helvetica Neue"/>
                <a:ea typeface="Helvetica Neue"/>
                <a:cs typeface="Helvetica Neue"/>
              </a:defRPr>
            </a:lvl6pPr>
            <a:lvl7pPr algn="ctr">
              <a:buNone/>
              <a:defRPr sz="1425" b="1">
                <a:solidFill>
                  <a:srgbClr val="102A43"/>
                </a:solidFill>
                <a:latin typeface="Helvetica Neue"/>
                <a:ea typeface="Helvetica Neue"/>
                <a:cs typeface="Helvetica Neue"/>
              </a:defRPr>
            </a:lvl7pPr>
            <a:lvl8pPr algn="ctr">
              <a:buNone/>
              <a:defRPr sz="1425" b="1">
                <a:solidFill>
                  <a:srgbClr val="102A43"/>
                </a:solidFill>
                <a:latin typeface="Helvetica Neue"/>
                <a:ea typeface="Helvetica Neue"/>
                <a:cs typeface="Helvetica Neue"/>
              </a:defRPr>
            </a:lvl8pPr>
            <a:lvl9pPr algn="ctr">
              <a:buNone/>
              <a:defRPr sz="1425" b="1">
                <a:solidFill>
                  <a:srgbClr val="102A43"/>
                </a:solidFill>
                <a:latin typeface="Helvetica Neue"/>
                <a:ea typeface="Helvetica Neue"/>
                <a:cs typeface="Helvetica Neue"/>
              </a:defRPr>
            </a:lvl9pPr>
          </a:lstStyle>
          <a:p xmlns:a="http://schemas.openxmlformats.org/drawingml/2006/main">
            <a:pPr algn="ctr">
              <a:buNone/>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Separate evidence. No fusion tuned on one peer pair.</a:t>
            </a:r>
          </a:p>
        </p:txBody>
      </p:sp>
    </p:spTree>
    <p:extLst>
      <p:ext uri="{BB962C8B-B14F-4D97-AF65-F5344CB8AC3E}">
        <p14:creationId xmlns:p14="http://schemas.microsoft.com/office/powerpoint/2010/main" val="21148610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27F8738-46AF-450B-9D3C-084F52A3E6E9}"/>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and our defensive question</a:t>
            </a:r>
          </a:p>
        </p:txBody>
      </p:sp>
      <p:sp>
        <p:nvSpPr>
          <p:cNvPr id="2" name="">
            <a:extLst xmlns:a="http://schemas.openxmlformats.org/drawingml/2006/main">
              <a:ext uri="{FF2B5EF4-FFF2-40B4-BE49-F238E27FC236}">
                <a16:creationId xmlns:a16="http://schemas.microsoft.com/office/drawing/2014/main" id="{BB110AB5-5224-4BD6-A2BC-93F0F46E070D}"/>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4A99B9EA-942E-4B5D-8F8C-B62BD08C0FC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DD449B-06DA-4432-90AE-D42067C3F942}"/>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D41436-FAC4-4F73-A54E-865EB33A252A}"/>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p>
        </p:txBody>
      </p:sp>
      <p:sp>
        <p:nvSpPr>
          <p:cNvPr id="6" name="">
            <a:extLst xmlns:a="http://schemas.openxmlformats.org/drawingml/2006/main">
              <a:ext uri="{FF2B5EF4-FFF2-40B4-BE49-F238E27FC236}">
                <a16:creationId xmlns:a16="http://schemas.microsoft.com/office/drawing/2014/main" id="{EBEE56A8-EEF0-477F-BEB7-7D038BBB4DFA}"/>
              </a:ext>
            </a:extLst>
          </p:cNvPr>
          <p:cNvSpPr>
            <a:spLocks xmlns:a="http://schemas.openxmlformats.org/drawingml/2006/main" noGrp="1"/>
          </p:cNvSpPr>
          <p:nvPr/>
        </p:nvSpPr>
        <p:spPr>
          <a:xfrm xmlns:a="http://schemas.openxmlformats.org/drawingml/2006/main">
            <a:off x="666750" y="1666875"/>
            <a:ext cx="2619375" cy="1238250"/>
          </a:xfrm>
          <a:prstGeom xmlns:a="http://schemas.openxmlformats.org/drawingml/2006/main" prst="roundRect">
            <a:avLst>
              <a:gd name="adj" fmla="val 6154"/>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6D9C97A2-A4C9-4EA8-93C6-B55156401CAC}"/>
              </a:ext>
            </a:extLst>
          </p:cNvPr>
          <p:cNvSpPr>
            <a:spLocks xmlns:a="http://schemas.openxmlformats.org/drawingml/2006/main" noGrp="1"/>
          </p:cNvSpPr>
          <p:nvPr/>
        </p:nvSpPr>
        <p:spPr>
          <a:xfrm xmlns:a="http://schemas.openxmlformats.org/drawingml/2006/main">
            <a:off x="838200"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p>
        </p:txBody>
      </p:sp>
      <p:sp>
        <p:nvSpPr>
          <p:cNvPr id="8" name="">
            <a:extLst xmlns:a="http://schemas.openxmlformats.org/drawingml/2006/main">
              <a:ext uri="{FF2B5EF4-FFF2-40B4-BE49-F238E27FC236}">
                <a16:creationId xmlns:a16="http://schemas.microsoft.com/office/drawing/2014/main" id="{5B6BB8F9-E564-44FA-84A9-2817EC9EBEBF}"/>
              </a:ext>
            </a:extLst>
          </p:cNvPr>
          <p:cNvSpPr>
            <a:spLocks xmlns:a="http://schemas.openxmlformats.org/drawingml/2006/main" noGrp="1"/>
          </p:cNvSpPr>
          <p:nvPr/>
        </p:nvSpPr>
        <p:spPr>
          <a:xfrm xmlns:a="http://schemas.openxmlformats.org/drawingml/2006/main">
            <a:off x="838200"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SadTalker-style speech-to-face output</a:t>
            </a:r>
          </a:p>
        </p:txBody>
      </p:sp>
      <p:sp>
        <p:nvSpPr>
          <p:cNvPr id="9" name="">
            <a:extLst xmlns:a="http://schemas.openxmlformats.org/drawingml/2006/main">
              <a:ext uri="{FF2B5EF4-FFF2-40B4-BE49-F238E27FC236}">
                <a16:creationId xmlns:a16="http://schemas.microsoft.com/office/drawing/2014/main" id="{A74BEE6E-A2AA-4D7A-9F89-D1006022054F}"/>
              </a:ext>
            </a:extLst>
          </p:cNvPr>
          <p:cNvSpPr>
            <a:spLocks xmlns:a="http://schemas.openxmlformats.org/drawingml/2006/main" noGrp="1"/>
          </p:cNvSpPr>
          <p:nvPr/>
        </p:nvSpPr>
        <p:spPr>
          <a:xfrm xmlns:a="http://schemas.openxmlformats.org/drawingml/2006/main">
            <a:off x="4810125" y="1666875"/>
            <a:ext cx="2619375" cy="1238250"/>
          </a:xfrm>
          <a:prstGeom xmlns:a="http://schemas.openxmlformats.org/drawingml/2006/main" prst="roundRect">
            <a:avLst>
              <a:gd name="adj" fmla="val 615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DB30E31-5697-4E1D-8C13-D7BA59B63879}"/>
              </a:ext>
            </a:extLst>
          </p:cNvPr>
          <p:cNvSpPr>
            <a:spLocks xmlns:a="http://schemas.openxmlformats.org/drawingml/2006/main" noGrp="1"/>
          </p:cNvSpPr>
          <p:nvPr/>
        </p:nvSpPr>
        <p:spPr>
          <a:xfrm xmlns:a="http://schemas.openxmlformats.org/drawingml/2006/main">
            <a:off x="498157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p>
        </p:txBody>
      </p:sp>
      <p:sp>
        <p:nvSpPr>
          <p:cNvPr id="11" name="">
            <a:extLst xmlns:a="http://schemas.openxmlformats.org/drawingml/2006/main">
              <a:ext uri="{FF2B5EF4-FFF2-40B4-BE49-F238E27FC236}">
                <a16:creationId xmlns:a16="http://schemas.microsoft.com/office/drawing/2014/main" id="{B825E65C-0960-42DF-B73A-4983E30BA05E}"/>
              </a:ext>
            </a:extLst>
          </p:cNvPr>
          <p:cNvSpPr>
            <a:spLocks xmlns:a="http://schemas.openxmlformats.org/drawingml/2006/main" noGrp="1"/>
          </p:cNvSpPr>
          <p:nvPr/>
        </p:nvSpPr>
        <p:spPr>
          <a:xfrm xmlns:a="http://schemas.openxmlformats.org/drawingml/2006/main">
            <a:off x="498157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A=1 physiological-signal manipulation</a:t>
            </a:r>
          </a:p>
        </p:txBody>
      </p:sp>
      <p:sp>
        <p:nvSpPr>
          <p:cNvPr id="12" name="">
            <a:extLst xmlns:a="http://schemas.openxmlformats.org/drawingml/2006/main">
              <a:ext uri="{FF2B5EF4-FFF2-40B4-BE49-F238E27FC236}">
                <a16:creationId xmlns:a16="http://schemas.microsoft.com/office/drawing/2014/main" id="{5B2F8E6D-BA6C-4C06-95B9-34F788904151}"/>
              </a:ext>
            </a:extLst>
          </p:cNvPr>
          <p:cNvSpPr>
            <a:spLocks xmlns:a="http://schemas.openxmlformats.org/drawingml/2006/main" noGrp="1"/>
          </p:cNvSpPr>
          <p:nvPr/>
        </p:nvSpPr>
        <p:spPr>
          <a:xfrm xmlns:a="http://schemas.openxmlformats.org/drawingml/2006/main">
            <a:off x="8905875" y="1666875"/>
            <a:ext cx="2619375" cy="1238250"/>
          </a:xfrm>
          <a:prstGeom xmlns:a="http://schemas.openxmlformats.org/drawingml/2006/main" prst="roundRect">
            <a:avLst>
              <a:gd name="adj" fmla="val 6154"/>
            </a:avLst>
          </a:prstGeom>
          <a:solidFill xmlns:a="http://schemas.openxmlformats.org/drawingml/2006/main">
            <a:srgbClr val="EAF1FF"/>
          </a:solidFill>
          <a:ln xmlns:a="http://schemas.openxmlformats.org/drawingml/2006/main" w="19050">
            <a:solidFill>
              <a:srgbClr val="2F6BFF"/>
            </a:solidFill>
          </a:ln>
        </p:spPr>
      </p:sp>
      <p:sp>
        <p:nvSpPr>
          <p:cNvPr id="13" name="">
            <a:extLst xmlns:a="http://schemas.openxmlformats.org/drawingml/2006/main">
              <a:ext uri="{FF2B5EF4-FFF2-40B4-BE49-F238E27FC236}">
                <a16:creationId xmlns:a16="http://schemas.microsoft.com/office/drawing/2014/main" id="{C85AA3ED-0709-4D58-A065-81DA978888C0}"/>
              </a:ext>
            </a:extLst>
          </p:cNvPr>
          <p:cNvSpPr>
            <a:spLocks xmlns:a="http://schemas.openxmlformats.org/drawingml/2006/main" noGrp="1"/>
          </p:cNvSpPr>
          <p:nvPr/>
        </p:nvSpPr>
        <p:spPr>
          <a:xfrm xmlns:a="http://schemas.openxmlformats.org/drawingml/2006/main">
            <a:off x="907732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p>
        </p:txBody>
      </p:sp>
      <p:sp>
        <p:nvSpPr>
          <p:cNvPr id="14" name="">
            <a:extLst xmlns:a="http://schemas.openxmlformats.org/drawingml/2006/main">
              <a:ext uri="{FF2B5EF4-FFF2-40B4-BE49-F238E27FC236}">
                <a16:creationId xmlns:a16="http://schemas.microsoft.com/office/drawing/2014/main" id="{413D833A-814F-4DBD-9C9E-94DDA8A5785D}"/>
              </a:ext>
            </a:extLst>
          </p:cNvPr>
          <p:cNvSpPr>
            <a:spLocks xmlns:a="http://schemas.openxmlformats.org/drawingml/2006/main" noGrp="1"/>
          </p:cNvSpPr>
          <p:nvPr/>
        </p:nvSpPr>
        <p:spPr>
          <a:xfrm xmlns:a="http://schemas.openxmlformats.org/drawingml/2006/main">
            <a:off x="907732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Goal: make the fake look physiologically plausible</a:t>
            </a:r>
          </a:p>
        </p:txBody>
      </p:sp>
      <p:sp>
        <p:nvSpPr>
          <p:cNvPr id="15" name="">
            <a:extLst xmlns:a="http://schemas.openxmlformats.org/drawingml/2006/main">
              <a:ext uri="{FF2B5EF4-FFF2-40B4-BE49-F238E27FC236}">
                <a16:creationId xmlns:a16="http://schemas.microsoft.com/office/drawing/2014/main" id="{6656B1F7-20A5-462E-ABE8-C45DD6E43C54}"/>
              </a:ext>
            </a:extLst>
          </p:cNvPr>
          <p:cNvSpPr>
            <a:spLocks xmlns:a="http://schemas.openxmlformats.org/drawingml/2006/main" noGrp="1"/>
          </p:cNvSpPr>
          <p:nvPr/>
        </p:nvSpPr>
        <p:spPr>
          <a:xfrm xmlns:a="http://schemas.openxmlformats.org/drawingml/2006/main">
            <a:off x="3286125" y="2286000"/>
            <a:ext cx="15240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16" name="">
            <a:extLst xmlns:a="http://schemas.openxmlformats.org/drawingml/2006/main">
              <a:ext uri="{FF2B5EF4-FFF2-40B4-BE49-F238E27FC236}">
                <a16:creationId xmlns:a16="http://schemas.microsoft.com/office/drawing/2014/main" id="{0459F190-B562-4949-B1E2-3DB1BEBB9606}"/>
              </a:ext>
            </a:extLst>
          </p:cNvPr>
          <p:cNvSpPr>
            <a:spLocks xmlns:a="http://schemas.openxmlformats.org/drawingml/2006/main" noGrp="1"/>
          </p:cNvSpPr>
          <p:nvPr/>
        </p:nvSpPr>
        <p:spPr>
          <a:xfrm xmlns:a="http://schemas.openxmlformats.org/drawingml/2006/main">
            <a:off x="7429500" y="2286000"/>
            <a:ext cx="14763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17" name="">
            <a:extLst xmlns:a="http://schemas.openxmlformats.org/drawingml/2006/main">
              <a:ext uri="{FF2B5EF4-FFF2-40B4-BE49-F238E27FC236}">
                <a16:creationId xmlns:a16="http://schemas.microsoft.com/office/drawing/2014/main" id="{F599C5AD-BD42-4AC8-BF8B-A906E76B07AA}"/>
              </a:ext>
            </a:extLst>
          </p:cNvPr>
          <p:cNvSpPr>
            <a:spLocks xmlns:a="http://schemas.openxmlformats.org/drawingml/2006/main" noGrp="1"/>
          </p:cNvSpPr>
          <p:nvPr/>
        </p:nvSpPr>
        <p:spPr>
          <a:xfrm xmlns:a="http://schemas.openxmlformats.org/drawingml/2006/main">
            <a:off x="1666875" y="3714750"/>
            <a:ext cx="8858250" cy="381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385F99-4DE8-4885-96D5-A0C8DCEBB424}"/>
              </a:ext>
            </a:extLst>
          </p:cNvPr>
          <p:cNvSpPr>
            <a:spLocks xmlns:a="http://schemas.openxmlformats.org/drawingml/2006/main" noGrp="1"/>
          </p:cNvSpPr>
          <p:nvPr/>
        </p:nvSpPr>
        <p:spPr>
          <a:xfrm xmlns:a="http://schemas.openxmlformats.org/drawingml/2006/main">
            <a:off x="666750" y="40481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59E9C"/>
                </a:solidFill>
                <a:latin typeface="Helvetica Neue"/>
                <a:ea typeface="Helvetica Neue"/>
                <a:cs typeface="Helvetica Neue"/>
              </a:defRPr>
            </a:defPPr>
            <a:lvl1pPr algn="l">
              <a:buNone/>
              <a:defRPr sz="1800" b="1">
                <a:solidFill>
                  <a:srgbClr val="159E9C"/>
                </a:solidFill>
                <a:latin typeface="Helvetica Neue"/>
                <a:ea typeface="Helvetica Neue"/>
                <a:cs typeface="Helvetica Neue"/>
              </a:defRPr>
            </a:lvl1pPr>
            <a:lvl2pPr algn="l">
              <a:buNone/>
              <a:defRPr sz="1800" b="1">
                <a:solidFill>
                  <a:srgbClr val="159E9C"/>
                </a:solidFill>
                <a:latin typeface="Helvetica Neue"/>
                <a:ea typeface="Helvetica Neue"/>
                <a:cs typeface="Helvetica Neue"/>
              </a:defRPr>
            </a:lvl2pPr>
            <a:lvl3pPr algn="l">
              <a:buNone/>
              <a:defRPr sz="1800" b="1">
                <a:solidFill>
                  <a:srgbClr val="159E9C"/>
                </a:solidFill>
                <a:latin typeface="Helvetica Neue"/>
                <a:ea typeface="Helvetica Neue"/>
                <a:cs typeface="Helvetica Neue"/>
              </a:defRPr>
            </a:lvl3pPr>
            <a:lvl4pPr algn="l">
              <a:buNone/>
              <a:defRPr sz="1800" b="1">
                <a:solidFill>
                  <a:srgbClr val="159E9C"/>
                </a:solidFill>
                <a:latin typeface="Helvetica Neue"/>
                <a:ea typeface="Helvetica Neue"/>
                <a:cs typeface="Helvetica Neue"/>
              </a:defRPr>
            </a:lvl4pPr>
            <a:lvl5pPr algn="l">
              <a:buNone/>
              <a:defRPr sz="1800" b="1">
                <a:solidFill>
                  <a:srgbClr val="159E9C"/>
                </a:solidFill>
                <a:latin typeface="Helvetica Neue"/>
                <a:ea typeface="Helvetica Neue"/>
                <a:cs typeface="Helvetica Neue"/>
              </a:defRPr>
            </a:lvl5pPr>
            <a:lvl6pPr algn="l">
              <a:buNone/>
              <a:defRPr sz="1800" b="1">
                <a:solidFill>
                  <a:srgbClr val="159E9C"/>
                </a:solidFill>
                <a:latin typeface="Helvetica Neue"/>
                <a:ea typeface="Helvetica Neue"/>
                <a:cs typeface="Helvetica Neue"/>
              </a:defRPr>
            </a:lvl6pPr>
            <a:lvl7pPr algn="l">
              <a:buNone/>
              <a:defRPr sz="1800" b="1">
                <a:solidFill>
                  <a:srgbClr val="159E9C"/>
                </a:solidFill>
                <a:latin typeface="Helvetica Neue"/>
                <a:ea typeface="Helvetica Neue"/>
                <a:cs typeface="Helvetica Neue"/>
              </a:defRPr>
            </a:lvl7pPr>
            <a:lvl8pPr algn="l">
              <a:buNone/>
              <a:defRPr sz="1800" b="1">
                <a:solidFill>
                  <a:srgbClr val="159E9C"/>
                </a:solidFill>
                <a:latin typeface="Helvetica Neue"/>
                <a:ea typeface="Helvetica Neue"/>
                <a:cs typeface="Helvetica Neue"/>
              </a:defRPr>
            </a:lvl8pPr>
            <a:lvl9pPr algn="l">
              <a:buNone/>
              <a:defRPr sz="1800" b="1">
                <a:solidFill>
                  <a:srgbClr val="159E9C"/>
                </a:solidFill>
                <a:latin typeface="Helvetica Neue"/>
                <a:ea typeface="Helvetica Neue"/>
                <a:cs typeface="Helvetica Neue"/>
              </a:defRPr>
            </a:lvl9pPr>
          </a:lstStyle>
          <a:p xmlns:a="http://schemas.openxmlformats.org/drawingml/2006/main">
            <a:pPr algn="l">
              <a:buNone/>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p>
        </p:txBody>
      </p:sp>
      <p:sp>
        <p:nvSpPr>
          <p:cNvPr id="19" name="">
            <a:extLst xmlns:a="http://schemas.openxmlformats.org/drawingml/2006/main">
              <a:ext uri="{FF2B5EF4-FFF2-40B4-BE49-F238E27FC236}">
                <a16:creationId xmlns:a16="http://schemas.microsoft.com/office/drawing/2014/main" id="{207F9BCE-2636-4631-AE3A-F6DECBE12A76}"/>
              </a:ext>
            </a:extLst>
          </p:cNvPr>
          <p:cNvSpPr>
            <a:spLocks xmlns:a="http://schemas.openxmlformats.org/drawingml/2006/main" noGrp="1"/>
          </p:cNvSpPr>
          <p:nvPr/>
        </p:nvSpPr>
        <p:spPr>
          <a:xfrm xmlns:a="http://schemas.openxmlformats.org/drawingml/2006/main">
            <a:off x="3333750" y="394335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102A43"/>
                </a:solidFill>
                <a:latin typeface="Helvetica Neue"/>
                <a:ea typeface="Helvetica Neue"/>
                <a:cs typeface="Helvetica Neue"/>
              </a:defRPr>
            </a:defPPr>
            <a:lvl1pPr algn="ctr">
              <a:buNone/>
              <a:defRPr sz="2250" b="1">
                <a:solidFill>
                  <a:srgbClr val="102A43"/>
                </a:solidFill>
                <a:latin typeface="Helvetica Neue"/>
                <a:ea typeface="Helvetica Neue"/>
                <a:cs typeface="Helvetica Neue"/>
              </a:defRPr>
            </a:lvl1pPr>
            <a:lvl2pPr algn="ctr">
              <a:buNone/>
              <a:defRPr sz="2250" b="1">
                <a:solidFill>
                  <a:srgbClr val="102A43"/>
                </a:solidFill>
                <a:latin typeface="Helvetica Neue"/>
                <a:ea typeface="Helvetica Neue"/>
                <a:cs typeface="Helvetica Neue"/>
              </a:defRPr>
            </a:lvl2pPr>
            <a:lvl3pPr algn="ctr">
              <a:buNone/>
              <a:defRPr sz="2250" b="1">
                <a:solidFill>
                  <a:srgbClr val="102A43"/>
                </a:solidFill>
                <a:latin typeface="Helvetica Neue"/>
                <a:ea typeface="Helvetica Neue"/>
                <a:cs typeface="Helvetica Neue"/>
              </a:defRPr>
            </a:lvl3pPr>
            <a:lvl4pPr algn="ctr">
              <a:buNone/>
              <a:defRPr sz="2250" b="1">
                <a:solidFill>
                  <a:srgbClr val="102A43"/>
                </a:solidFill>
                <a:latin typeface="Helvetica Neue"/>
                <a:ea typeface="Helvetica Neue"/>
                <a:cs typeface="Helvetica Neue"/>
              </a:defRPr>
            </a:lvl4pPr>
            <a:lvl5pPr algn="ctr">
              <a:buNone/>
              <a:defRPr sz="2250" b="1">
                <a:solidFill>
                  <a:srgbClr val="102A43"/>
                </a:solidFill>
                <a:latin typeface="Helvetica Neue"/>
                <a:ea typeface="Helvetica Neue"/>
                <a:cs typeface="Helvetica Neue"/>
              </a:defRPr>
            </a:lvl5pPr>
            <a:lvl6pPr algn="ctr">
              <a:buNone/>
              <a:defRPr sz="2250" b="1">
                <a:solidFill>
                  <a:srgbClr val="102A43"/>
                </a:solidFill>
                <a:latin typeface="Helvetica Neue"/>
                <a:ea typeface="Helvetica Neue"/>
                <a:cs typeface="Helvetica Neue"/>
              </a:defRPr>
            </a:lvl6pPr>
            <a:lvl7pPr algn="ctr">
              <a:buNone/>
              <a:defRPr sz="2250" b="1">
                <a:solidFill>
                  <a:srgbClr val="102A43"/>
                </a:solidFill>
                <a:latin typeface="Helvetica Neue"/>
                <a:ea typeface="Helvetica Neue"/>
                <a:cs typeface="Helvetica Neue"/>
              </a:defRPr>
            </a:lvl7pPr>
            <a:lvl8pPr algn="ctr">
              <a:buNone/>
              <a:defRPr sz="2250" b="1">
                <a:solidFill>
                  <a:srgbClr val="102A43"/>
                </a:solidFill>
                <a:latin typeface="Helvetica Neue"/>
                <a:ea typeface="Helvetica Neue"/>
                <a:cs typeface="Helvetica Neue"/>
              </a:defRPr>
            </a:lvl8pPr>
            <a:lvl9pPr algn="ctr">
              <a:buNone/>
              <a:defRPr sz="2250" b="1">
                <a:solidFill>
                  <a:srgbClr val="102A43"/>
                </a:solidFill>
                <a:latin typeface="Helvetica Neue"/>
                <a:ea typeface="Helvetica Neue"/>
                <a:cs typeface="Helvetica Neue"/>
              </a:defRPr>
            </a:lvl9pPr>
          </a:lstStyle>
          <a:p xmlns:a="http://schemas.openxmlformats.org/drawingml/2006/main">
            <a:pPr algn="ctr">
              <a:buNone/>
              <a:defRPr sz="2250" b="1">
                <a:solidFill>
                  <a:srgbClr val="102A43"/>
                </a:solidFill>
                <a:latin typeface="Helvetica Neue"/>
                <a:ea typeface="Helvetica Neue"/>
                <a:cs typeface="Helvetica Neue"/>
              </a:defRPr>
            </a:pPr>
            <a:r>
              <a:rPr sz="2250" b="1">
                <a:solidFill>
                  <a:srgbClr val="102A43"/>
                </a:solidFill>
                <a:latin typeface="Helvetica Neue"/>
                <a:ea typeface="Helvetica Neue"/>
                <a:cs typeface="Helvetica Neue"/>
              </a:rPr>
              <a:t>If the attack repairs one signal, does it leave another trace?</a:t>
            </a:r>
          </a:p>
        </p:txBody>
      </p:sp>
      <p:sp>
        <p:nvSpPr>
          <p:cNvPr id="20" name="">
            <a:extLst xmlns:a="http://schemas.openxmlformats.org/drawingml/2006/main">
              <a:ext uri="{FF2B5EF4-FFF2-40B4-BE49-F238E27FC236}">
                <a16:creationId xmlns:a16="http://schemas.microsoft.com/office/drawing/2014/main" id="{951FE2E8-4263-4AD5-BFB1-E1881800989B}"/>
              </a:ext>
            </a:extLst>
          </p:cNvPr>
          <p:cNvSpPr>
            <a:spLocks xmlns:a="http://schemas.openxmlformats.org/drawingml/2006/main" noGrp="1"/>
          </p:cNvSpPr>
          <p:nvPr/>
        </p:nvSpPr>
        <p:spPr>
          <a:xfrm xmlns:a="http://schemas.openxmlformats.org/drawingml/2006/main">
            <a:off x="1619250" y="48101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0">
                <a:solidFill>
                  <a:srgbClr val="243B53"/>
                </a:solidFill>
                <a:latin typeface="Helvetica Neue"/>
                <a:ea typeface="Helvetica Neue"/>
                <a:cs typeface="Helvetica Neue"/>
              </a:defRPr>
            </a:defPPr>
            <a:lvl1pPr algn="ctr">
              <a:buNone/>
              <a:defRPr sz="1500" b="0">
                <a:solidFill>
                  <a:srgbClr val="243B53"/>
                </a:solidFill>
                <a:latin typeface="Helvetica Neue"/>
                <a:ea typeface="Helvetica Neue"/>
                <a:cs typeface="Helvetica Neue"/>
              </a:defRPr>
            </a:lvl1pPr>
            <a:lvl2pPr algn="ctr">
              <a:buNone/>
              <a:defRPr sz="1500" b="0">
                <a:solidFill>
                  <a:srgbClr val="243B53"/>
                </a:solidFill>
                <a:latin typeface="Helvetica Neue"/>
                <a:ea typeface="Helvetica Neue"/>
                <a:cs typeface="Helvetica Neue"/>
              </a:defRPr>
            </a:lvl2pPr>
            <a:lvl3pPr algn="ctr">
              <a:buNone/>
              <a:defRPr sz="1500" b="0">
                <a:solidFill>
                  <a:srgbClr val="243B53"/>
                </a:solidFill>
                <a:latin typeface="Helvetica Neue"/>
                <a:ea typeface="Helvetica Neue"/>
                <a:cs typeface="Helvetica Neue"/>
              </a:defRPr>
            </a:lvl3pPr>
            <a:lvl4pPr algn="ctr">
              <a:buNone/>
              <a:defRPr sz="1500" b="0">
                <a:solidFill>
                  <a:srgbClr val="243B53"/>
                </a:solidFill>
                <a:latin typeface="Helvetica Neue"/>
                <a:ea typeface="Helvetica Neue"/>
                <a:cs typeface="Helvetica Neue"/>
              </a:defRPr>
            </a:lvl4pPr>
            <a:lvl5pPr algn="ctr">
              <a:buNone/>
              <a:defRPr sz="1500" b="0">
                <a:solidFill>
                  <a:srgbClr val="243B53"/>
                </a:solidFill>
                <a:latin typeface="Helvetica Neue"/>
                <a:ea typeface="Helvetica Neue"/>
                <a:cs typeface="Helvetica Neue"/>
              </a:defRPr>
            </a:lvl5pPr>
            <a:lvl6pPr algn="ctr">
              <a:buNone/>
              <a:defRPr sz="1500" b="0">
                <a:solidFill>
                  <a:srgbClr val="243B53"/>
                </a:solidFill>
                <a:latin typeface="Helvetica Neue"/>
                <a:ea typeface="Helvetica Neue"/>
                <a:cs typeface="Helvetica Neue"/>
              </a:defRPr>
            </a:lvl6pPr>
            <a:lvl7pPr algn="ctr">
              <a:buNone/>
              <a:defRPr sz="1500" b="0">
                <a:solidFill>
                  <a:srgbClr val="243B53"/>
                </a:solidFill>
                <a:latin typeface="Helvetica Neue"/>
                <a:ea typeface="Helvetica Neue"/>
                <a:cs typeface="Helvetica Neue"/>
              </a:defRPr>
            </a:lvl7pPr>
            <a:lvl8pPr algn="ctr">
              <a:buNone/>
              <a:defRPr sz="1500" b="0">
                <a:solidFill>
                  <a:srgbClr val="243B53"/>
                </a:solidFill>
                <a:latin typeface="Helvetica Neue"/>
                <a:ea typeface="Helvetica Neue"/>
                <a:cs typeface="Helvetica Neue"/>
              </a:defRPr>
            </a:lvl8pPr>
            <a:lvl9pPr algn="ctr">
              <a:buNone/>
              <a:defRPr sz="1500" b="0">
                <a:solidFill>
                  <a:srgbClr val="243B53"/>
                </a:solidFill>
                <a:latin typeface="Helvetica Neue"/>
                <a:ea typeface="Helvetica Neue"/>
                <a:cs typeface="Helvetica Neue"/>
              </a:defRPr>
            </a:lvl9pPr>
          </a:lstStyle>
          <a:p xmlns:a="http://schemas.openxmlformats.org/drawingml/2006/main">
            <a:pPr algn="ctr">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paired check: identical audio and mouth-geometry correlations of 0.997 to 0.999</a:t>
            </a:r>
          </a:p>
        </p:txBody>
      </p:sp>
      <p:sp>
        <p:nvSpPr>
          <p:cNvPr id="21" name="">
            <a:extLst xmlns:a="http://schemas.openxmlformats.org/drawingml/2006/main">
              <a:ext uri="{FF2B5EF4-FFF2-40B4-BE49-F238E27FC236}">
                <a16:creationId xmlns:a16="http://schemas.microsoft.com/office/drawing/2014/main" id="{3FCDA84F-BC4A-4490-8187-4028CEBEDE73}"/>
              </a:ext>
            </a:extLst>
          </p:cNvPr>
          <p:cNvSpPr>
            <a:spLocks xmlns:a="http://schemas.openxmlformats.org/drawingml/2006/main" noGrp="1"/>
          </p:cNvSpPr>
          <p:nvPr/>
        </p:nvSpPr>
        <p:spPr>
          <a:xfrm xmlns:a="http://schemas.openxmlformats.org/drawingml/2006/main">
            <a:off x="1619250" y="53435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D64545"/>
                </a:solidFill>
                <a:latin typeface="Helvetica Neue"/>
                <a:ea typeface="Helvetica Neue"/>
                <a:cs typeface="Helvetica Neue"/>
              </a:defRPr>
            </a:defPPr>
            <a:lvl1pPr algn="ctr">
              <a:buNone/>
              <a:defRPr sz="1500" b="1">
                <a:solidFill>
                  <a:srgbClr val="D64545"/>
                </a:solidFill>
                <a:latin typeface="Helvetica Neue"/>
                <a:ea typeface="Helvetica Neue"/>
                <a:cs typeface="Helvetica Neue"/>
              </a:defRPr>
            </a:lvl1pPr>
            <a:lvl2pPr algn="ctr">
              <a:buNone/>
              <a:defRPr sz="1500" b="1">
                <a:solidFill>
                  <a:srgbClr val="D64545"/>
                </a:solidFill>
                <a:latin typeface="Helvetica Neue"/>
                <a:ea typeface="Helvetica Neue"/>
                <a:cs typeface="Helvetica Neue"/>
              </a:defRPr>
            </a:lvl2pPr>
            <a:lvl3pPr algn="ctr">
              <a:buNone/>
              <a:defRPr sz="1500" b="1">
                <a:solidFill>
                  <a:srgbClr val="D64545"/>
                </a:solidFill>
                <a:latin typeface="Helvetica Neue"/>
                <a:ea typeface="Helvetica Neue"/>
                <a:cs typeface="Helvetica Neue"/>
              </a:defRPr>
            </a:lvl3pPr>
            <a:lvl4pPr algn="ctr">
              <a:buNone/>
              <a:defRPr sz="1500" b="1">
                <a:solidFill>
                  <a:srgbClr val="D64545"/>
                </a:solidFill>
                <a:latin typeface="Helvetica Neue"/>
                <a:ea typeface="Helvetica Neue"/>
                <a:cs typeface="Helvetica Neue"/>
              </a:defRPr>
            </a:lvl4pPr>
            <a:lvl5pPr algn="ctr">
              <a:buNone/>
              <a:defRPr sz="1500" b="1">
                <a:solidFill>
                  <a:srgbClr val="D64545"/>
                </a:solidFill>
                <a:latin typeface="Helvetica Neue"/>
                <a:ea typeface="Helvetica Neue"/>
                <a:cs typeface="Helvetica Neue"/>
              </a:defRPr>
            </a:lvl5pPr>
            <a:lvl6pPr algn="ctr">
              <a:buNone/>
              <a:defRPr sz="1500" b="1">
                <a:solidFill>
                  <a:srgbClr val="D64545"/>
                </a:solidFill>
                <a:latin typeface="Helvetica Neue"/>
                <a:ea typeface="Helvetica Neue"/>
                <a:cs typeface="Helvetica Neue"/>
              </a:defRPr>
            </a:lvl6pPr>
            <a:lvl7pPr algn="ctr">
              <a:buNone/>
              <a:defRPr sz="1500" b="1">
                <a:solidFill>
                  <a:srgbClr val="D64545"/>
                </a:solidFill>
                <a:latin typeface="Helvetica Neue"/>
                <a:ea typeface="Helvetica Neue"/>
                <a:cs typeface="Helvetica Neue"/>
              </a:defRPr>
            </a:lvl7pPr>
            <a:lvl8pPr algn="ctr">
              <a:buNone/>
              <a:defRPr sz="1500" b="1">
                <a:solidFill>
                  <a:srgbClr val="D64545"/>
                </a:solidFill>
                <a:latin typeface="Helvetica Neue"/>
                <a:ea typeface="Helvetica Neue"/>
                <a:cs typeface="Helvetica Neue"/>
              </a:defRPr>
            </a:lvl8pPr>
            <a:lvl9pPr algn="ctr">
              <a:buNone/>
              <a:defRPr sz="1500" b="1">
                <a:solidFill>
                  <a:srgbClr val="D64545"/>
                </a:solidFill>
                <a:latin typeface="Helvetica Neue"/>
                <a:ea typeface="Helvetica Neue"/>
                <a:cs typeface="Helvetica Neue"/>
              </a:defRPr>
            </a:lvl9pPr>
          </a:lstStyle>
          <a:p xmlns:a="http://schemas.openxmlformats.org/drawingml/2006/main">
            <a:pPr algn="ctr">
              <a:buNone/>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New M3 check: periodic decoded-pixel differences near the peer-reported 1.2 Hz</a:t>
            </a:r>
          </a:p>
        </p:txBody>
      </p:sp>
    </p:spTree>
    <p:extLst>
      <p:ext uri="{BB962C8B-B14F-4D97-AF65-F5344CB8AC3E}">
        <p14:creationId xmlns:p14="http://schemas.microsoft.com/office/powerpoint/2010/main" val="17117993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B14E81-211C-4033-96B9-990A03A6193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expanded matched experiment</a:t>
            </a:r>
          </a:p>
        </p:txBody>
      </p:sp>
      <p:sp>
        <p:nvSpPr>
          <p:cNvPr id="2" name="">
            <a:extLst xmlns:a="http://schemas.openxmlformats.org/drawingml/2006/main">
              <a:ext uri="{FF2B5EF4-FFF2-40B4-BE49-F238E27FC236}">
                <a16:creationId xmlns:a16="http://schemas.microsoft.com/office/drawing/2014/main" id="{9F94E856-0357-4F7A-81F2-AED6CC98382F}"/>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299378F1-4159-4C38-8B77-DF956C13A41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988CD5-FCC8-4EED-9D94-F08FEF4F4244}"/>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B8C31B16-9753-4093-9CE4-9D20842DC19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p>
        </p:txBody>
      </p:sp>
      <p:sp>
        <p:nvSpPr>
          <p:cNvPr id="6" name="">
            <a:extLst xmlns:a="http://schemas.openxmlformats.org/drawingml/2006/main">
              <a:ext uri="{FF2B5EF4-FFF2-40B4-BE49-F238E27FC236}">
                <a16:creationId xmlns:a16="http://schemas.microsoft.com/office/drawing/2014/main" id="{5295E7B2-1908-4F02-B920-11CAC0CBE55C}"/>
              </a:ext>
            </a:extLst>
          </p:cNvPr>
          <p:cNvSpPr>
            <a:spLocks xmlns:a="http://schemas.openxmlformats.org/drawingml/2006/main" noGrp="1"/>
          </p:cNvSpPr>
          <p:nvPr/>
        </p:nvSpPr>
        <p:spPr>
          <a:xfrm xmlns:a="http://schemas.openxmlformats.org/drawingml/2006/main">
            <a:off x="476250" y="2000250"/>
            <a:ext cx="1952625" cy="1524000"/>
          </a:xfrm>
          <a:prstGeom xmlns:a="http://schemas.openxmlformats.org/drawingml/2006/main" prst="roundRect">
            <a:avLst>
              <a:gd name="adj" fmla="val 5000"/>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7D664A12-BCDF-4DE2-B337-1222735AD02F}"/>
              </a:ext>
            </a:extLst>
          </p:cNvPr>
          <p:cNvSpPr>
            <a:spLocks xmlns:a="http://schemas.openxmlformats.org/drawingml/2006/main" noGrp="1"/>
          </p:cNvSpPr>
          <p:nvPr/>
        </p:nvSpPr>
        <p:spPr>
          <a:xfrm xmlns:a="http://schemas.openxmlformats.org/drawingml/2006/main">
            <a:off x="6477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36 pairs</a:t>
            </a:r>
          </a:p>
        </p:txBody>
      </p:sp>
      <p:sp>
        <p:nvSpPr>
          <p:cNvPr id="8" name="">
            <a:extLst xmlns:a="http://schemas.openxmlformats.org/drawingml/2006/main">
              <a:ext uri="{FF2B5EF4-FFF2-40B4-BE49-F238E27FC236}">
                <a16:creationId xmlns:a16="http://schemas.microsoft.com/office/drawing/2014/main" id="{2DE1939D-8A2D-4A59-8F3D-8E165DDFCE49}"/>
              </a:ext>
            </a:extLst>
          </p:cNvPr>
          <p:cNvSpPr>
            <a:spLocks xmlns:a="http://schemas.openxmlformats.org/drawingml/2006/main" noGrp="1"/>
          </p:cNvSpPr>
          <p:nvPr/>
        </p:nvSpPr>
        <p:spPr>
          <a:xfrm xmlns:a="http://schemas.openxmlformats.org/drawingml/2006/main">
            <a:off x="6477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Same identity/audio</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72 controlled clips</a:t>
            </a:r>
          </a:p>
        </p:txBody>
      </p:sp>
      <p:sp>
        <p:nvSpPr>
          <p:cNvPr id="9" name="">
            <a:extLst xmlns:a="http://schemas.openxmlformats.org/drawingml/2006/main">
              <a:ext uri="{FF2B5EF4-FFF2-40B4-BE49-F238E27FC236}">
                <a16:creationId xmlns:a16="http://schemas.microsoft.com/office/drawing/2014/main" id="{4DED0F70-4932-4DB2-AD18-92C3823EE222}"/>
              </a:ext>
            </a:extLst>
          </p:cNvPr>
          <p:cNvSpPr>
            <a:spLocks xmlns:a="http://schemas.openxmlformats.org/drawingml/2006/main" noGrp="1"/>
          </p:cNvSpPr>
          <p:nvPr/>
        </p:nvSpPr>
        <p:spPr>
          <a:xfrm xmlns:a="http://schemas.openxmlformats.org/drawingml/2006/main">
            <a:off x="242887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0" name="">
            <a:extLst xmlns:a="http://schemas.openxmlformats.org/drawingml/2006/main">
              <a:ext uri="{FF2B5EF4-FFF2-40B4-BE49-F238E27FC236}">
                <a16:creationId xmlns:a16="http://schemas.microsoft.com/office/drawing/2014/main" id="{1E7014B4-2C2E-4B50-83D0-08FC3381B009}"/>
              </a:ext>
            </a:extLst>
          </p:cNvPr>
          <p:cNvSpPr>
            <a:spLocks xmlns:a="http://schemas.openxmlformats.org/drawingml/2006/main" noGrp="1"/>
          </p:cNvSpPr>
          <p:nvPr/>
        </p:nvSpPr>
        <p:spPr>
          <a:xfrm xmlns:a="http://schemas.openxmlformats.org/drawingml/2006/main">
            <a:off x="2809875" y="2000250"/>
            <a:ext cx="1952625" cy="1524000"/>
          </a:xfrm>
          <a:prstGeom xmlns:a="http://schemas.openxmlformats.org/drawingml/2006/main" prst="roundRect">
            <a:avLst>
              <a:gd name="adj" fmla="val 5000"/>
            </a:avLst>
          </a:prstGeom>
          <a:solidFill xmlns:a="http://schemas.openxmlformats.org/drawingml/2006/main">
            <a:srgbClr val="E7F7F5"/>
          </a:solidFill>
          <a:ln xmlns:a="http://schemas.openxmlformats.org/drawingml/2006/main" w="19050">
            <a:solidFill>
              <a:srgbClr val="159E9C"/>
            </a:solidFill>
          </a:ln>
        </p:spPr>
      </p:sp>
      <p:sp>
        <p:nvSpPr>
          <p:cNvPr id="11" name="">
            <a:extLst xmlns:a="http://schemas.openxmlformats.org/drawingml/2006/main">
              <a:ext uri="{FF2B5EF4-FFF2-40B4-BE49-F238E27FC236}">
                <a16:creationId xmlns:a16="http://schemas.microsoft.com/office/drawing/2014/main" id="{D3A65E21-1179-4C91-B956-87DC18D32042}"/>
              </a:ext>
            </a:extLst>
          </p:cNvPr>
          <p:cNvSpPr>
            <a:spLocks xmlns:a="http://schemas.openxmlformats.org/drawingml/2006/main" noGrp="1"/>
          </p:cNvSpPr>
          <p:nvPr/>
        </p:nvSpPr>
        <p:spPr>
          <a:xfrm xmlns:a="http://schemas.openxmlformats.org/drawingml/2006/main">
            <a:off x="298132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vl1pPr algn="l">
              <a:buNone/>
              <a:defRPr sz="1650" b="1">
                <a:solidFill>
                  <a:srgbClr val="159E9C"/>
                </a:solidFill>
                <a:latin typeface="Helvetica Neue"/>
                <a:ea typeface="Helvetica Neue"/>
                <a:cs typeface="Helvetica Neue"/>
              </a:defRPr>
            </a:lvl1pPr>
            <a:lvl2pPr algn="l">
              <a:buNone/>
              <a:defRPr sz="1650" b="1">
                <a:solidFill>
                  <a:srgbClr val="159E9C"/>
                </a:solidFill>
                <a:latin typeface="Helvetica Neue"/>
                <a:ea typeface="Helvetica Neue"/>
                <a:cs typeface="Helvetica Neue"/>
              </a:defRPr>
            </a:lvl2pPr>
            <a:lvl3pPr algn="l">
              <a:buNone/>
              <a:defRPr sz="1650" b="1">
                <a:solidFill>
                  <a:srgbClr val="159E9C"/>
                </a:solidFill>
                <a:latin typeface="Helvetica Neue"/>
                <a:ea typeface="Helvetica Neue"/>
                <a:cs typeface="Helvetica Neue"/>
              </a:defRPr>
            </a:lvl3pPr>
            <a:lvl4pPr algn="l">
              <a:buNone/>
              <a:defRPr sz="1650" b="1">
                <a:solidFill>
                  <a:srgbClr val="159E9C"/>
                </a:solidFill>
                <a:latin typeface="Helvetica Neue"/>
                <a:ea typeface="Helvetica Neue"/>
                <a:cs typeface="Helvetica Neue"/>
              </a:defRPr>
            </a:lvl4pPr>
            <a:lvl5pPr algn="l">
              <a:buNone/>
              <a:defRPr sz="1650" b="1">
                <a:solidFill>
                  <a:srgbClr val="159E9C"/>
                </a:solidFill>
                <a:latin typeface="Helvetica Neue"/>
                <a:ea typeface="Helvetica Neue"/>
                <a:cs typeface="Helvetica Neue"/>
              </a:defRPr>
            </a:lvl5pPr>
            <a:lvl6pPr algn="l">
              <a:buNone/>
              <a:defRPr sz="1650" b="1">
                <a:solidFill>
                  <a:srgbClr val="159E9C"/>
                </a:solidFill>
                <a:latin typeface="Helvetica Neue"/>
                <a:ea typeface="Helvetica Neue"/>
                <a:cs typeface="Helvetica Neue"/>
              </a:defRPr>
            </a:lvl6pPr>
            <a:lvl7pPr algn="l">
              <a:buNone/>
              <a:defRPr sz="1650" b="1">
                <a:solidFill>
                  <a:srgbClr val="159E9C"/>
                </a:solidFill>
                <a:latin typeface="Helvetica Neue"/>
                <a:ea typeface="Helvetica Neue"/>
                <a:cs typeface="Helvetica Neue"/>
              </a:defRPr>
            </a:lvl7pPr>
            <a:lvl8pPr algn="l">
              <a:buNone/>
              <a:defRPr sz="1650" b="1">
                <a:solidFill>
                  <a:srgbClr val="159E9C"/>
                </a:solidFill>
                <a:latin typeface="Helvetica Neue"/>
                <a:ea typeface="Helvetica Neue"/>
                <a:cs typeface="Helvetica Neue"/>
              </a:defRPr>
            </a:lvl8pPr>
            <a:lvl9pPr algn="l">
              <a:buNone/>
              <a:defRPr sz="1650" b="1">
                <a:solidFill>
                  <a:srgbClr val="159E9C"/>
                </a:solidFill>
                <a:latin typeface="Helvetica Neue"/>
                <a:ea typeface="Helvetica Neue"/>
                <a:cs typeface="Helvetica Neue"/>
              </a:defRPr>
            </a:lvl9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p>
        </p:txBody>
      </p:sp>
      <p:sp>
        <p:nvSpPr>
          <p:cNvPr id="12" name="">
            <a:extLst xmlns:a="http://schemas.openxmlformats.org/drawingml/2006/main">
              <a:ext uri="{FF2B5EF4-FFF2-40B4-BE49-F238E27FC236}">
                <a16:creationId xmlns:a16="http://schemas.microsoft.com/office/drawing/2014/main" id="{C586054E-0EC4-430C-9135-279C1DEA6A6B}"/>
              </a:ext>
            </a:extLst>
          </p:cNvPr>
          <p:cNvSpPr>
            <a:spLocks xmlns:a="http://schemas.openxmlformats.org/drawingml/2006/main" noGrp="1"/>
          </p:cNvSpPr>
          <p:nvPr/>
        </p:nvSpPr>
        <p:spPr>
          <a:xfrm xmlns:a="http://schemas.openxmlformats.org/drawingml/2006/main">
            <a:off x="298132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Aperture, width</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velocity to jerk</a:t>
            </a:r>
          </a:p>
        </p:txBody>
      </p:sp>
      <p:sp>
        <p:nvSpPr>
          <p:cNvPr id="13" name="">
            <a:extLst xmlns:a="http://schemas.openxmlformats.org/drawingml/2006/main">
              <a:ext uri="{FF2B5EF4-FFF2-40B4-BE49-F238E27FC236}">
                <a16:creationId xmlns:a16="http://schemas.microsoft.com/office/drawing/2014/main" id="{938529C6-A28D-435C-9CCE-0BC0921197B4}"/>
              </a:ext>
            </a:extLst>
          </p:cNvPr>
          <p:cNvSpPr>
            <a:spLocks xmlns:a="http://schemas.openxmlformats.org/drawingml/2006/main" noGrp="1"/>
          </p:cNvSpPr>
          <p:nvPr/>
        </p:nvSpPr>
        <p:spPr>
          <a:xfrm xmlns:a="http://schemas.openxmlformats.org/drawingml/2006/main">
            <a:off x="476250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4" name="">
            <a:extLst xmlns:a="http://schemas.openxmlformats.org/drawingml/2006/main">
              <a:ext uri="{FF2B5EF4-FFF2-40B4-BE49-F238E27FC236}">
                <a16:creationId xmlns:a16="http://schemas.microsoft.com/office/drawing/2014/main" id="{8E056B4E-6367-47E7-93BE-CE9B0407671B}"/>
              </a:ext>
            </a:extLst>
          </p:cNvPr>
          <p:cNvSpPr>
            <a:spLocks xmlns:a="http://schemas.openxmlformats.org/drawingml/2006/main" noGrp="1"/>
          </p:cNvSpPr>
          <p:nvPr/>
        </p:nvSpPr>
        <p:spPr>
          <a:xfrm xmlns:a="http://schemas.openxmlformats.org/drawingml/2006/main">
            <a:off x="5143500" y="2000250"/>
            <a:ext cx="1952625" cy="1524000"/>
          </a:xfrm>
          <a:prstGeom xmlns:a="http://schemas.openxmlformats.org/drawingml/2006/main" prst="roundRect">
            <a:avLst>
              <a:gd name="adj" fmla="val 5000"/>
            </a:avLst>
          </a:prstGeom>
          <a:solidFill xmlns:a="http://schemas.openxmlformats.org/drawingml/2006/main">
            <a:srgbClr val="FFF2E2"/>
          </a:solidFill>
          <a:ln xmlns:a="http://schemas.openxmlformats.org/drawingml/2006/main" w="19050">
            <a:solidFill>
              <a:srgbClr val="E67E22"/>
            </a:solidFill>
          </a:ln>
        </p:spPr>
      </p:sp>
      <p:sp>
        <p:nvSpPr>
          <p:cNvPr id="15" name="">
            <a:extLst xmlns:a="http://schemas.openxmlformats.org/drawingml/2006/main">
              <a:ext uri="{FF2B5EF4-FFF2-40B4-BE49-F238E27FC236}">
                <a16:creationId xmlns:a16="http://schemas.microsoft.com/office/drawing/2014/main" id="{94632F1E-F2BB-47CE-9FC2-11327FC8ACCC}"/>
              </a:ext>
            </a:extLst>
          </p:cNvPr>
          <p:cNvSpPr>
            <a:spLocks xmlns:a="http://schemas.openxmlformats.org/drawingml/2006/main" noGrp="1"/>
          </p:cNvSpPr>
          <p:nvPr/>
        </p:nvSpPr>
        <p:spPr>
          <a:xfrm xmlns:a="http://schemas.openxmlformats.org/drawingml/2006/main">
            <a:off x="531495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Weak alignment</a:t>
            </a:r>
          </a:p>
        </p:txBody>
      </p:sp>
      <p:sp>
        <p:nvSpPr>
          <p:cNvPr id="16" name="">
            <a:extLst xmlns:a="http://schemas.openxmlformats.org/drawingml/2006/main">
              <a:ext uri="{FF2B5EF4-FFF2-40B4-BE49-F238E27FC236}">
                <a16:creationId xmlns:a16="http://schemas.microsoft.com/office/drawing/2014/main" id="{7DB493FC-71D4-4C19-B6AB-BEC376D0A87B}"/>
              </a:ext>
            </a:extLst>
          </p:cNvPr>
          <p:cNvSpPr>
            <a:spLocks xmlns:a="http://schemas.openxmlformats.org/drawingml/2006/main" noGrp="1"/>
          </p:cNvSpPr>
          <p:nvPr/>
        </p:nvSpPr>
        <p:spPr>
          <a:xfrm xmlns:a="http://schemas.openxmlformats.org/drawingml/2006/main">
            <a:off x="531495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Whisper timestamps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CMUdict phones</a:t>
            </a:r>
          </a:p>
        </p:txBody>
      </p:sp>
      <p:sp>
        <p:nvSpPr>
          <p:cNvPr id="17" name="">
            <a:extLst xmlns:a="http://schemas.openxmlformats.org/drawingml/2006/main">
              <a:ext uri="{FF2B5EF4-FFF2-40B4-BE49-F238E27FC236}">
                <a16:creationId xmlns:a16="http://schemas.microsoft.com/office/drawing/2014/main" id="{0F41FDF3-1A8B-4E49-AD06-6604E45DEB88}"/>
              </a:ext>
            </a:extLst>
          </p:cNvPr>
          <p:cNvSpPr>
            <a:spLocks xmlns:a="http://schemas.openxmlformats.org/drawingml/2006/main" noGrp="1"/>
          </p:cNvSpPr>
          <p:nvPr/>
        </p:nvSpPr>
        <p:spPr>
          <a:xfrm xmlns:a="http://schemas.openxmlformats.org/drawingml/2006/main">
            <a:off x="709612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8" name="">
            <a:extLst xmlns:a="http://schemas.openxmlformats.org/drawingml/2006/main">
              <a:ext uri="{FF2B5EF4-FFF2-40B4-BE49-F238E27FC236}">
                <a16:creationId xmlns:a16="http://schemas.microsoft.com/office/drawing/2014/main" id="{033D673A-0AA2-4E5A-8E67-BD83E6648BDC}"/>
              </a:ext>
            </a:extLst>
          </p:cNvPr>
          <p:cNvSpPr>
            <a:spLocks xmlns:a="http://schemas.openxmlformats.org/drawingml/2006/main" noGrp="1"/>
          </p:cNvSpPr>
          <p:nvPr/>
        </p:nvSpPr>
        <p:spPr>
          <a:xfrm xmlns:a="http://schemas.openxmlformats.org/drawingml/2006/main">
            <a:off x="7477125" y="2000250"/>
            <a:ext cx="1952625" cy="1524000"/>
          </a:xfrm>
          <a:prstGeom xmlns:a="http://schemas.openxmlformats.org/drawingml/2006/main" prst="roundRect">
            <a:avLst>
              <a:gd name="adj" fmla="val 5000"/>
            </a:avLst>
          </a:prstGeom>
          <a:solidFill xmlns:a="http://schemas.openxmlformats.org/drawingml/2006/main">
            <a:srgbClr val="FCECEC"/>
          </a:solidFill>
          <a:ln xmlns:a="http://schemas.openxmlformats.org/drawingml/2006/main" w="19050">
            <a:solidFill>
              <a:srgbClr val="D64545"/>
            </a:solidFill>
          </a:ln>
        </p:spPr>
      </p:sp>
      <p:sp>
        <p:nvSpPr>
          <p:cNvPr id="19" name="">
            <a:extLst xmlns:a="http://schemas.openxmlformats.org/drawingml/2006/main">
              <a:ext uri="{FF2B5EF4-FFF2-40B4-BE49-F238E27FC236}">
                <a16:creationId xmlns:a16="http://schemas.microsoft.com/office/drawing/2014/main" id="{35550626-57A5-4B0C-BA0C-D517EA37FA77}"/>
              </a:ext>
            </a:extLst>
          </p:cNvPr>
          <p:cNvSpPr>
            <a:spLocks xmlns:a="http://schemas.openxmlformats.org/drawingml/2006/main" noGrp="1"/>
          </p:cNvSpPr>
          <p:nvPr/>
        </p:nvSpPr>
        <p:spPr>
          <a:xfrm xmlns:a="http://schemas.openxmlformats.org/drawingml/2006/main">
            <a:off x="764857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Four views</a:t>
            </a:r>
          </a:p>
        </p:txBody>
      </p:sp>
      <p:sp>
        <p:nvSpPr>
          <p:cNvPr id="20" name="">
            <a:extLst xmlns:a="http://schemas.openxmlformats.org/drawingml/2006/main">
              <a:ext uri="{FF2B5EF4-FFF2-40B4-BE49-F238E27FC236}">
                <a16:creationId xmlns:a16="http://schemas.microsoft.com/office/drawing/2014/main" id="{FC029DD4-D786-4F5C-9072-C1964E7CF841}"/>
              </a:ext>
            </a:extLst>
          </p:cNvPr>
          <p:cNvSpPr>
            <a:spLocks xmlns:a="http://schemas.openxmlformats.org/drawingml/2006/main" noGrp="1"/>
          </p:cNvSpPr>
          <p:nvPr/>
        </p:nvSpPr>
        <p:spPr>
          <a:xfrm xmlns:a="http://schemas.openxmlformats.org/drawingml/2006/main">
            <a:off x="764857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24 global, 60 window</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Viseme and shuffled</a:t>
            </a:r>
          </a:p>
        </p:txBody>
      </p:sp>
      <p:sp>
        <p:nvSpPr>
          <p:cNvPr id="21" name="">
            <a:extLst xmlns:a="http://schemas.openxmlformats.org/drawingml/2006/main">
              <a:ext uri="{FF2B5EF4-FFF2-40B4-BE49-F238E27FC236}">
                <a16:creationId xmlns:a16="http://schemas.microsoft.com/office/drawing/2014/main" id="{FFE4F62B-ACE0-4AD4-86E3-3146C39E31DF}"/>
              </a:ext>
            </a:extLst>
          </p:cNvPr>
          <p:cNvSpPr>
            <a:spLocks xmlns:a="http://schemas.openxmlformats.org/drawingml/2006/main" noGrp="1"/>
          </p:cNvSpPr>
          <p:nvPr/>
        </p:nvSpPr>
        <p:spPr>
          <a:xfrm xmlns:a="http://schemas.openxmlformats.org/drawingml/2006/main">
            <a:off x="942975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22" name="">
            <a:extLst xmlns:a="http://schemas.openxmlformats.org/drawingml/2006/main">
              <a:ext uri="{FF2B5EF4-FFF2-40B4-BE49-F238E27FC236}">
                <a16:creationId xmlns:a16="http://schemas.microsoft.com/office/drawing/2014/main" id="{E87A96A7-2E02-493C-B9BC-3DA84AAE3260}"/>
              </a:ext>
            </a:extLst>
          </p:cNvPr>
          <p:cNvSpPr>
            <a:spLocks xmlns:a="http://schemas.openxmlformats.org/drawingml/2006/main" noGrp="1"/>
          </p:cNvSpPr>
          <p:nvPr/>
        </p:nvSpPr>
        <p:spPr>
          <a:xfrm xmlns:a="http://schemas.openxmlformats.org/drawingml/2006/main">
            <a:off x="9810750" y="2000250"/>
            <a:ext cx="1952625" cy="1524000"/>
          </a:xfrm>
          <a:prstGeom xmlns:a="http://schemas.openxmlformats.org/drawingml/2006/main" prst="roundRect">
            <a:avLst>
              <a:gd name="adj" fmla="val 5000"/>
            </a:avLst>
          </a:prstGeom>
          <a:solidFill xmlns:a="http://schemas.openxmlformats.org/drawingml/2006/main">
            <a:srgbClr val="F4F7FB"/>
          </a:solidFill>
          <a:ln xmlns:a="http://schemas.openxmlformats.org/drawingml/2006/main" w="19050">
            <a:solidFill>
              <a:srgbClr val="102A43"/>
            </a:solidFill>
          </a:ln>
        </p:spPr>
      </p:sp>
      <p:sp>
        <p:nvSpPr>
          <p:cNvPr id="23" name="">
            <a:extLst xmlns:a="http://schemas.openxmlformats.org/drawingml/2006/main">
              <a:ext uri="{FF2B5EF4-FFF2-40B4-BE49-F238E27FC236}">
                <a16:creationId xmlns:a16="http://schemas.microsoft.com/office/drawing/2014/main" id="{CA7A1127-4DA7-44B9-984D-C9551B420DA5}"/>
              </a:ext>
            </a:extLst>
          </p:cNvPr>
          <p:cNvSpPr>
            <a:spLocks xmlns:a="http://schemas.openxmlformats.org/drawingml/2006/main" noGrp="1"/>
          </p:cNvSpPr>
          <p:nvPr/>
        </p:nvSpPr>
        <p:spPr>
          <a:xfrm xmlns:a="http://schemas.openxmlformats.org/drawingml/2006/main">
            <a:off x="99822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Nested CV</a:t>
            </a:r>
          </a:p>
        </p:txBody>
      </p:sp>
      <p:sp>
        <p:nvSpPr>
          <p:cNvPr id="24" name="">
            <a:extLst xmlns:a="http://schemas.openxmlformats.org/drawingml/2006/main">
              <a:ext uri="{FF2B5EF4-FFF2-40B4-BE49-F238E27FC236}">
                <a16:creationId xmlns:a16="http://schemas.microsoft.com/office/drawing/2014/main" id="{3FB07202-11DD-4F88-AE11-3A5E7BD708CB}"/>
              </a:ext>
            </a:extLst>
          </p:cNvPr>
          <p:cNvSpPr>
            <a:spLocks xmlns:a="http://schemas.openxmlformats.org/drawingml/2006/main" noGrp="1"/>
          </p:cNvSpPr>
          <p:nvPr/>
        </p:nvSpPr>
        <p:spPr>
          <a:xfrm xmlns:a="http://schemas.openxmlformats.org/drawingml/2006/main">
            <a:off x="99822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Outer: 20 × four-fold</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Inner: log-loss C selection</a:t>
            </a:r>
          </a:p>
        </p:txBody>
      </p:sp>
      <p:sp>
        <p:nvSpPr>
          <p:cNvPr id="25" name="">
            <a:extLst xmlns:a="http://schemas.openxmlformats.org/drawingml/2006/main">
              <a:ext uri="{FF2B5EF4-FFF2-40B4-BE49-F238E27FC236}">
                <a16:creationId xmlns:a16="http://schemas.microsoft.com/office/drawing/2014/main" id="{81C7E0CF-54C7-493C-AFDA-E91A7AE96F1A}"/>
              </a:ext>
            </a:extLst>
          </p:cNvPr>
          <p:cNvSpPr>
            <a:spLocks xmlns:a="http://schemas.openxmlformats.org/drawingml/2006/main" noGrp="1"/>
          </p:cNvSpPr>
          <p:nvPr/>
        </p:nvSpPr>
        <p:spPr>
          <a:xfrm xmlns:a="http://schemas.openxmlformats.org/drawingml/2006/main">
            <a:off x="904875" y="4095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Identical decoded audio and codec inside each pair</a:t>
            </a:r>
          </a:p>
        </p:txBody>
      </p:sp>
      <p:sp>
        <p:nvSpPr>
          <p:cNvPr id="26" name="">
            <a:extLst xmlns:a="http://schemas.openxmlformats.org/drawingml/2006/main">
              <a:ext uri="{FF2B5EF4-FFF2-40B4-BE49-F238E27FC236}">
                <a16:creationId xmlns:a16="http://schemas.microsoft.com/office/drawing/2014/main" id="{1FD51F84-C900-41DD-8F89-2D77482B9A9F}"/>
              </a:ext>
            </a:extLst>
          </p:cNvPr>
          <p:cNvSpPr>
            <a:spLocks xmlns:a="http://schemas.openxmlformats.org/drawingml/2006/main" noGrp="1"/>
          </p:cNvSpPr>
          <p:nvPr/>
        </p:nvSpPr>
        <p:spPr>
          <a:xfrm xmlns:a="http://schemas.openxmlformats.org/drawingml/2006/main">
            <a:off x="904875" y="4619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All three segments stay with their speaker</a:t>
            </a:r>
          </a:p>
        </p:txBody>
      </p:sp>
      <p:sp>
        <p:nvSpPr>
          <p:cNvPr id="27" name="">
            <a:extLst xmlns:a="http://schemas.openxmlformats.org/drawingml/2006/main">
              <a:ext uri="{FF2B5EF4-FFF2-40B4-BE49-F238E27FC236}">
                <a16:creationId xmlns:a16="http://schemas.microsoft.com/office/drawing/2014/main" id="{A118A13D-405A-4DE0-B8E1-AB2270E21A39}"/>
              </a:ext>
            </a:extLst>
          </p:cNvPr>
          <p:cNvSpPr>
            <a:spLocks xmlns:a="http://schemas.openxmlformats.org/drawingml/2006/main" noGrp="1"/>
          </p:cNvSpPr>
          <p:nvPr/>
        </p:nvSpPr>
        <p:spPr>
          <a:xfrm xmlns:a="http://schemas.openxmlformats.org/drawingml/2006/main">
            <a:off x="676275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Weak viseme timing, not forced alignment</a:t>
            </a:r>
          </a:p>
        </p:txBody>
      </p:sp>
      <p:sp>
        <p:nvSpPr>
          <p:cNvPr id="28" name="">
            <a:extLst xmlns:a="http://schemas.openxmlformats.org/drawingml/2006/main">
              <a:ext uri="{FF2B5EF4-FFF2-40B4-BE49-F238E27FC236}">
                <a16:creationId xmlns:a16="http://schemas.microsoft.com/office/drawing/2014/main" id="{A5689BA2-2B21-462D-AF27-5D774DF54DA0}"/>
              </a:ext>
            </a:extLst>
          </p:cNvPr>
          <p:cNvSpPr>
            <a:spLocks xmlns:a="http://schemas.openxmlformats.org/drawingml/2006/main" noGrp="1"/>
          </p:cNvSpPr>
          <p:nvPr/>
        </p:nvSpPr>
        <p:spPr>
          <a:xfrm xmlns:a="http://schemas.openxmlformats.org/drawingml/2006/main">
            <a:off x="6762750" y="46196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 generator and 12 identities</a:t>
            </a:r>
          </a:p>
        </p:txBody>
      </p:sp>
      <p:sp>
        <p:nvSpPr>
          <p:cNvPr id="29" name="">
            <a:extLst xmlns:a="http://schemas.openxmlformats.org/drawingml/2006/main">
              <a:ext uri="{FF2B5EF4-FFF2-40B4-BE49-F238E27FC236}">
                <a16:creationId xmlns:a16="http://schemas.microsoft.com/office/drawing/2014/main" id="{81DF0EF6-6395-404B-BF4B-097FA806F50E}"/>
              </a:ext>
            </a:extLst>
          </p:cNvPr>
          <p:cNvSpPr>
            <a:spLocks xmlns:a="http://schemas.openxmlformats.org/drawingml/2006/main" noGrp="1"/>
          </p:cNvSpPr>
          <p:nvPr/>
        </p:nvSpPr>
        <p:spPr>
          <a:xfrm xmlns:a="http://schemas.openxmlformats.org/drawingml/2006/main">
            <a:off x="666750" y="578167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159E9C"/>
                </a:solidFill>
                <a:latin typeface="Helvetica Neue"/>
                <a:ea typeface="Helvetica Neue"/>
                <a:cs typeface="Helvetica Neue"/>
              </a:defRPr>
            </a:defPPr>
            <a:lvl1pPr algn="l">
              <a:buNone/>
              <a:defRPr sz="1350" b="1">
                <a:solidFill>
                  <a:srgbClr val="159E9C"/>
                </a:solidFill>
                <a:latin typeface="Helvetica Neue"/>
                <a:ea typeface="Helvetica Neue"/>
                <a:cs typeface="Helvetica Neue"/>
              </a:defRPr>
            </a:lvl1pPr>
            <a:lvl2pPr algn="l">
              <a:buNone/>
              <a:defRPr sz="1350" b="1">
                <a:solidFill>
                  <a:srgbClr val="159E9C"/>
                </a:solidFill>
                <a:latin typeface="Helvetica Neue"/>
                <a:ea typeface="Helvetica Neue"/>
                <a:cs typeface="Helvetica Neue"/>
              </a:defRPr>
            </a:lvl2pPr>
            <a:lvl3pPr algn="l">
              <a:buNone/>
              <a:defRPr sz="1350" b="1">
                <a:solidFill>
                  <a:srgbClr val="159E9C"/>
                </a:solidFill>
                <a:latin typeface="Helvetica Neue"/>
                <a:ea typeface="Helvetica Neue"/>
                <a:cs typeface="Helvetica Neue"/>
              </a:defRPr>
            </a:lvl3pPr>
            <a:lvl4pPr algn="l">
              <a:buNone/>
              <a:defRPr sz="1350" b="1">
                <a:solidFill>
                  <a:srgbClr val="159E9C"/>
                </a:solidFill>
                <a:latin typeface="Helvetica Neue"/>
                <a:ea typeface="Helvetica Neue"/>
                <a:cs typeface="Helvetica Neue"/>
              </a:defRPr>
            </a:lvl4pPr>
            <a:lvl5pPr algn="l">
              <a:buNone/>
              <a:defRPr sz="1350" b="1">
                <a:solidFill>
                  <a:srgbClr val="159E9C"/>
                </a:solidFill>
                <a:latin typeface="Helvetica Neue"/>
                <a:ea typeface="Helvetica Neue"/>
                <a:cs typeface="Helvetica Neue"/>
              </a:defRPr>
            </a:lvl5pPr>
            <a:lvl6pPr algn="l">
              <a:buNone/>
              <a:defRPr sz="1350" b="1">
                <a:solidFill>
                  <a:srgbClr val="159E9C"/>
                </a:solidFill>
                <a:latin typeface="Helvetica Neue"/>
                <a:ea typeface="Helvetica Neue"/>
                <a:cs typeface="Helvetica Neue"/>
              </a:defRPr>
            </a:lvl6pPr>
            <a:lvl7pPr algn="l">
              <a:buNone/>
              <a:defRPr sz="1350" b="1">
                <a:solidFill>
                  <a:srgbClr val="159E9C"/>
                </a:solidFill>
                <a:latin typeface="Helvetica Neue"/>
                <a:ea typeface="Helvetica Neue"/>
                <a:cs typeface="Helvetica Neue"/>
              </a:defRPr>
            </a:lvl7pPr>
            <a:lvl8pPr algn="l">
              <a:buNone/>
              <a:defRPr sz="1350" b="1">
                <a:solidFill>
                  <a:srgbClr val="159E9C"/>
                </a:solidFill>
                <a:latin typeface="Helvetica Neue"/>
                <a:ea typeface="Helvetica Neue"/>
                <a:cs typeface="Helvetica Neue"/>
              </a:defRPr>
            </a:lvl8pPr>
            <a:lvl9pPr algn="l">
              <a:buNone/>
              <a:defRPr sz="1350" b="1">
                <a:solidFill>
                  <a:srgbClr val="159E9C"/>
                </a:solidFill>
                <a:latin typeface="Helvetica Neue"/>
                <a:ea typeface="Helvetica Neue"/>
                <a:cs typeface="Helvetica Neue"/>
              </a:defRPr>
            </a:lvl9pPr>
          </a:lstStyle>
          <a:p xmlns:a="http://schemas.openxmlformats.org/drawingml/2006/main">
            <a:pPr algn="l">
              <a:buNone/>
              <a:defRPr sz="1350" b="1">
                <a:solidFill>
                  <a:srgbClr val="159E9C"/>
                </a:solidFill>
                <a:latin typeface="Helvetica Neue"/>
                <a:ea typeface="Helvetica Neue"/>
                <a:cs typeface="Helvetica Neue"/>
              </a:defRPr>
            </a:pPr>
            <a:r>
              <a:rPr sz="1350" b="1">
                <a:solidFill>
                  <a:srgbClr val="159E9C"/>
                </a:solidFill>
                <a:latin typeface="Helvetica Neue"/>
                <a:ea typeface="Helvetica Neue"/>
                <a:cs typeface="Helvetica Neue"/>
              </a:rPr>
              <a:t>Yan presents: grouped evaluation, negative context ablations and final model selection</a:t>
            </a:r>
          </a:p>
        </p:txBody>
      </p:sp>
    </p:spTree>
    <p:extLst>
      <p:ext uri="{BB962C8B-B14F-4D97-AF65-F5344CB8AC3E}">
        <p14:creationId xmlns:p14="http://schemas.microsoft.com/office/powerpoint/2010/main" val="2071589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93BA1E-37FD-42CF-B90F-D5CB25EC54C8}"/>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Original cross-collection pilot: weak context did not help</a:t>
            </a:r>
          </a:p>
        </p:txBody>
      </p:sp>
      <p:sp>
        <p:nvSpPr>
          <p:cNvPr id="2" name="">
            <a:extLst xmlns:a="http://schemas.openxmlformats.org/drawingml/2006/main">
              <a:ext uri="{FF2B5EF4-FFF2-40B4-BE49-F238E27FC236}">
                <a16:creationId xmlns:a16="http://schemas.microsoft.com/office/drawing/2014/main" id="{F9005097-B3DD-4BC4-BACC-519DBE22D9D5}"/>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703D243-75C5-49AF-A814-E0CC53DB806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3B2BB5-3095-4890-B289-5166C32F4B9A}"/>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56A54D7-3EFE-4DFA-84E9-56170E5DE39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p>
        </p:txBody>
      </p:sp>
      <p:graphicFrame>
        <p:nvGraphicFramePr>
          <p:cNvPr id="6" name="Chart">
            <a:extLst xmlns:a="http://schemas.openxmlformats.org/drawingml/2006/main">
              <a:ext uri="{FF2B5EF4-FFF2-40B4-BE49-F238E27FC236}">
                <a16:creationId xmlns:a16="http://schemas.microsoft.com/office/drawing/2014/main" id="{CB5822A7-0F0C-4C6E-BD56-EAEAB991E532}"/>
              </a:ext>
            </a:extLst>
          </p:cNvPr>
          <p:cNvGraphicFramePr/>
          <p:nvPr/>
        </p:nvGraphicFramePr>
        <p:xfrm>
          <a:off xmlns:a="http://schemas.openxmlformats.org/drawingml/2006/main" x="666750" y="1476375"/>
          <a:ext xmlns:a="http://schemas.openxmlformats.org/drawingml/2006/main" cx="6762750" cy="4095750"/>
        </p:xfrm>
        <a:graphic xmlns:a="http://schemas.openxmlformats.org/drawingml/2006/main">
          <a:graphicData uri="http://schemas.openxmlformats.org/drawingml/2006/chart">
            <c:chart xmlns:r="http://schemas.openxmlformats.org/officeDocument/2006/relationships" xmlns:c="http://schemas.openxmlformats.org/drawingml/2006/chart" r:id="R7b4d6ec8dbc44937"/>
          </a:graphicData>
        </a:graphic>
      </p:graphicFrame>
      <p:sp>
        <p:nvSpPr>
          <p:cNvPr id="7" name="">
            <a:extLst xmlns:a="http://schemas.openxmlformats.org/drawingml/2006/main">
              <a:ext uri="{FF2B5EF4-FFF2-40B4-BE49-F238E27FC236}">
                <a16:creationId xmlns:a16="http://schemas.microsoft.com/office/drawing/2014/main" id="{A450D928-4E36-447D-BA6F-A214517DE80E}"/>
              </a:ext>
            </a:extLst>
          </p:cNvPr>
          <p:cNvSpPr>
            <a:spLocks xmlns:a="http://schemas.openxmlformats.org/drawingml/2006/main" noGrp="1"/>
          </p:cNvSpPr>
          <p:nvPr/>
        </p:nvSpPr>
        <p:spPr>
          <a:xfrm xmlns:a="http://schemas.openxmlformats.org/drawingml/2006/main">
            <a:off x="80962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02A43"/>
                </a:solidFill>
                <a:latin typeface="Helvetica Neue"/>
                <a:ea typeface="Helvetica Neue"/>
                <a:cs typeface="Helvetica Neue"/>
              </a:defRPr>
            </a:defPPr>
            <a:lvl1pPr algn="l">
              <a:buNone/>
              <a:defRPr sz="2100" b="1">
                <a:solidFill>
                  <a:srgbClr val="102A43"/>
                </a:solidFill>
                <a:latin typeface="Helvetica Neue"/>
                <a:ea typeface="Helvetica Neue"/>
                <a:cs typeface="Helvetica Neue"/>
              </a:defRPr>
            </a:lvl1pPr>
            <a:lvl2pPr algn="l">
              <a:buNone/>
              <a:defRPr sz="2100" b="1">
                <a:solidFill>
                  <a:srgbClr val="102A43"/>
                </a:solidFill>
                <a:latin typeface="Helvetica Neue"/>
                <a:ea typeface="Helvetica Neue"/>
                <a:cs typeface="Helvetica Neue"/>
              </a:defRPr>
            </a:lvl2pPr>
            <a:lvl3pPr algn="l">
              <a:buNone/>
              <a:defRPr sz="2100" b="1">
                <a:solidFill>
                  <a:srgbClr val="102A43"/>
                </a:solidFill>
                <a:latin typeface="Helvetica Neue"/>
                <a:ea typeface="Helvetica Neue"/>
                <a:cs typeface="Helvetica Neue"/>
              </a:defRPr>
            </a:lvl3pPr>
            <a:lvl4pPr algn="l">
              <a:buNone/>
              <a:defRPr sz="2100" b="1">
                <a:solidFill>
                  <a:srgbClr val="102A43"/>
                </a:solidFill>
                <a:latin typeface="Helvetica Neue"/>
                <a:ea typeface="Helvetica Neue"/>
                <a:cs typeface="Helvetica Neue"/>
              </a:defRPr>
            </a:lvl4pPr>
            <a:lvl5pPr algn="l">
              <a:buNone/>
              <a:defRPr sz="2100" b="1">
                <a:solidFill>
                  <a:srgbClr val="102A43"/>
                </a:solidFill>
                <a:latin typeface="Helvetica Neue"/>
                <a:ea typeface="Helvetica Neue"/>
                <a:cs typeface="Helvetica Neue"/>
              </a:defRPr>
            </a:lvl5pPr>
            <a:lvl6pPr algn="l">
              <a:buNone/>
              <a:defRPr sz="2100" b="1">
                <a:solidFill>
                  <a:srgbClr val="102A43"/>
                </a:solidFill>
                <a:latin typeface="Helvetica Neue"/>
                <a:ea typeface="Helvetica Neue"/>
                <a:cs typeface="Helvetica Neue"/>
              </a:defRPr>
            </a:lvl6pPr>
            <a:lvl7pPr algn="l">
              <a:buNone/>
              <a:defRPr sz="2100" b="1">
                <a:solidFill>
                  <a:srgbClr val="102A43"/>
                </a:solidFill>
                <a:latin typeface="Helvetica Neue"/>
                <a:ea typeface="Helvetica Neue"/>
                <a:cs typeface="Helvetica Neue"/>
              </a:defRPr>
            </a:lvl7pPr>
            <a:lvl8pPr algn="l">
              <a:buNone/>
              <a:defRPr sz="2100" b="1">
                <a:solidFill>
                  <a:srgbClr val="102A43"/>
                </a:solidFill>
                <a:latin typeface="Helvetica Neue"/>
                <a:ea typeface="Helvetica Neue"/>
                <a:cs typeface="Helvetica Neue"/>
              </a:defRPr>
            </a:lvl8pPr>
            <a:lvl9pPr algn="l">
              <a:buNone/>
              <a:defRPr sz="2100" b="1">
                <a:solidFill>
                  <a:srgbClr val="102A43"/>
                </a:solidFill>
                <a:latin typeface="Helvetica Neue"/>
                <a:ea typeface="Helvetica Neue"/>
                <a:cs typeface="Helvetica Neue"/>
              </a:defRPr>
            </a:lvl9pPr>
          </a:lstStyle>
          <a:p xmlns:a="http://schemas.openxmlformats.org/drawingml/2006/main">
            <a:pPr algn="l">
              <a:buNone/>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p>
        </p:txBody>
      </p:sp>
      <p:sp>
        <p:nvSpPr>
          <p:cNvPr id="8" name="">
            <a:extLst xmlns:a="http://schemas.openxmlformats.org/drawingml/2006/main">
              <a:ext uri="{FF2B5EF4-FFF2-40B4-BE49-F238E27FC236}">
                <a16:creationId xmlns:a16="http://schemas.microsoft.com/office/drawing/2014/main" id="{01988031-2C76-4595-8243-5D4B3523DACF}"/>
              </a:ext>
            </a:extLst>
          </p:cNvPr>
          <p:cNvSpPr>
            <a:spLocks xmlns:a="http://schemas.openxmlformats.org/drawingml/2006/main" noGrp="1"/>
          </p:cNvSpPr>
          <p:nvPr/>
        </p:nvSpPr>
        <p:spPr>
          <a:xfrm xmlns:a="http://schemas.openxmlformats.org/drawingml/2006/main">
            <a:off x="8096250" y="21431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650" b="0">
                <a:solidFill>
                  <a:srgbClr val="243B53"/>
                </a:solidFill>
                <a:latin typeface="Helvetica Neue"/>
                <a:ea typeface="Helvetica Neue"/>
                <a:cs typeface="Helvetica Neue"/>
              </a:defRPr>
            </a:defPPr>
            <a:lvl1pPr algn="l">
              <a:buNone/>
              <a:defRPr sz="1650" b="0">
                <a:solidFill>
                  <a:srgbClr val="243B53"/>
                </a:solidFill>
                <a:latin typeface="Helvetica Neue"/>
                <a:ea typeface="Helvetica Neue"/>
                <a:cs typeface="Helvetica Neue"/>
              </a:defRPr>
            </a:lvl1pPr>
            <a:lvl2pPr algn="l">
              <a:buNone/>
              <a:defRPr sz="1650" b="0">
                <a:solidFill>
                  <a:srgbClr val="243B53"/>
                </a:solidFill>
                <a:latin typeface="Helvetica Neue"/>
                <a:ea typeface="Helvetica Neue"/>
                <a:cs typeface="Helvetica Neue"/>
              </a:defRPr>
            </a:lvl2pPr>
            <a:lvl3pPr algn="l">
              <a:buNone/>
              <a:defRPr sz="1650" b="0">
                <a:solidFill>
                  <a:srgbClr val="243B53"/>
                </a:solidFill>
                <a:latin typeface="Helvetica Neue"/>
                <a:ea typeface="Helvetica Neue"/>
                <a:cs typeface="Helvetica Neue"/>
              </a:defRPr>
            </a:lvl3pPr>
            <a:lvl4pPr algn="l">
              <a:buNone/>
              <a:defRPr sz="1650" b="0">
                <a:solidFill>
                  <a:srgbClr val="243B53"/>
                </a:solidFill>
                <a:latin typeface="Helvetica Neue"/>
                <a:ea typeface="Helvetica Neue"/>
                <a:cs typeface="Helvetica Neue"/>
              </a:defRPr>
            </a:lvl4pPr>
            <a:lvl5pPr algn="l">
              <a:buNone/>
              <a:defRPr sz="1650" b="0">
                <a:solidFill>
                  <a:srgbClr val="243B53"/>
                </a:solidFill>
                <a:latin typeface="Helvetica Neue"/>
                <a:ea typeface="Helvetica Neue"/>
                <a:cs typeface="Helvetica Neue"/>
              </a:defRPr>
            </a:lvl5pPr>
            <a:lvl6pPr algn="l">
              <a:buNone/>
              <a:defRPr sz="1650" b="0">
                <a:solidFill>
                  <a:srgbClr val="243B53"/>
                </a:solidFill>
                <a:latin typeface="Helvetica Neue"/>
                <a:ea typeface="Helvetica Neue"/>
                <a:cs typeface="Helvetica Neue"/>
              </a:defRPr>
            </a:lvl6pPr>
            <a:lvl7pPr algn="l">
              <a:buNone/>
              <a:defRPr sz="1650" b="0">
                <a:solidFill>
                  <a:srgbClr val="243B53"/>
                </a:solidFill>
                <a:latin typeface="Helvetica Neue"/>
                <a:ea typeface="Helvetica Neue"/>
                <a:cs typeface="Helvetica Neue"/>
              </a:defRPr>
            </a:lvl7pPr>
            <a:lvl8pPr algn="l">
              <a:buNone/>
              <a:defRPr sz="1650" b="0">
                <a:solidFill>
                  <a:srgbClr val="243B53"/>
                </a:solidFill>
                <a:latin typeface="Helvetica Neue"/>
                <a:ea typeface="Helvetica Neue"/>
                <a:cs typeface="Helvetica Neue"/>
              </a:defRPr>
            </a:lvl8pPr>
            <a:lvl9pPr algn="l">
              <a:buNone/>
              <a:defRPr sz="1650" b="0">
                <a:solidFill>
                  <a:srgbClr val="243B53"/>
                </a:solidFill>
                <a:latin typeface="Helvetica Neue"/>
                <a:ea typeface="Helvetica Neue"/>
                <a:cs typeface="Helvetica Neue"/>
              </a:defRPr>
            </a:lvl9pPr>
          </a:lstStyle>
          <a:p xmlns:a="http://schemas.openxmlformats.org/drawingml/2006/main">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p>
          <a:p xmlns:a="http://schemas.openxmlformats.org/drawingml/2006/main">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p>
        </p:txBody>
      </p:sp>
      <p:sp>
        <p:nvSpPr>
          <p:cNvPr id="9" name="">
            <a:extLst xmlns:a="http://schemas.openxmlformats.org/drawingml/2006/main">
              <a:ext uri="{FF2B5EF4-FFF2-40B4-BE49-F238E27FC236}">
                <a16:creationId xmlns:a16="http://schemas.microsoft.com/office/drawing/2014/main" id="{A9E6F3A5-0D6A-48B4-B612-6EAE3DF63E35}"/>
              </a:ext>
            </a:extLst>
          </p:cNvPr>
          <p:cNvSpPr>
            <a:spLocks xmlns:a="http://schemas.openxmlformats.org/drawingml/2006/main" noGrp="1"/>
          </p:cNvSpPr>
          <p:nvPr/>
        </p:nvSpPr>
        <p:spPr>
          <a:xfrm xmlns:a="http://schemas.openxmlformats.org/drawingml/2006/main">
            <a:off x="80962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p>
        </p:txBody>
      </p:sp>
      <p:sp>
        <p:nvSpPr>
          <p:cNvPr id="10" name="">
            <a:extLst xmlns:a="http://schemas.openxmlformats.org/drawingml/2006/main">
              <a:ext uri="{FF2B5EF4-FFF2-40B4-BE49-F238E27FC236}">
                <a16:creationId xmlns:a16="http://schemas.microsoft.com/office/drawing/2014/main" id="{6ECAB98D-2572-43C3-B87B-3EF36DE28174}"/>
              </a:ext>
            </a:extLst>
          </p:cNvPr>
          <p:cNvSpPr>
            <a:spLocks xmlns:a="http://schemas.openxmlformats.org/drawingml/2006/main" noGrp="1"/>
          </p:cNvSpPr>
          <p:nvPr/>
        </p:nvSpPr>
        <p:spPr>
          <a:xfrm xmlns:a="http://schemas.openxmlformats.org/drawingml/2006/main">
            <a:off x="8096250" y="35909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vl1pPr algn="l">
              <a:buNone/>
              <a:defRPr sz="2850" b="1">
                <a:solidFill>
                  <a:srgbClr val="D64545"/>
                </a:solidFill>
                <a:latin typeface="Helvetica Neue"/>
                <a:ea typeface="Helvetica Neue"/>
                <a:cs typeface="Helvetica Neue"/>
              </a:defRPr>
            </a:lvl1pPr>
            <a:lvl2pPr algn="l">
              <a:buNone/>
              <a:defRPr sz="2850" b="1">
                <a:solidFill>
                  <a:srgbClr val="D64545"/>
                </a:solidFill>
                <a:latin typeface="Helvetica Neue"/>
                <a:ea typeface="Helvetica Neue"/>
                <a:cs typeface="Helvetica Neue"/>
              </a:defRPr>
            </a:lvl2pPr>
            <a:lvl3pPr algn="l">
              <a:buNone/>
              <a:defRPr sz="2850" b="1">
                <a:solidFill>
                  <a:srgbClr val="D64545"/>
                </a:solidFill>
                <a:latin typeface="Helvetica Neue"/>
                <a:ea typeface="Helvetica Neue"/>
                <a:cs typeface="Helvetica Neue"/>
              </a:defRPr>
            </a:lvl3pPr>
            <a:lvl4pPr algn="l">
              <a:buNone/>
              <a:defRPr sz="2850" b="1">
                <a:solidFill>
                  <a:srgbClr val="D64545"/>
                </a:solidFill>
                <a:latin typeface="Helvetica Neue"/>
                <a:ea typeface="Helvetica Neue"/>
                <a:cs typeface="Helvetica Neue"/>
              </a:defRPr>
            </a:lvl4pPr>
            <a:lvl5pPr algn="l">
              <a:buNone/>
              <a:defRPr sz="2850" b="1">
                <a:solidFill>
                  <a:srgbClr val="D64545"/>
                </a:solidFill>
                <a:latin typeface="Helvetica Neue"/>
                <a:ea typeface="Helvetica Neue"/>
                <a:cs typeface="Helvetica Neue"/>
              </a:defRPr>
            </a:lvl5pPr>
            <a:lvl6pPr algn="l">
              <a:buNone/>
              <a:defRPr sz="2850" b="1">
                <a:solidFill>
                  <a:srgbClr val="D64545"/>
                </a:solidFill>
                <a:latin typeface="Helvetica Neue"/>
                <a:ea typeface="Helvetica Neue"/>
                <a:cs typeface="Helvetica Neue"/>
              </a:defRPr>
            </a:lvl6pPr>
            <a:lvl7pPr algn="l">
              <a:buNone/>
              <a:defRPr sz="2850" b="1">
                <a:solidFill>
                  <a:srgbClr val="D64545"/>
                </a:solidFill>
                <a:latin typeface="Helvetica Neue"/>
                <a:ea typeface="Helvetica Neue"/>
                <a:cs typeface="Helvetica Neue"/>
              </a:defRPr>
            </a:lvl7pPr>
            <a:lvl8pPr algn="l">
              <a:buNone/>
              <a:defRPr sz="2850" b="1">
                <a:solidFill>
                  <a:srgbClr val="D64545"/>
                </a:solidFill>
                <a:latin typeface="Helvetica Neue"/>
                <a:ea typeface="Helvetica Neue"/>
                <a:cs typeface="Helvetica Neue"/>
              </a:defRPr>
            </a:lvl8pPr>
            <a:lvl9pPr algn="l">
              <a:buNone/>
              <a:defRPr sz="2850" b="1">
                <a:solidFill>
                  <a:srgbClr val="D64545"/>
                </a:solidFill>
                <a:latin typeface="Helvetica Neue"/>
                <a:ea typeface="Helvetica Neue"/>
                <a:cs typeface="Helvetica Neue"/>
              </a:defRPr>
            </a:lvl9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p>
        </p:txBody>
      </p:sp>
      <p:sp>
        <p:nvSpPr>
          <p:cNvPr id="11" name="">
            <a:extLst xmlns:a="http://schemas.openxmlformats.org/drawingml/2006/main">
              <a:ext uri="{FF2B5EF4-FFF2-40B4-BE49-F238E27FC236}">
                <a16:creationId xmlns:a16="http://schemas.microsoft.com/office/drawing/2014/main" id="{4B5E8D5C-F085-4218-901F-86D394F31126}"/>
              </a:ext>
            </a:extLst>
          </p:cNvPr>
          <p:cNvSpPr>
            <a:spLocks xmlns:a="http://schemas.openxmlformats.org/drawingml/2006/main" noGrp="1"/>
          </p:cNvSpPr>
          <p:nvPr/>
        </p:nvSpPr>
        <p:spPr>
          <a:xfrm xmlns:a="http://schemas.openxmlformats.org/drawingml/2006/main">
            <a:off x="8096250" y="45148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243B53"/>
                </a:solidFill>
                <a:latin typeface="Helvetica Neue"/>
                <a:ea typeface="Helvetica Neue"/>
                <a:cs typeface="Helvetica Neue"/>
              </a:defRPr>
            </a:defPPr>
            <a:lvl1pPr algn="l">
              <a:buNone/>
              <a:defRPr sz="1500" b="1">
                <a:solidFill>
                  <a:srgbClr val="243B53"/>
                </a:solidFill>
                <a:latin typeface="Helvetica Neue"/>
                <a:ea typeface="Helvetica Neue"/>
                <a:cs typeface="Helvetica Neue"/>
              </a:defRPr>
            </a:lvl1pPr>
            <a:lvl2pPr algn="l">
              <a:buNone/>
              <a:defRPr sz="1500" b="1">
                <a:solidFill>
                  <a:srgbClr val="243B53"/>
                </a:solidFill>
                <a:latin typeface="Helvetica Neue"/>
                <a:ea typeface="Helvetica Neue"/>
                <a:cs typeface="Helvetica Neue"/>
              </a:defRPr>
            </a:lvl2pPr>
            <a:lvl3pPr algn="l">
              <a:buNone/>
              <a:defRPr sz="1500" b="1">
                <a:solidFill>
                  <a:srgbClr val="243B53"/>
                </a:solidFill>
                <a:latin typeface="Helvetica Neue"/>
                <a:ea typeface="Helvetica Neue"/>
                <a:cs typeface="Helvetica Neue"/>
              </a:defRPr>
            </a:lvl3pPr>
            <a:lvl4pPr algn="l">
              <a:buNone/>
              <a:defRPr sz="1500" b="1">
                <a:solidFill>
                  <a:srgbClr val="243B53"/>
                </a:solidFill>
                <a:latin typeface="Helvetica Neue"/>
                <a:ea typeface="Helvetica Neue"/>
                <a:cs typeface="Helvetica Neue"/>
              </a:defRPr>
            </a:lvl4pPr>
            <a:lvl5pPr algn="l">
              <a:buNone/>
              <a:defRPr sz="1500" b="1">
                <a:solidFill>
                  <a:srgbClr val="243B53"/>
                </a:solidFill>
                <a:latin typeface="Helvetica Neue"/>
                <a:ea typeface="Helvetica Neue"/>
                <a:cs typeface="Helvetica Neue"/>
              </a:defRPr>
            </a:lvl5pPr>
            <a:lvl6pPr algn="l">
              <a:buNone/>
              <a:defRPr sz="1500" b="1">
                <a:solidFill>
                  <a:srgbClr val="243B53"/>
                </a:solidFill>
                <a:latin typeface="Helvetica Neue"/>
                <a:ea typeface="Helvetica Neue"/>
                <a:cs typeface="Helvetica Neue"/>
              </a:defRPr>
            </a:lvl6pPr>
            <a:lvl7pPr algn="l">
              <a:buNone/>
              <a:defRPr sz="1500" b="1">
                <a:solidFill>
                  <a:srgbClr val="243B53"/>
                </a:solidFill>
                <a:latin typeface="Helvetica Neue"/>
                <a:ea typeface="Helvetica Neue"/>
                <a:cs typeface="Helvetica Neue"/>
              </a:defRPr>
            </a:lvl7pPr>
            <a:lvl8pPr algn="l">
              <a:buNone/>
              <a:defRPr sz="1500" b="1">
                <a:solidFill>
                  <a:srgbClr val="243B53"/>
                </a:solidFill>
                <a:latin typeface="Helvetica Neue"/>
                <a:ea typeface="Helvetica Neue"/>
                <a:cs typeface="Helvetica Neue"/>
              </a:defRPr>
            </a:lvl8pPr>
            <a:lvl9pPr algn="l">
              <a:buNone/>
              <a:defRPr sz="1500" b="1">
                <a:solidFill>
                  <a:srgbClr val="243B53"/>
                </a:solidFill>
                <a:latin typeface="Helvetica Neue"/>
                <a:ea typeface="Helvetica Neue"/>
                <a:cs typeface="Helvetica Neue"/>
              </a:defRPr>
            </a:lvl9pPr>
          </a:lstStyle>
          <a:p xmlns:a="http://schemas.openxmlformats.org/drawingml/2006/main">
            <a:pPr algn="l">
              <a:buNone/>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p>
        </p:txBody>
      </p:sp>
      <p:sp>
        <p:nvSpPr>
          <p:cNvPr id="12" name="">
            <a:extLst xmlns:a="http://schemas.openxmlformats.org/drawingml/2006/main">
              <a:ext uri="{FF2B5EF4-FFF2-40B4-BE49-F238E27FC236}">
                <a16:creationId xmlns:a16="http://schemas.microsoft.com/office/drawing/2014/main" id="{21D2A519-8F90-4969-ABCD-2D95AE71FA76}"/>
              </a:ext>
            </a:extLst>
          </p:cNvPr>
          <p:cNvSpPr>
            <a:spLocks xmlns:a="http://schemas.openxmlformats.org/drawingml/2006/main" noGrp="1"/>
          </p:cNvSpPr>
          <p:nvPr/>
        </p:nvSpPr>
        <p:spPr>
          <a:xfrm xmlns:a="http://schemas.openxmlformats.org/drawingml/2006/main">
            <a:off x="8096250" y="5029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95% bootstrap intervals span most of 0 to 1</a:t>
            </a:r>
          </a:p>
        </p:txBody>
      </p:sp>
      <p:sp>
        <p:nvSpPr>
          <p:cNvPr id="13" name="">
            <a:extLst xmlns:a="http://schemas.openxmlformats.org/drawingml/2006/main">
              <a:ext uri="{FF2B5EF4-FFF2-40B4-BE49-F238E27FC236}">
                <a16:creationId xmlns:a16="http://schemas.microsoft.com/office/drawing/2014/main" id="{05A08FD9-5C4D-4BEC-9104-C3B680899BE9}"/>
              </a:ext>
            </a:extLst>
          </p:cNvPr>
          <p:cNvSpPr>
            <a:spLocks xmlns:a="http://schemas.openxmlformats.org/drawingml/2006/main" noGrp="1"/>
          </p:cNvSpPr>
          <p:nvPr/>
        </p:nvSpPr>
        <p:spPr>
          <a:xfrm xmlns:a="http://schemas.openxmlformats.org/drawingml/2006/main">
            <a:off x="666750" y="58102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050" b="0">
                <a:solidFill>
                  <a:srgbClr val="627D98"/>
                </a:solidFill>
                <a:latin typeface="Helvetica Neue"/>
                <a:ea typeface="Helvetica Neue"/>
                <a:cs typeface="Helvetica Neue"/>
              </a:defRPr>
            </a:defPPr>
            <a:lvl1pPr algn="ctr">
              <a:buNone/>
              <a:defRPr sz="1050" b="0">
                <a:solidFill>
                  <a:srgbClr val="627D98"/>
                </a:solidFill>
                <a:latin typeface="Helvetica Neue"/>
                <a:ea typeface="Helvetica Neue"/>
                <a:cs typeface="Helvetica Neue"/>
              </a:defRPr>
            </a:lvl1pPr>
            <a:lvl2pPr algn="ctr">
              <a:buNone/>
              <a:defRPr sz="1050" b="0">
                <a:solidFill>
                  <a:srgbClr val="627D98"/>
                </a:solidFill>
                <a:latin typeface="Helvetica Neue"/>
                <a:ea typeface="Helvetica Neue"/>
                <a:cs typeface="Helvetica Neue"/>
              </a:defRPr>
            </a:lvl2pPr>
            <a:lvl3pPr algn="ctr">
              <a:buNone/>
              <a:defRPr sz="1050" b="0">
                <a:solidFill>
                  <a:srgbClr val="627D98"/>
                </a:solidFill>
                <a:latin typeface="Helvetica Neue"/>
                <a:ea typeface="Helvetica Neue"/>
                <a:cs typeface="Helvetica Neue"/>
              </a:defRPr>
            </a:lvl3pPr>
            <a:lvl4pPr algn="ctr">
              <a:buNone/>
              <a:defRPr sz="1050" b="0">
                <a:solidFill>
                  <a:srgbClr val="627D98"/>
                </a:solidFill>
                <a:latin typeface="Helvetica Neue"/>
                <a:ea typeface="Helvetica Neue"/>
                <a:cs typeface="Helvetica Neue"/>
              </a:defRPr>
            </a:lvl4pPr>
            <a:lvl5pPr algn="ctr">
              <a:buNone/>
              <a:defRPr sz="1050" b="0">
                <a:solidFill>
                  <a:srgbClr val="627D98"/>
                </a:solidFill>
                <a:latin typeface="Helvetica Neue"/>
                <a:ea typeface="Helvetica Neue"/>
                <a:cs typeface="Helvetica Neue"/>
              </a:defRPr>
            </a:lvl5pPr>
            <a:lvl6pPr algn="ctr">
              <a:buNone/>
              <a:defRPr sz="1050" b="0">
                <a:solidFill>
                  <a:srgbClr val="627D98"/>
                </a:solidFill>
                <a:latin typeface="Helvetica Neue"/>
                <a:ea typeface="Helvetica Neue"/>
                <a:cs typeface="Helvetica Neue"/>
              </a:defRPr>
            </a:lvl6pPr>
            <a:lvl7pPr algn="ctr">
              <a:buNone/>
              <a:defRPr sz="1050" b="0">
                <a:solidFill>
                  <a:srgbClr val="627D98"/>
                </a:solidFill>
                <a:latin typeface="Helvetica Neue"/>
                <a:ea typeface="Helvetica Neue"/>
                <a:cs typeface="Helvetica Neue"/>
              </a:defRPr>
            </a:lvl7pPr>
            <a:lvl8pPr algn="ctr">
              <a:buNone/>
              <a:defRPr sz="1050" b="0">
                <a:solidFill>
                  <a:srgbClr val="627D98"/>
                </a:solidFill>
                <a:latin typeface="Helvetica Neue"/>
                <a:ea typeface="Helvetica Neue"/>
                <a:cs typeface="Helvetica Neue"/>
              </a:defRPr>
            </a:lvl8pPr>
            <a:lvl9pPr algn="ctr">
              <a:buNone/>
              <a:defRPr sz="1050" b="0">
                <a:solidFill>
                  <a:srgbClr val="627D98"/>
                </a:solidFill>
                <a:latin typeface="Helvetica Neue"/>
                <a:ea typeface="Helvetica Neue"/>
                <a:cs typeface="Helvetica Neue"/>
              </a:defRPr>
            </a:lvl9pPr>
          </a:lstStyle>
          <a:p xmlns:a="http://schemas.openxmlformats.org/drawingml/2006/main">
            <a:pPr algn="ctr">
              <a:buNone/>
              <a:defRPr sz="1050" b="0">
                <a:solidFill>
                  <a:srgbClr val="627D98"/>
                </a:solidFill>
                <a:latin typeface="Helvetica Neue"/>
                <a:ea typeface="Helvetica Neue"/>
                <a:cs typeface="Helvetica Neue"/>
              </a:defRPr>
            </a:pPr>
            <a:r>
              <a:rPr sz="1050" b="0">
                <a:solidFill>
                  <a:srgbClr val="627D98"/>
                </a:solidFill>
                <a:latin typeface="Helvetica Neue"/>
                <a:ea typeface="Helvetica Neue"/>
                <a:cs typeface="Helvetica Neue"/>
              </a:rPr>
              <a:t>This negative result motivated the controlled matched SadTalker experiment on the next slide.</a:t>
            </a:r>
          </a:p>
        </p:txBody>
      </p:sp>
    </p:spTree>
    <p:extLst>
      <p:ext uri="{BB962C8B-B14F-4D97-AF65-F5344CB8AC3E}">
        <p14:creationId xmlns:p14="http://schemas.microsoft.com/office/powerpoint/2010/main" val="7444017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35FE3D-71BD-4B39-917D-7404FFDF870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Expanded confirmation selects the global model</a:t>
            </a:r>
          </a:p>
        </p:txBody>
      </p:sp>
      <p:sp>
        <p:nvSpPr>
          <p:cNvPr id="2" name="">
            <a:extLst xmlns:a="http://schemas.openxmlformats.org/drawingml/2006/main">
              <a:ext uri="{FF2B5EF4-FFF2-40B4-BE49-F238E27FC236}">
                <a16:creationId xmlns:a16="http://schemas.microsoft.com/office/drawing/2014/main" id="{EAA23F46-7816-4D3E-B0A1-611CE6D52D6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1426A6E-E000-4258-9E18-908FB1819A41}"/>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52B957-5BA9-40FC-993C-B132AEE1B5F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004B081F-ACC3-47FA-9ED2-12F2D270A96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p>
        </p:txBody>
      </p:sp>
      <p:graphicFrame>
        <p:nvGraphicFramePr>
          <p:cNvPr id="6" name="Chart">
            <a:extLst xmlns:a="http://schemas.openxmlformats.org/drawingml/2006/main">
              <a:ext uri="{FF2B5EF4-FFF2-40B4-BE49-F238E27FC236}">
                <a16:creationId xmlns:a16="http://schemas.microsoft.com/office/drawing/2014/main" id="{BEAB3BCD-FAC9-4AD8-B588-DE9BB13A059C}"/>
              </a:ext>
            </a:extLst>
          </p:cNvPr>
          <p:cNvGraphicFramePr/>
          <p:nvPr/>
        </p:nvGraphicFramePr>
        <p:xfrm>
          <a:off xmlns:a="http://schemas.openxmlformats.org/drawingml/2006/main" x="52387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209e81759c8c4410"/>
          </a:graphicData>
        </a:graphic>
      </p:graphicFrame>
      <p:sp>
        <p:nvSpPr>
          <p:cNvPr id="7" name="">
            <a:extLst xmlns:a="http://schemas.openxmlformats.org/drawingml/2006/main">
              <a:ext uri="{FF2B5EF4-FFF2-40B4-BE49-F238E27FC236}">
                <a16:creationId xmlns:a16="http://schemas.microsoft.com/office/drawing/2014/main" id="{840DFCA1-8067-46C1-9751-0C6D6145F006}"/>
              </a:ext>
            </a:extLst>
          </p:cNvPr>
          <p:cNvSpPr>
            <a:spLocks xmlns:a="http://schemas.openxmlformats.org/drawingml/2006/main" noGrp="1"/>
          </p:cNvSpPr>
          <p:nvPr/>
        </p:nvSpPr>
        <p:spPr>
          <a:xfrm xmlns:a="http://schemas.openxmlformats.org/drawingml/2006/main">
            <a:off x="1476375" y="12382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vl1pPr algn="ctr">
              <a:buNone/>
              <a:defRPr sz="1350" b="1">
                <a:solidFill>
                  <a:srgbClr val="102A43"/>
                </a:solidFill>
                <a:latin typeface="Helvetica Neue"/>
                <a:ea typeface="Helvetica Neue"/>
                <a:cs typeface="Helvetica Neue"/>
              </a:defRPr>
            </a:lvl1pPr>
            <a:lvl2pPr algn="ctr">
              <a:buNone/>
              <a:defRPr sz="1350" b="1">
                <a:solidFill>
                  <a:srgbClr val="102A43"/>
                </a:solidFill>
                <a:latin typeface="Helvetica Neue"/>
                <a:ea typeface="Helvetica Neue"/>
                <a:cs typeface="Helvetica Neue"/>
              </a:defRPr>
            </a:lvl2pPr>
            <a:lvl3pPr algn="ctr">
              <a:buNone/>
              <a:defRPr sz="1350" b="1">
                <a:solidFill>
                  <a:srgbClr val="102A43"/>
                </a:solidFill>
                <a:latin typeface="Helvetica Neue"/>
                <a:ea typeface="Helvetica Neue"/>
                <a:cs typeface="Helvetica Neue"/>
              </a:defRPr>
            </a:lvl3pPr>
            <a:lvl4pPr algn="ctr">
              <a:buNone/>
              <a:defRPr sz="1350" b="1">
                <a:solidFill>
                  <a:srgbClr val="102A43"/>
                </a:solidFill>
                <a:latin typeface="Helvetica Neue"/>
                <a:ea typeface="Helvetica Neue"/>
                <a:cs typeface="Helvetica Neue"/>
              </a:defRPr>
            </a:lvl4pPr>
            <a:lvl5pPr algn="ctr">
              <a:buNone/>
              <a:defRPr sz="1350" b="1">
                <a:solidFill>
                  <a:srgbClr val="102A43"/>
                </a:solidFill>
                <a:latin typeface="Helvetica Neue"/>
                <a:ea typeface="Helvetica Neue"/>
                <a:cs typeface="Helvetica Neue"/>
              </a:defRPr>
            </a:lvl5pPr>
            <a:lvl6pPr algn="ctr">
              <a:buNone/>
              <a:defRPr sz="1350" b="1">
                <a:solidFill>
                  <a:srgbClr val="102A43"/>
                </a:solidFill>
                <a:latin typeface="Helvetica Neue"/>
                <a:ea typeface="Helvetica Neue"/>
                <a:cs typeface="Helvetica Neue"/>
              </a:defRPr>
            </a:lvl6pPr>
            <a:lvl7pPr algn="ctr">
              <a:buNone/>
              <a:defRPr sz="1350" b="1">
                <a:solidFill>
                  <a:srgbClr val="102A43"/>
                </a:solidFill>
                <a:latin typeface="Helvetica Neue"/>
                <a:ea typeface="Helvetica Neue"/>
                <a:cs typeface="Helvetica Neue"/>
              </a:defRPr>
            </a:lvl7pPr>
            <a:lvl8pPr algn="ctr">
              <a:buNone/>
              <a:defRPr sz="1350" b="1">
                <a:solidFill>
                  <a:srgbClr val="102A43"/>
                </a:solidFill>
                <a:latin typeface="Helvetica Neue"/>
                <a:ea typeface="Helvetica Neue"/>
                <a:cs typeface="Helvetica Neue"/>
              </a:defRPr>
            </a:lvl8pPr>
            <a:lvl9pPr algn="ctr">
              <a:buNone/>
              <a:defRPr sz="1350" b="1">
                <a:solidFill>
                  <a:srgbClr val="102A43"/>
                </a:solidFill>
                <a:latin typeface="Helvetica Neue"/>
                <a:ea typeface="Helvetica Neue"/>
                <a:cs typeface="Helvetica Neue"/>
              </a:defRPr>
            </a:lvl9pPr>
          </a:lstStyle>
          <a:p xmlns:a="http://schemas.openxmlformats.org/drawingml/2006/main">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New segments only: 20 repeated runs</a:t>
            </a:r>
          </a:p>
        </p:txBody>
      </p:sp>
      <p:graphicFrame>
        <p:nvGraphicFramePr>
          <p:cNvPr id="8" name="Chart">
            <a:extLst xmlns:a="http://schemas.openxmlformats.org/drawingml/2006/main">
              <a:ext uri="{FF2B5EF4-FFF2-40B4-BE49-F238E27FC236}">
                <a16:creationId xmlns:a16="http://schemas.microsoft.com/office/drawing/2014/main" id="{4834D621-0660-4CBD-98F9-157CD51C18B5}"/>
              </a:ext>
            </a:extLst>
          </p:cNvPr>
          <p:cNvGraphicFramePr/>
          <p:nvPr/>
        </p:nvGraphicFramePr>
        <p:xfrm>
          <a:off xmlns:a="http://schemas.openxmlformats.org/drawingml/2006/main" x="633412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fefaccc8f7374494"/>
          </a:graphicData>
        </a:graphic>
      </p:graphicFrame>
      <p:sp>
        <p:nvSpPr>
          <p:cNvPr id="9" name="">
            <a:extLst xmlns:a="http://schemas.openxmlformats.org/drawingml/2006/main">
              <a:ext uri="{FF2B5EF4-FFF2-40B4-BE49-F238E27FC236}">
                <a16:creationId xmlns:a16="http://schemas.microsoft.com/office/drawing/2014/main" id="{2AB3EBF0-B6DD-43D9-AA7C-FBC8614D8BB2}"/>
              </a:ext>
            </a:extLst>
          </p:cNvPr>
          <p:cNvSpPr>
            <a:spLocks xmlns:a="http://schemas.openxmlformats.org/drawingml/2006/main" noGrp="1"/>
          </p:cNvSpPr>
          <p:nvPr/>
        </p:nvSpPr>
        <p:spPr>
          <a:xfrm xmlns:a="http://schemas.openxmlformats.org/drawingml/2006/main">
            <a:off x="6810375" y="12382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vl1pPr algn="ctr">
              <a:buNone/>
              <a:defRPr sz="1350" b="1">
                <a:solidFill>
                  <a:srgbClr val="102A43"/>
                </a:solidFill>
                <a:latin typeface="Helvetica Neue"/>
                <a:ea typeface="Helvetica Neue"/>
                <a:cs typeface="Helvetica Neue"/>
              </a:defRPr>
            </a:lvl1pPr>
            <a:lvl2pPr algn="ctr">
              <a:buNone/>
              <a:defRPr sz="1350" b="1">
                <a:solidFill>
                  <a:srgbClr val="102A43"/>
                </a:solidFill>
                <a:latin typeface="Helvetica Neue"/>
                <a:ea typeface="Helvetica Neue"/>
                <a:cs typeface="Helvetica Neue"/>
              </a:defRPr>
            </a:lvl2pPr>
            <a:lvl3pPr algn="ctr">
              <a:buNone/>
              <a:defRPr sz="1350" b="1">
                <a:solidFill>
                  <a:srgbClr val="102A43"/>
                </a:solidFill>
                <a:latin typeface="Helvetica Neue"/>
                <a:ea typeface="Helvetica Neue"/>
                <a:cs typeface="Helvetica Neue"/>
              </a:defRPr>
            </a:lvl3pPr>
            <a:lvl4pPr algn="ctr">
              <a:buNone/>
              <a:defRPr sz="1350" b="1">
                <a:solidFill>
                  <a:srgbClr val="102A43"/>
                </a:solidFill>
                <a:latin typeface="Helvetica Neue"/>
                <a:ea typeface="Helvetica Neue"/>
                <a:cs typeface="Helvetica Neue"/>
              </a:defRPr>
            </a:lvl4pPr>
            <a:lvl5pPr algn="ctr">
              <a:buNone/>
              <a:defRPr sz="1350" b="1">
                <a:solidFill>
                  <a:srgbClr val="102A43"/>
                </a:solidFill>
                <a:latin typeface="Helvetica Neue"/>
                <a:ea typeface="Helvetica Neue"/>
                <a:cs typeface="Helvetica Neue"/>
              </a:defRPr>
            </a:lvl5pPr>
            <a:lvl6pPr algn="ctr">
              <a:buNone/>
              <a:defRPr sz="1350" b="1">
                <a:solidFill>
                  <a:srgbClr val="102A43"/>
                </a:solidFill>
                <a:latin typeface="Helvetica Neue"/>
                <a:ea typeface="Helvetica Neue"/>
                <a:cs typeface="Helvetica Neue"/>
              </a:defRPr>
            </a:lvl6pPr>
            <a:lvl7pPr algn="ctr">
              <a:buNone/>
              <a:defRPr sz="1350" b="1">
                <a:solidFill>
                  <a:srgbClr val="102A43"/>
                </a:solidFill>
                <a:latin typeface="Helvetica Neue"/>
                <a:ea typeface="Helvetica Neue"/>
                <a:cs typeface="Helvetica Neue"/>
              </a:defRPr>
            </a:lvl7pPr>
            <a:lvl8pPr algn="ctr">
              <a:buNone/>
              <a:defRPr sz="1350" b="1">
                <a:solidFill>
                  <a:srgbClr val="102A43"/>
                </a:solidFill>
                <a:latin typeface="Helvetica Neue"/>
                <a:ea typeface="Helvetica Neue"/>
                <a:cs typeface="Helvetica Neue"/>
              </a:defRPr>
            </a:lvl8pPr>
            <a:lvl9pPr algn="ctr">
              <a:buNone/>
              <a:defRPr sz="1350" b="1">
                <a:solidFill>
                  <a:srgbClr val="102A43"/>
                </a:solidFill>
                <a:latin typeface="Helvetica Neue"/>
                <a:ea typeface="Helvetica Neue"/>
                <a:cs typeface="Helvetica Neue"/>
              </a:defRPr>
            </a:lvl9pPr>
          </a:lstStyle>
          <a:p xmlns:a="http://schemas.openxmlformats.org/drawingml/2006/main">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Weak-viseme control: new segments only</a:t>
            </a:r>
          </a:p>
        </p:txBody>
      </p:sp>
      <p:sp>
        <p:nvSpPr>
          <p:cNvPr id="10" name="">
            <a:extLst xmlns:a="http://schemas.openxmlformats.org/drawingml/2006/main">
              <a:ext uri="{FF2B5EF4-FFF2-40B4-BE49-F238E27FC236}">
                <a16:creationId xmlns:a16="http://schemas.microsoft.com/office/drawing/2014/main" id="{D2BBAA9E-7483-46E7-905C-066CBF6E488C}"/>
              </a:ext>
            </a:extLst>
          </p:cNvPr>
          <p:cNvSpPr>
            <a:spLocks xmlns:a="http://schemas.openxmlformats.org/drawingml/2006/main" noGrp="1"/>
          </p:cNvSpPr>
          <p:nvPr/>
        </p:nvSpPr>
        <p:spPr>
          <a:xfrm xmlns:a="http://schemas.openxmlformats.org/drawingml/2006/main">
            <a:off x="619125" y="54292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59E9C"/>
                </a:solidFill>
                <a:latin typeface="Helvetica Neue"/>
                <a:ea typeface="Helvetica Neue"/>
                <a:cs typeface="Helvetica Neue"/>
              </a:defRPr>
            </a:defPPr>
            <a:lvl1pPr algn="l">
              <a:buNone/>
              <a:defRPr sz="1425" b="1">
                <a:solidFill>
                  <a:srgbClr val="159E9C"/>
                </a:solidFill>
                <a:latin typeface="Helvetica Neue"/>
                <a:ea typeface="Helvetica Neue"/>
                <a:cs typeface="Helvetica Neue"/>
              </a:defRPr>
            </a:lvl1pPr>
            <a:lvl2pPr algn="l">
              <a:buNone/>
              <a:defRPr sz="1425" b="1">
                <a:solidFill>
                  <a:srgbClr val="159E9C"/>
                </a:solidFill>
                <a:latin typeface="Helvetica Neue"/>
                <a:ea typeface="Helvetica Neue"/>
                <a:cs typeface="Helvetica Neue"/>
              </a:defRPr>
            </a:lvl2pPr>
            <a:lvl3pPr algn="l">
              <a:buNone/>
              <a:defRPr sz="1425" b="1">
                <a:solidFill>
                  <a:srgbClr val="159E9C"/>
                </a:solidFill>
                <a:latin typeface="Helvetica Neue"/>
                <a:ea typeface="Helvetica Neue"/>
                <a:cs typeface="Helvetica Neue"/>
              </a:defRPr>
            </a:lvl3pPr>
            <a:lvl4pPr algn="l">
              <a:buNone/>
              <a:defRPr sz="1425" b="1">
                <a:solidFill>
                  <a:srgbClr val="159E9C"/>
                </a:solidFill>
                <a:latin typeface="Helvetica Neue"/>
                <a:ea typeface="Helvetica Neue"/>
                <a:cs typeface="Helvetica Neue"/>
              </a:defRPr>
            </a:lvl4pPr>
            <a:lvl5pPr algn="l">
              <a:buNone/>
              <a:defRPr sz="1425" b="1">
                <a:solidFill>
                  <a:srgbClr val="159E9C"/>
                </a:solidFill>
                <a:latin typeface="Helvetica Neue"/>
                <a:ea typeface="Helvetica Neue"/>
                <a:cs typeface="Helvetica Neue"/>
              </a:defRPr>
            </a:lvl5pPr>
            <a:lvl6pPr algn="l">
              <a:buNone/>
              <a:defRPr sz="1425" b="1">
                <a:solidFill>
                  <a:srgbClr val="159E9C"/>
                </a:solidFill>
                <a:latin typeface="Helvetica Neue"/>
                <a:ea typeface="Helvetica Neue"/>
                <a:cs typeface="Helvetica Neue"/>
              </a:defRPr>
            </a:lvl6pPr>
            <a:lvl7pPr algn="l">
              <a:buNone/>
              <a:defRPr sz="1425" b="1">
                <a:solidFill>
                  <a:srgbClr val="159E9C"/>
                </a:solidFill>
                <a:latin typeface="Helvetica Neue"/>
                <a:ea typeface="Helvetica Neue"/>
                <a:cs typeface="Helvetica Neue"/>
              </a:defRPr>
            </a:lvl7pPr>
            <a:lvl8pPr algn="l">
              <a:buNone/>
              <a:defRPr sz="1425" b="1">
                <a:solidFill>
                  <a:srgbClr val="159E9C"/>
                </a:solidFill>
                <a:latin typeface="Helvetica Neue"/>
                <a:ea typeface="Helvetica Neue"/>
                <a:cs typeface="Helvetica Neue"/>
              </a:defRPr>
            </a:lvl8pPr>
            <a:lvl9pPr algn="l">
              <a:buNone/>
              <a:defRPr sz="1425" b="1">
                <a:solidFill>
                  <a:srgbClr val="159E9C"/>
                </a:solidFill>
                <a:latin typeface="Helvetica Neue"/>
                <a:ea typeface="Helvetica Neue"/>
                <a:cs typeface="Helvetica Neue"/>
              </a:defRPr>
            </a:lvl9pPr>
          </a:lstStyle>
          <a:p xmlns:a="http://schemas.openxmlformats.org/drawingml/2006/main">
            <a:pPr algn="l">
              <a:buNone/>
              <a:defRPr sz="1425" b="1">
                <a:solidFill>
                  <a:srgbClr val="159E9C"/>
                </a:solidFill>
                <a:latin typeface="Helvetica Neue"/>
                <a:ea typeface="Helvetica Neue"/>
                <a:cs typeface="Helvetica Neue"/>
              </a:defRPr>
            </a:pPr>
            <a:r>
              <a:rPr sz="1425" b="1">
                <a:solidFill>
                  <a:srgbClr val="159E9C"/>
                </a:solidFill>
                <a:latin typeface="Helvetica Neue"/>
                <a:ea typeface="Helvetica Neue"/>
                <a:cs typeface="Helvetica Neue"/>
              </a:rPr>
              <a:t>Global: .762 F1 / .843 AUC</a:t>
            </a:r>
          </a:p>
        </p:txBody>
      </p:sp>
      <p:sp>
        <p:nvSpPr>
          <p:cNvPr id="11" name="">
            <a:extLst xmlns:a="http://schemas.openxmlformats.org/drawingml/2006/main">
              <a:ext uri="{FF2B5EF4-FFF2-40B4-BE49-F238E27FC236}">
                <a16:creationId xmlns:a16="http://schemas.microsoft.com/office/drawing/2014/main" id="{996624E2-498C-4551-A198-7E9A8F7B5E54}"/>
              </a:ext>
            </a:extLst>
          </p:cNvPr>
          <p:cNvSpPr>
            <a:spLocks xmlns:a="http://schemas.openxmlformats.org/drawingml/2006/main" noGrp="1"/>
          </p:cNvSpPr>
          <p:nvPr/>
        </p:nvSpPr>
        <p:spPr>
          <a:xfrm xmlns:a="http://schemas.openxmlformats.org/drawingml/2006/main">
            <a:off x="6191250" y="542925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425" b="1">
                <a:solidFill>
                  <a:srgbClr val="D64545"/>
                </a:solidFill>
                <a:latin typeface="Helvetica Neue"/>
                <a:ea typeface="Helvetica Neue"/>
                <a:cs typeface="Helvetica Neue"/>
              </a:defRPr>
            </a:defPPr>
            <a:lvl1pPr algn="r">
              <a:buNone/>
              <a:defRPr sz="1425" b="1">
                <a:solidFill>
                  <a:srgbClr val="D64545"/>
                </a:solidFill>
                <a:latin typeface="Helvetica Neue"/>
                <a:ea typeface="Helvetica Neue"/>
                <a:cs typeface="Helvetica Neue"/>
              </a:defRPr>
            </a:lvl1pPr>
            <a:lvl2pPr algn="r">
              <a:buNone/>
              <a:defRPr sz="1425" b="1">
                <a:solidFill>
                  <a:srgbClr val="D64545"/>
                </a:solidFill>
                <a:latin typeface="Helvetica Neue"/>
                <a:ea typeface="Helvetica Neue"/>
                <a:cs typeface="Helvetica Neue"/>
              </a:defRPr>
            </a:lvl2pPr>
            <a:lvl3pPr algn="r">
              <a:buNone/>
              <a:defRPr sz="1425" b="1">
                <a:solidFill>
                  <a:srgbClr val="D64545"/>
                </a:solidFill>
                <a:latin typeface="Helvetica Neue"/>
                <a:ea typeface="Helvetica Neue"/>
                <a:cs typeface="Helvetica Neue"/>
              </a:defRPr>
            </a:lvl3pPr>
            <a:lvl4pPr algn="r">
              <a:buNone/>
              <a:defRPr sz="1425" b="1">
                <a:solidFill>
                  <a:srgbClr val="D64545"/>
                </a:solidFill>
                <a:latin typeface="Helvetica Neue"/>
                <a:ea typeface="Helvetica Neue"/>
                <a:cs typeface="Helvetica Neue"/>
              </a:defRPr>
            </a:lvl4pPr>
            <a:lvl5pPr algn="r">
              <a:buNone/>
              <a:defRPr sz="1425" b="1">
                <a:solidFill>
                  <a:srgbClr val="D64545"/>
                </a:solidFill>
                <a:latin typeface="Helvetica Neue"/>
                <a:ea typeface="Helvetica Neue"/>
                <a:cs typeface="Helvetica Neue"/>
              </a:defRPr>
            </a:lvl5pPr>
            <a:lvl6pPr algn="r">
              <a:buNone/>
              <a:defRPr sz="1425" b="1">
                <a:solidFill>
                  <a:srgbClr val="D64545"/>
                </a:solidFill>
                <a:latin typeface="Helvetica Neue"/>
                <a:ea typeface="Helvetica Neue"/>
                <a:cs typeface="Helvetica Neue"/>
              </a:defRPr>
            </a:lvl6pPr>
            <a:lvl7pPr algn="r">
              <a:buNone/>
              <a:defRPr sz="1425" b="1">
                <a:solidFill>
                  <a:srgbClr val="D64545"/>
                </a:solidFill>
                <a:latin typeface="Helvetica Neue"/>
                <a:ea typeface="Helvetica Neue"/>
                <a:cs typeface="Helvetica Neue"/>
              </a:defRPr>
            </a:lvl7pPr>
            <a:lvl8pPr algn="r">
              <a:buNone/>
              <a:defRPr sz="1425" b="1">
                <a:solidFill>
                  <a:srgbClr val="D64545"/>
                </a:solidFill>
                <a:latin typeface="Helvetica Neue"/>
                <a:ea typeface="Helvetica Neue"/>
                <a:cs typeface="Helvetica Neue"/>
              </a:defRPr>
            </a:lvl8pPr>
            <a:lvl9pPr algn="r">
              <a:buNone/>
              <a:defRPr sz="1425" b="1">
                <a:solidFill>
                  <a:srgbClr val="D64545"/>
                </a:solidFill>
                <a:latin typeface="Helvetica Neue"/>
                <a:ea typeface="Helvetica Neue"/>
                <a:cs typeface="Helvetica Neue"/>
              </a:defRPr>
            </a:lvl9pPr>
          </a:lstStyle>
          <a:p xmlns:a="http://schemas.openxmlformats.org/drawingml/2006/main">
            <a:pPr algn="r">
              <a:buNone/>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Window: −.086 F1 / −.104 AUC</a:t>
            </a:r>
          </a:p>
        </p:txBody>
      </p:sp>
      <p:sp>
        <p:nvSpPr>
          <p:cNvPr id="12" name="">
            <a:extLst xmlns:a="http://schemas.openxmlformats.org/drawingml/2006/main">
              <a:ext uri="{FF2B5EF4-FFF2-40B4-BE49-F238E27FC236}">
                <a16:creationId xmlns:a16="http://schemas.microsoft.com/office/drawing/2014/main" id="{28005188-C730-4019-9F0C-BD6F44CD3A54}"/>
              </a:ext>
            </a:extLst>
          </p:cNvPr>
          <p:cNvSpPr>
            <a:spLocks xmlns:a="http://schemas.openxmlformats.org/drawingml/2006/main" noGrp="1"/>
          </p:cNvSpPr>
          <p:nvPr/>
        </p:nvSpPr>
        <p:spPr>
          <a:xfrm xmlns:a="http://schemas.openxmlformats.org/drawingml/2006/main">
            <a:off x="571500" y="5867400"/>
            <a:ext cx="11049000" cy="28575"/>
          </a:xfrm>
          <a:prstGeom xmlns:a="http://schemas.openxmlformats.org/drawingml/2006/main" prst="rect">
            <a:avLst/>
          </a:prstGeom>
          <a:solidFill xmlns:a="http://schemas.openxmlformats.org/drawingml/2006/main">
            <a:srgbClr val="D9E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A37C85-AA79-41AA-B111-AFB281BF4197}"/>
              </a:ext>
            </a:extLst>
          </p:cNvPr>
          <p:cNvSpPr>
            <a:spLocks xmlns:a="http://schemas.openxmlformats.org/drawingml/2006/main" noGrp="1"/>
          </p:cNvSpPr>
          <p:nvPr/>
        </p:nvSpPr>
        <p:spPr>
          <a:xfrm xmlns:a="http://schemas.openxmlformats.org/drawingml/2006/main">
            <a:off x="952500" y="59531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275" b="1">
                <a:solidFill>
                  <a:srgbClr val="102A43"/>
                </a:solidFill>
                <a:latin typeface="Helvetica Neue"/>
                <a:ea typeface="Helvetica Neue"/>
                <a:cs typeface="Helvetica Neue"/>
              </a:defRPr>
            </a:defPPr>
            <a:lvl1pPr algn="ctr">
              <a:buNone/>
              <a:defRPr sz="1275" b="1">
                <a:solidFill>
                  <a:srgbClr val="102A43"/>
                </a:solidFill>
                <a:latin typeface="Helvetica Neue"/>
                <a:ea typeface="Helvetica Neue"/>
                <a:cs typeface="Helvetica Neue"/>
              </a:defRPr>
            </a:lvl1pPr>
            <a:lvl2pPr algn="ctr">
              <a:buNone/>
              <a:defRPr sz="1275" b="1">
                <a:solidFill>
                  <a:srgbClr val="102A43"/>
                </a:solidFill>
                <a:latin typeface="Helvetica Neue"/>
                <a:ea typeface="Helvetica Neue"/>
                <a:cs typeface="Helvetica Neue"/>
              </a:defRPr>
            </a:lvl2pPr>
            <a:lvl3pPr algn="ctr">
              <a:buNone/>
              <a:defRPr sz="1275" b="1">
                <a:solidFill>
                  <a:srgbClr val="102A43"/>
                </a:solidFill>
                <a:latin typeface="Helvetica Neue"/>
                <a:ea typeface="Helvetica Neue"/>
                <a:cs typeface="Helvetica Neue"/>
              </a:defRPr>
            </a:lvl3pPr>
            <a:lvl4pPr algn="ctr">
              <a:buNone/>
              <a:defRPr sz="1275" b="1">
                <a:solidFill>
                  <a:srgbClr val="102A43"/>
                </a:solidFill>
                <a:latin typeface="Helvetica Neue"/>
                <a:ea typeface="Helvetica Neue"/>
                <a:cs typeface="Helvetica Neue"/>
              </a:defRPr>
            </a:lvl4pPr>
            <a:lvl5pPr algn="ctr">
              <a:buNone/>
              <a:defRPr sz="1275" b="1">
                <a:solidFill>
                  <a:srgbClr val="102A43"/>
                </a:solidFill>
                <a:latin typeface="Helvetica Neue"/>
                <a:ea typeface="Helvetica Neue"/>
                <a:cs typeface="Helvetica Neue"/>
              </a:defRPr>
            </a:lvl5pPr>
            <a:lvl6pPr algn="ctr">
              <a:buNone/>
              <a:defRPr sz="1275" b="1">
                <a:solidFill>
                  <a:srgbClr val="102A43"/>
                </a:solidFill>
                <a:latin typeface="Helvetica Neue"/>
                <a:ea typeface="Helvetica Neue"/>
                <a:cs typeface="Helvetica Neue"/>
              </a:defRPr>
            </a:lvl6pPr>
            <a:lvl7pPr algn="ctr">
              <a:buNone/>
              <a:defRPr sz="1275" b="1">
                <a:solidFill>
                  <a:srgbClr val="102A43"/>
                </a:solidFill>
                <a:latin typeface="Helvetica Neue"/>
                <a:ea typeface="Helvetica Neue"/>
                <a:cs typeface="Helvetica Neue"/>
              </a:defRPr>
            </a:lvl7pPr>
            <a:lvl8pPr algn="ctr">
              <a:buNone/>
              <a:defRPr sz="1275" b="1">
                <a:solidFill>
                  <a:srgbClr val="102A43"/>
                </a:solidFill>
                <a:latin typeface="Helvetica Neue"/>
                <a:ea typeface="Helvetica Neue"/>
                <a:cs typeface="Helvetica Neue"/>
              </a:defRPr>
            </a:lvl8pPr>
            <a:lvl9pPr algn="ctr">
              <a:buNone/>
              <a:defRPr sz="1275" b="1">
                <a:solidFill>
                  <a:srgbClr val="102A43"/>
                </a:solidFill>
                <a:latin typeface="Helvetica Neue"/>
                <a:ea typeface="Helvetica Neue"/>
                <a:cs typeface="Helvetica Neue"/>
              </a:defRPr>
            </a:lvl9pPr>
          </a:lstStyle>
          <a:p xmlns:a="http://schemas.openxmlformats.org/drawingml/2006/main">
            <a:pPr algn="ctr">
              <a:buNone/>
              <a:defRPr sz="1275" b="1">
                <a:solidFill>
                  <a:srgbClr val="102A43"/>
                </a:solidFill>
                <a:latin typeface="Helvetica Neue"/>
                <a:ea typeface="Helvetica Neue"/>
                <a:cs typeface="Helvetica Neue"/>
              </a:defRPr>
            </a:pPr>
            <a:r>
              <a:rPr sz="1275" b="1">
                <a:solidFill>
                  <a:srgbClr val="102A43"/>
                </a:solidFill>
                <a:latin typeface="Helvetica Neue"/>
                <a:ea typeface="Helvetica Neue"/>
                <a:cs typeface="Helvetica Neue"/>
              </a:rPr>
              <a:t>Window AUROC was lower in 20/20 repeats; 24 new pairs, same identities and generator.</a:t>
            </a:r>
          </a:p>
        </p:txBody>
      </p:sp>
    </p:spTree>
    <p:extLst>
      <p:ext uri="{BB962C8B-B14F-4D97-AF65-F5344CB8AC3E}">
        <p14:creationId xmlns:p14="http://schemas.microsoft.com/office/powerpoint/2010/main" val="19938890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E59E22A-B702-4293-BB78-43B75ECE4936}"/>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B: periodic chromatic-injection forensics</a:t>
            </a:r>
          </a:p>
        </p:txBody>
      </p:sp>
      <p:sp>
        <p:nvSpPr>
          <p:cNvPr id="2" name="">
            <a:extLst xmlns:a="http://schemas.openxmlformats.org/drawingml/2006/main">
              <a:ext uri="{FF2B5EF4-FFF2-40B4-BE49-F238E27FC236}">
                <a16:creationId xmlns:a16="http://schemas.microsoft.com/office/drawing/2014/main" id="{F6F8196E-1187-4CAA-9B02-571DBBF1F453}"/>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008ECCF-F5A6-494C-BA60-868F63F4F6B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2142C7-18F7-4692-B033-CCE627D56DC1}"/>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C1EC37ED-2896-4B2B-90E9-6615BF3B5E24}"/>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p>
        </p:txBody>
      </p:sp>
      <p:sp>
        <p:nvSpPr>
          <p:cNvPr id="6" name="">
            <a:extLst xmlns:a="http://schemas.openxmlformats.org/drawingml/2006/main">
              <a:ext uri="{FF2B5EF4-FFF2-40B4-BE49-F238E27FC236}">
                <a16:creationId xmlns:a16="http://schemas.microsoft.com/office/drawing/2014/main" id="{C3227109-4DC7-4FAC-B8BF-C0C70F1FB9E4}"/>
              </a:ext>
            </a:extLst>
          </p:cNvPr>
          <p:cNvSpPr>
            <a:spLocks xmlns:a="http://schemas.openxmlformats.org/drawingml/2006/main" noGrp="1"/>
          </p:cNvSpPr>
          <p:nvPr/>
        </p:nvSpPr>
        <p:spPr>
          <a:xfrm xmlns:a="http://schemas.openxmlformats.org/drawingml/2006/main">
            <a:off x="666750" y="1476375"/>
            <a:ext cx="2190750" cy="1143000"/>
          </a:xfrm>
          <a:prstGeom xmlns:a="http://schemas.openxmlformats.org/drawingml/2006/main" prst="roundRect">
            <a:avLst>
              <a:gd name="adj" fmla="val 6667"/>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E2AF0633-62D4-4D5D-96B7-BD155CCA7CDD}"/>
              </a:ext>
            </a:extLst>
          </p:cNvPr>
          <p:cNvSpPr>
            <a:spLocks xmlns:a="http://schemas.openxmlformats.org/drawingml/2006/main" noGrp="1"/>
          </p:cNvSpPr>
          <p:nvPr/>
        </p:nvSpPr>
        <p:spPr>
          <a:xfrm xmlns:a="http://schemas.openxmlformats.org/drawingml/2006/main">
            <a:off x="838200" y="159067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Control</a:t>
            </a:r>
          </a:p>
        </p:txBody>
      </p:sp>
      <p:sp>
        <p:nvSpPr>
          <p:cNvPr id="8" name="">
            <a:extLst xmlns:a="http://schemas.openxmlformats.org/drawingml/2006/main">
              <a:ext uri="{FF2B5EF4-FFF2-40B4-BE49-F238E27FC236}">
                <a16:creationId xmlns:a16="http://schemas.microsoft.com/office/drawing/2014/main" id="{EEA08EA1-19EF-456B-8912-87EBFBF55250}"/>
              </a:ext>
            </a:extLst>
          </p:cNvPr>
          <p:cNvSpPr>
            <a:spLocks xmlns:a="http://schemas.openxmlformats.org/drawingml/2006/main" noGrp="1"/>
          </p:cNvSpPr>
          <p:nvPr/>
        </p:nvSpPr>
        <p:spPr>
          <a:xfrm xmlns:a="http://schemas.openxmlformats.org/drawingml/2006/main">
            <a:off x="838200" y="197167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Original generated video</a:t>
            </a:r>
          </a:p>
        </p:txBody>
      </p:sp>
      <p:sp>
        <p:nvSpPr>
          <p:cNvPr id="9" name="">
            <a:extLst xmlns:a="http://schemas.openxmlformats.org/drawingml/2006/main">
              <a:ext uri="{FF2B5EF4-FFF2-40B4-BE49-F238E27FC236}">
                <a16:creationId xmlns:a16="http://schemas.microsoft.com/office/drawing/2014/main" id="{56827ACB-DB64-4707-ACCE-6666FFCF2F42}"/>
              </a:ext>
            </a:extLst>
          </p:cNvPr>
          <p:cNvSpPr>
            <a:spLocks xmlns:a="http://schemas.openxmlformats.org/drawingml/2006/main" noGrp="1"/>
          </p:cNvSpPr>
          <p:nvPr/>
        </p:nvSpPr>
        <p:spPr>
          <a:xfrm xmlns:a="http://schemas.openxmlformats.org/drawingml/2006/main">
            <a:off x="666750" y="3286125"/>
            <a:ext cx="2190750" cy="1143000"/>
          </a:xfrm>
          <a:prstGeom xmlns:a="http://schemas.openxmlformats.org/drawingml/2006/main" prst="roundRect">
            <a:avLst>
              <a:gd name="adj" fmla="val 6667"/>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E84A808B-DCB9-4A83-A751-07D602139630}"/>
              </a:ext>
            </a:extLst>
          </p:cNvPr>
          <p:cNvSpPr>
            <a:spLocks xmlns:a="http://schemas.openxmlformats.org/drawingml/2006/main" noGrp="1"/>
          </p:cNvSpPr>
          <p:nvPr/>
        </p:nvSpPr>
        <p:spPr>
          <a:xfrm xmlns:a="http://schemas.openxmlformats.org/drawingml/2006/main">
            <a:off x="838200" y="340042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p>
        </p:txBody>
      </p:sp>
      <p:sp>
        <p:nvSpPr>
          <p:cNvPr id="11" name="">
            <a:extLst xmlns:a="http://schemas.openxmlformats.org/drawingml/2006/main">
              <a:ext uri="{FF2B5EF4-FFF2-40B4-BE49-F238E27FC236}">
                <a16:creationId xmlns:a16="http://schemas.microsoft.com/office/drawing/2014/main" id="{6711BEBD-9250-4640-8A77-B3A7685AECF8}"/>
              </a:ext>
            </a:extLst>
          </p:cNvPr>
          <p:cNvSpPr>
            <a:spLocks xmlns:a="http://schemas.openxmlformats.org/drawingml/2006/main" noGrp="1"/>
          </p:cNvSpPr>
          <p:nvPr/>
        </p:nvSpPr>
        <p:spPr>
          <a:xfrm xmlns:a="http://schemas.openxmlformats.org/drawingml/2006/main">
            <a:off x="838200" y="378142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Dark.Mimic periodic colour change</a:t>
            </a:r>
          </a:p>
        </p:txBody>
      </p:sp>
      <p:sp>
        <p:nvSpPr>
          <p:cNvPr id="12" name="">
            <a:extLst xmlns:a="http://schemas.openxmlformats.org/drawingml/2006/main">
              <a:ext uri="{FF2B5EF4-FFF2-40B4-BE49-F238E27FC236}">
                <a16:creationId xmlns:a16="http://schemas.microsoft.com/office/drawing/2014/main" id="{6593D81E-6700-464E-946C-84DA4B5E9433}"/>
              </a:ext>
            </a:extLst>
          </p:cNvPr>
          <p:cNvSpPr>
            <a:spLocks xmlns:a="http://schemas.openxmlformats.org/drawingml/2006/main" noGrp="1"/>
          </p:cNvSpPr>
          <p:nvPr/>
        </p:nvSpPr>
        <p:spPr>
          <a:xfrm xmlns:a="http://schemas.openxmlformats.org/drawingml/2006/main">
            <a:off x="4191000" y="2286000"/>
            <a:ext cx="2952750" cy="1428750"/>
          </a:xfrm>
          <a:prstGeom xmlns:a="http://schemas.openxmlformats.org/drawingml/2006/main" prst="roundRect">
            <a:avLst>
              <a:gd name="adj" fmla="val 5333"/>
            </a:avLst>
          </a:prstGeom>
          <a:solidFill xmlns:a="http://schemas.openxmlformats.org/drawingml/2006/main">
            <a:srgbClr val="FCECEC"/>
          </a:solidFill>
          <a:ln xmlns:a="http://schemas.openxmlformats.org/drawingml/2006/main" w="19050">
            <a:solidFill>
              <a:srgbClr val="D64545"/>
            </a:solidFill>
          </a:ln>
        </p:spPr>
      </p:sp>
      <p:sp>
        <p:nvSpPr>
          <p:cNvPr id="13" name="">
            <a:extLst xmlns:a="http://schemas.openxmlformats.org/drawingml/2006/main">
              <a:ext uri="{FF2B5EF4-FFF2-40B4-BE49-F238E27FC236}">
                <a16:creationId xmlns:a16="http://schemas.microsoft.com/office/drawing/2014/main" id="{D8BF018F-F9CD-4454-A7C6-08B1ED565317}"/>
              </a:ext>
            </a:extLst>
          </p:cNvPr>
          <p:cNvSpPr>
            <a:spLocks xmlns:a="http://schemas.openxmlformats.org/drawingml/2006/main" noGrp="1"/>
          </p:cNvSpPr>
          <p:nvPr/>
        </p:nvSpPr>
        <p:spPr>
          <a:xfrm xmlns:a="http://schemas.openxmlformats.org/drawingml/2006/main">
            <a:off x="4362450" y="240030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Frame-aligned RGB difference</a:t>
            </a:r>
          </a:p>
        </p:txBody>
      </p:sp>
      <p:sp>
        <p:nvSpPr>
          <p:cNvPr id="14" name="">
            <a:extLst xmlns:a="http://schemas.openxmlformats.org/drawingml/2006/main">
              <a:ext uri="{FF2B5EF4-FFF2-40B4-BE49-F238E27FC236}">
                <a16:creationId xmlns:a16="http://schemas.microsoft.com/office/drawing/2014/main" id="{F524106E-A96E-4F88-9A9E-4A35D6A0E84E}"/>
              </a:ext>
            </a:extLst>
          </p:cNvPr>
          <p:cNvSpPr>
            <a:spLocks xmlns:a="http://schemas.openxmlformats.org/drawingml/2006/main" noGrp="1"/>
          </p:cNvSpPr>
          <p:nvPr/>
        </p:nvSpPr>
        <p:spPr>
          <a:xfrm xmlns:a="http://schemas.openxmlformats.org/drawingml/2006/main">
            <a:off x="4362450" y="2781300"/>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forehead and both cheeks</a:t>
            </a:r>
          </a:p>
        </p:txBody>
      </p:sp>
      <p:sp>
        <p:nvSpPr>
          <p:cNvPr id="15" name="">
            <a:extLst xmlns:a="http://schemas.openxmlformats.org/drawingml/2006/main">
              <a:ext uri="{FF2B5EF4-FFF2-40B4-BE49-F238E27FC236}">
                <a16:creationId xmlns:a16="http://schemas.microsoft.com/office/drawing/2014/main" id="{73EAE57A-5282-490D-9BE0-4CEC00131B54}"/>
              </a:ext>
            </a:extLst>
          </p:cNvPr>
          <p:cNvSpPr>
            <a:spLocks xmlns:a="http://schemas.openxmlformats.org/drawingml/2006/main" noGrp="1"/>
          </p:cNvSpPr>
          <p:nvPr/>
        </p:nvSpPr>
        <p:spPr>
          <a:xfrm xmlns:a="http://schemas.openxmlformats.org/drawingml/2006/main">
            <a:off x="8572500" y="2286000"/>
            <a:ext cx="2857500" cy="1428750"/>
          </a:xfrm>
          <a:prstGeom xmlns:a="http://schemas.openxmlformats.org/drawingml/2006/main" prst="roundRect">
            <a:avLst>
              <a:gd name="adj" fmla="val 5333"/>
            </a:avLst>
          </a:prstGeom>
          <a:solidFill xmlns:a="http://schemas.openxmlformats.org/drawingml/2006/main">
            <a:srgbClr val="EAF1FF"/>
          </a:solidFill>
          <a:ln xmlns:a="http://schemas.openxmlformats.org/drawingml/2006/main" w="19050">
            <a:solidFill>
              <a:srgbClr val="2F6BFF"/>
            </a:solidFill>
          </a:ln>
        </p:spPr>
      </p:sp>
      <p:sp>
        <p:nvSpPr>
          <p:cNvPr id="16" name="">
            <a:extLst xmlns:a="http://schemas.openxmlformats.org/drawingml/2006/main">
              <a:ext uri="{FF2B5EF4-FFF2-40B4-BE49-F238E27FC236}">
                <a16:creationId xmlns:a16="http://schemas.microsoft.com/office/drawing/2014/main" id="{6155C2FB-B4D3-4B7A-9DBB-05D221A76991}"/>
              </a:ext>
            </a:extLst>
          </p:cNvPr>
          <p:cNvSpPr>
            <a:spLocks xmlns:a="http://schemas.openxmlformats.org/drawingml/2006/main" noGrp="1"/>
          </p:cNvSpPr>
          <p:nvPr/>
        </p:nvSpPr>
        <p:spPr>
          <a:xfrm xmlns:a="http://schemas.openxmlformats.org/drawingml/2006/main">
            <a:off x="8743950" y="2400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FFT audit</a:t>
            </a:r>
          </a:p>
        </p:txBody>
      </p:sp>
      <p:sp>
        <p:nvSpPr>
          <p:cNvPr id="17" name="">
            <a:extLst xmlns:a="http://schemas.openxmlformats.org/drawingml/2006/main">
              <a:ext uri="{FF2B5EF4-FFF2-40B4-BE49-F238E27FC236}">
                <a16:creationId xmlns:a16="http://schemas.microsoft.com/office/drawing/2014/main" id="{28684CDE-DAE5-4DC9-8282-3D7EF168A2E5}"/>
              </a:ext>
            </a:extLst>
          </p:cNvPr>
          <p:cNvSpPr>
            <a:spLocks xmlns:a="http://schemas.openxmlformats.org/drawingml/2006/main" noGrp="1"/>
          </p:cNvSpPr>
          <p:nvPr/>
        </p:nvSpPr>
        <p:spPr>
          <a:xfrm xmlns:a="http://schemas.openxmlformats.org/drawingml/2006/main">
            <a:off x="8743950" y="27813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 frequency</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Peak-to-median ratio</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Energy near 1.2 Hz</a:t>
            </a:r>
          </a:p>
        </p:txBody>
      </p:sp>
      <p:sp>
        <p:nvSpPr>
          <p:cNvPr id="18" name="">
            <a:extLst xmlns:a="http://schemas.openxmlformats.org/drawingml/2006/main">
              <a:ext uri="{FF2B5EF4-FFF2-40B4-BE49-F238E27FC236}">
                <a16:creationId xmlns:a16="http://schemas.microsoft.com/office/drawing/2014/main" id="{53CF3D3F-05DB-4482-9A69-A697585AA06E}"/>
              </a:ext>
            </a:extLst>
          </p:cNvPr>
          <p:cNvSpPr>
            <a:spLocks xmlns:a="http://schemas.openxmlformats.org/drawingml/2006/main" noGrp="1"/>
          </p:cNvSpPr>
          <p:nvPr/>
        </p:nvSpPr>
        <p:spPr>
          <a:xfrm xmlns:a="http://schemas.openxmlformats.org/drawingml/2006/main">
            <a:off x="2857500" y="2047875"/>
            <a:ext cx="1333500" cy="66675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CB6DBA84-DD25-4164-B32D-D7A187926302}"/>
              </a:ext>
            </a:extLst>
          </p:cNvPr>
          <p:cNvSpPr>
            <a:spLocks xmlns:a="http://schemas.openxmlformats.org/drawingml/2006/main" noGrp="1"/>
          </p:cNvSpPr>
          <p:nvPr/>
        </p:nvSpPr>
        <p:spPr>
          <a:xfrm xmlns:a="http://schemas.openxmlformats.org/drawingml/2006/main">
            <a:off x="2857500" y="3857625"/>
            <a:ext cx="13335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0" name="">
            <a:extLst xmlns:a="http://schemas.openxmlformats.org/drawingml/2006/main">
              <a:ext uri="{FF2B5EF4-FFF2-40B4-BE49-F238E27FC236}">
                <a16:creationId xmlns:a16="http://schemas.microsoft.com/office/drawing/2014/main" id="{3F23C042-7064-46E6-BB3C-277CBC9CA79A}"/>
              </a:ext>
            </a:extLst>
          </p:cNvPr>
          <p:cNvSpPr>
            <a:spLocks xmlns:a="http://schemas.openxmlformats.org/drawingml/2006/main" noGrp="1"/>
          </p:cNvSpPr>
          <p:nvPr/>
        </p:nvSpPr>
        <p:spPr>
          <a:xfrm xmlns:a="http://schemas.openxmlformats.org/drawingml/2006/main">
            <a:off x="7143750" y="3000375"/>
            <a:ext cx="1428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1" name="">
            <a:extLst xmlns:a="http://schemas.openxmlformats.org/drawingml/2006/main">
              <a:ext uri="{FF2B5EF4-FFF2-40B4-BE49-F238E27FC236}">
                <a16:creationId xmlns:a16="http://schemas.microsoft.com/office/drawing/2014/main" id="{D029C292-38E0-475D-B886-37D2EB22EF16}"/>
              </a:ext>
            </a:extLst>
          </p:cNvPr>
          <p:cNvSpPr>
            <a:spLocks xmlns:a="http://schemas.openxmlformats.org/drawingml/2006/main" noGrp="1"/>
          </p:cNvSpPr>
          <p:nvPr/>
        </p:nvSpPr>
        <p:spPr>
          <a:xfrm xmlns:a="http://schemas.openxmlformats.org/drawingml/2006/main">
            <a:off x="2000250" y="4762500"/>
            <a:ext cx="8001000" cy="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22" name="">
            <a:extLst xmlns:a="http://schemas.openxmlformats.org/drawingml/2006/main">
              <a:ext uri="{FF2B5EF4-FFF2-40B4-BE49-F238E27FC236}">
                <a16:creationId xmlns:a16="http://schemas.microsoft.com/office/drawing/2014/main" id="{C658CD10-C8C2-4280-9E57-DDB368055052}"/>
              </a:ext>
            </a:extLst>
          </p:cNvPr>
          <p:cNvSpPr>
            <a:spLocks xmlns:a="http://schemas.openxmlformats.org/drawingml/2006/main" noGrp="1"/>
          </p:cNvSpPr>
          <p:nvPr/>
        </p:nvSpPr>
        <p:spPr>
          <a:xfrm xmlns:a="http://schemas.openxmlformats.org/drawingml/2006/main">
            <a:off x="666750" y="5095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159E9C"/>
                </a:solidFill>
                <a:latin typeface="Helvetica Neue"/>
                <a:ea typeface="Helvetica Neue"/>
                <a:cs typeface="Helvetica Neue"/>
              </a:defRPr>
            </a:defPPr>
            <a:lvl1pPr algn="l">
              <a:buNone/>
              <a:defRPr sz="1725" b="1">
                <a:solidFill>
                  <a:srgbClr val="159E9C"/>
                </a:solidFill>
                <a:latin typeface="Helvetica Neue"/>
                <a:ea typeface="Helvetica Neue"/>
                <a:cs typeface="Helvetica Neue"/>
              </a:defRPr>
            </a:lvl1pPr>
            <a:lvl2pPr algn="l">
              <a:buNone/>
              <a:defRPr sz="1725" b="1">
                <a:solidFill>
                  <a:srgbClr val="159E9C"/>
                </a:solidFill>
                <a:latin typeface="Helvetica Neue"/>
                <a:ea typeface="Helvetica Neue"/>
                <a:cs typeface="Helvetica Neue"/>
              </a:defRPr>
            </a:lvl2pPr>
            <a:lvl3pPr algn="l">
              <a:buNone/>
              <a:defRPr sz="1725" b="1">
                <a:solidFill>
                  <a:srgbClr val="159E9C"/>
                </a:solidFill>
                <a:latin typeface="Helvetica Neue"/>
                <a:ea typeface="Helvetica Neue"/>
                <a:cs typeface="Helvetica Neue"/>
              </a:defRPr>
            </a:lvl3pPr>
            <a:lvl4pPr algn="l">
              <a:buNone/>
              <a:defRPr sz="1725" b="1">
                <a:solidFill>
                  <a:srgbClr val="159E9C"/>
                </a:solidFill>
                <a:latin typeface="Helvetica Neue"/>
                <a:ea typeface="Helvetica Neue"/>
                <a:cs typeface="Helvetica Neue"/>
              </a:defRPr>
            </a:lvl4pPr>
            <a:lvl5pPr algn="l">
              <a:buNone/>
              <a:defRPr sz="1725" b="1">
                <a:solidFill>
                  <a:srgbClr val="159E9C"/>
                </a:solidFill>
                <a:latin typeface="Helvetica Neue"/>
                <a:ea typeface="Helvetica Neue"/>
                <a:cs typeface="Helvetica Neue"/>
              </a:defRPr>
            </a:lvl5pPr>
            <a:lvl6pPr algn="l">
              <a:buNone/>
              <a:defRPr sz="1725" b="1">
                <a:solidFill>
                  <a:srgbClr val="159E9C"/>
                </a:solidFill>
                <a:latin typeface="Helvetica Neue"/>
                <a:ea typeface="Helvetica Neue"/>
                <a:cs typeface="Helvetica Neue"/>
              </a:defRPr>
            </a:lvl6pPr>
            <a:lvl7pPr algn="l">
              <a:buNone/>
              <a:defRPr sz="1725" b="1">
                <a:solidFill>
                  <a:srgbClr val="159E9C"/>
                </a:solidFill>
                <a:latin typeface="Helvetica Neue"/>
                <a:ea typeface="Helvetica Neue"/>
                <a:cs typeface="Helvetica Neue"/>
              </a:defRPr>
            </a:lvl7pPr>
            <a:lvl8pPr algn="l">
              <a:buNone/>
              <a:defRPr sz="1725" b="1">
                <a:solidFill>
                  <a:srgbClr val="159E9C"/>
                </a:solidFill>
                <a:latin typeface="Helvetica Neue"/>
                <a:ea typeface="Helvetica Neue"/>
                <a:cs typeface="Helvetica Neue"/>
              </a:defRPr>
            </a:lvl8pPr>
            <a:lvl9pPr algn="l">
              <a:buNone/>
              <a:defRPr sz="1725" b="1">
                <a:solidFill>
                  <a:srgbClr val="159E9C"/>
                </a:solidFill>
                <a:latin typeface="Helvetica Neue"/>
                <a:ea typeface="Helvetica Neue"/>
                <a:cs typeface="Helvetica Neue"/>
              </a:defRPr>
            </a:lvl9pPr>
          </a:lstStyle>
          <a:p xmlns:a="http://schemas.openxmlformats.org/drawingml/2006/main">
            <a:pPr algn="l">
              <a:buNone/>
              <a:defRPr sz="1725"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Neutral control</a:t>
            </a:r>
          </a:p>
        </p:txBody>
      </p:sp>
      <p:sp>
        <p:nvSpPr>
          <p:cNvPr id="23" name="">
            <a:extLst xmlns:a="http://schemas.openxmlformats.org/drawingml/2006/main">
              <a:ext uri="{FF2B5EF4-FFF2-40B4-BE49-F238E27FC236}">
                <a16:creationId xmlns:a16="http://schemas.microsoft.com/office/drawing/2014/main" id="{2F7C395F-A210-4E23-814E-9DDD9EAFAD42}"/>
              </a:ext>
            </a:extLst>
          </p:cNvPr>
          <p:cNvSpPr>
            <a:spLocks xmlns:a="http://schemas.openxmlformats.org/drawingml/2006/main" noGrp="1"/>
          </p:cNvSpPr>
          <p:nvPr/>
        </p:nvSpPr>
        <p:spPr>
          <a:xfrm xmlns:a="http://schemas.openxmlformats.org/drawingml/2006/main">
            <a:off x="2857500" y="5010150"/>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Re-encode the control with the same codec family and similar bitrate, then apply the identical audit</a:t>
            </a:r>
          </a:p>
        </p:txBody>
      </p:sp>
      <p:sp>
        <p:nvSpPr>
          <p:cNvPr id="24" name="">
            <a:extLst xmlns:a="http://schemas.openxmlformats.org/drawingml/2006/main">
              <a:ext uri="{FF2B5EF4-FFF2-40B4-BE49-F238E27FC236}">
                <a16:creationId xmlns:a16="http://schemas.microsoft.com/office/drawing/2014/main" id="{58180C95-E366-45A9-B342-C9929B93AD3B}"/>
              </a:ext>
            </a:extLst>
          </p:cNvPr>
          <p:cNvSpPr>
            <a:spLocks xmlns:a="http://schemas.openxmlformats.org/drawingml/2006/main" noGrp="1"/>
          </p:cNvSpPr>
          <p:nvPr/>
        </p:nvSpPr>
        <p:spPr>
          <a:xfrm xmlns:a="http://schemas.openxmlformats.org/drawingml/2006/main">
            <a:off x="1143000" y="590550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D64545"/>
                </a:solidFill>
                <a:latin typeface="Helvetica Neue"/>
                <a:ea typeface="Helvetica Neue"/>
                <a:cs typeface="Helvetica Neue"/>
              </a:defRPr>
            </a:defPPr>
            <a:lvl1pPr algn="ctr">
              <a:buNone/>
              <a:defRPr sz="1425" b="1">
                <a:solidFill>
                  <a:srgbClr val="D64545"/>
                </a:solidFill>
                <a:latin typeface="Helvetica Neue"/>
                <a:ea typeface="Helvetica Neue"/>
                <a:cs typeface="Helvetica Neue"/>
              </a:defRPr>
            </a:lvl1pPr>
            <a:lvl2pPr algn="ctr">
              <a:buNone/>
              <a:defRPr sz="1425" b="1">
                <a:solidFill>
                  <a:srgbClr val="D64545"/>
                </a:solidFill>
                <a:latin typeface="Helvetica Neue"/>
                <a:ea typeface="Helvetica Neue"/>
                <a:cs typeface="Helvetica Neue"/>
              </a:defRPr>
            </a:lvl2pPr>
            <a:lvl3pPr algn="ctr">
              <a:buNone/>
              <a:defRPr sz="1425" b="1">
                <a:solidFill>
                  <a:srgbClr val="D64545"/>
                </a:solidFill>
                <a:latin typeface="Helvetica Neue"/>
                <a:ea typeface="Helvetica Neue"/>
                <a:cs typeface="Helvetica Neue"/>
              </a:defRPr>
            </a:lvl3pPr>
            <a:lvl4pPr algn="ctr">
              <a:buNone/>
              <a:defRPr sz="1425" b="1">
                <a:solidFill>
                  <a:srgbClr val="D64545"/>
                </a:solidFill>
                <a:latin typeface="Helvetica Neue"/>
                <a:ea typeface="Helvetica Neue"/>
                <a:cs typeface="Helvetica Neue"/>
              </a:defRPr>
            </a:lvl4pPr>
            <a:lvl5pPr algn="ctr">
              <a:buNone/>
              <a:defRPr sz="1425" b="1">
                <a:solidFill>
                  <a:srgbClr val="D64545"/>
                </a:solidFill>
                <a:latin typeface="Helvetica Neue"/>
                <a:ea typeface="Helvetica Neue"/>
                <a:cs typeface="Helvetica Neue"/>
              </a:defRPr>
            </a:lvl5pPr>
            <a:lvl6pPr algn="ctr">
              <a:buNone/>
              <a:defRPr sz="1425" b="1">
                <a:solidFill>
                  <a:srgbClr val="D64545"/>
                </a:solidFill>
                <a:latin typeface="Helvetica Neue"/>
                <a:ea typeface="Helvetica Neue"/>
                <a:cs typeface="Helvetica Neue"/>
              </a:defRPr>
            </a:lvl6pPr>
            <a:lvl7pPr algn="ctr">
              <a:buNone/>
              <a:defRPr sz="1425" b="1">
                <a:solidFill>
                  <a:srgbClr val="D64545"/>
                </a:solidFill>
                <a:latin typeface="Helvetica Neue"/>
                <a:ea typeface="Helvetica Neue"/>
                <a:cs typeface="Helvetica Neue"/>
              </a:defRPr>
            </a:lvl7pPr>
            <a:lvl8pPr algn="ctr">
              <a:buNone/>
              <a:defRPr sz="1425" b="1">
                <a:solidFill>
                  <a:srgbClr val="D64545"/>
                </a:solidFill>
                <a:latin typeface="Helvetica Neue"/>
                <a:ea typeface="Helvetica Neue"/>
                <a:cs typeface="Helvetica Neue"/>
              </a:defRPr>
            </a:lvl8pPr>
            <a:lvl9pPr algn="ctr">
              <a:buNone/>
              <a:defRPr sz="1425" b="1">
                <a:solidFill>
                  <a:srgbClr val="D64545"/>
                </a:solidFill>
                <a:latin typeface="Helvetica Neue"/>
                <a:ea typeface="Helvetica Neue"/>
                <a:cs typeface="Helvetica Neue"/>
              </a:defRPr>
            </a:lvl9pPr>
          </a:lstStyle>
          <a:p xmlns:a="http://schemas.openxmlformats.org/drawingml/2006/main">
            <a:pPr algn="ctr">
              <a:buNone/>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He presents: controls, cross-environment differences and why fusion remains unvalidated</a:t>
            </a:r>
          </a:p>
        </p:txBody>
      </p:sp>
    </p:spTree>
    <p:extLst>
      <p:ext uri="{BB962C8B-B14F-4D97-AF65-F5344CB8AC3E}">
        <p14:creationId xmlns:p14="http://schemas.microsoft.com/office/powerpoint/2010/main" val="12309079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D5EFD32-BF49-4446-9F24-A5B33EFC1E9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A=1 pair contains a strong 1.2 Hz colour trace</a:t>
            </a:r>
          </a:p>
        </p:txBody>
      </p:sp>
      <p:sp>
        <p:nvSpPr>
          <p:cNvPr id="2" name="">
            <a:extLst xmlns:a="http://schemas.openxmlformats.org/drawingml/2006/main">
              <a:ext uri="{FF2B5EF4-FFF2-40B4-BE49-F238E27FC236}">
                <a16:creationId xmlns:a16="http://schemas.microsoft.com/office/drawing/2014/main" id="{6AE5D401-0378-4BB1-B200-7329CBB998AB}"/>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839EE95-A61B-4CEC-B581-DF15B2B8EC02}"/>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6CF6A0-62D7-4014-BD10-74D18F8CC1EF}"/>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2C68C27-E022-4FB9-9742-1F238206B583}"/>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p>
        </p:txBody>
      </p:sp>
      <p:graphicFrame>
        <p:nvGraphicFramePr>
          <p:cNvPr id="6" name="Chart">
            <a:extLst xmlns:a="http://schemas.openxmlformats.org/drawingml/2006/main">
              <a:ext uri="{FF2B5EF4-FFF2-40B4-BE49-F238E27FC236}">
                <a16:creationId xmlns:a16="http://schemas.microsoft.com/office/drawing/2014/main" id="{F9B70C90-CD52-4A71-A53A-8DD2101DA8DA}"/>
              </a:ext>
            </a:extLst>
          </p:cNvPr>
          <p:cNvGraphicFramePr/>
          <p:nvPr/>
        </p:nvGraphicFramePr>
        <p:xfrm>
          <a:off xmlns:a="http://schemas.openxmlformats.org/drawingml/2006/main" x="619125" y="1285875"/>
          <a:ext xmlns:a="http://schemas.openxmlformats.org/drawingml/2006/main" cx="6667500" cy="2333625"/>
        </p:xfrm>
        <a:graphic xmlns:a="http://schemas.openxmlformats.org/drawingml/2006/main">
          <a:graphicData uri="http://schemas.openxmlformats.org/drawingml/2006/chart">
            <c:chart xmlns:r="http://schemas.openxmlformats.org/officeDocument/2006/relationships" xmlns:c="http://schemas.openxmlformats.org/drawingml/2006/chart" r:id="Rcb3ff543e45d44f5"/>
          </a:graphicData>
        </a:graphic>
      </p:graphicFrame>
      <p:graphicFrame>
        <p:nvGraphicFramePr>
          <p:cNvPr id="7" name="Chart">
            <a:extLst xmlns:a="http://schemas.openxmlformats.org/drawingml/2006/main">
              <a:ext uri="{FF2B5EF4-FFF2-40B4-BE49-F238E27FC236}">
                <a16:creationId xmlns:a16="http://schemas.microsoft.com/office/drawing/2014/main" id="{C14D1F36-04B0-420D-9CA8-8EF7EFC4F904}"/>
              </a:ext>
            </a:extLst>
          </p:cNvPr>
          <p:cNvGraphicFramePr/>
          <p:nvPr/>
        </p:nvGraphicFramePr>
        <p:xfrm>
          <a:off xmlns:a="http://schemas.openxmlformats.org/drawingml/2006/main" x="619125" y="4000500"/>
          <a:ext xmlns:a="http://schemas.openxmlformats.org/drawingml/2006/main" cx="6667500" cy="2047875"/>
        </p:xfrm>
        <a:graphic xmlns:a="http://schemas.openxmlformats.org/drawingml/2006/main">
          <a:graphicData uri="http://schemas.openxmlformats.org/drawingml/2006/chart">
            <c:chart xmlns:r="http://schemas.openxmlformats.org/officeDocument/2006/relationships" xmlns:c="http://schemas.openxmlformats.org/drawingml/2006/chart" r:id="Rb458ec437bc84be8"/>
          </a:graphicData>
        </a:graphic>
      </p:graphicFrame>
      <p:sp>
        <p:nvSpPr>
          <p:cNvPr id="8" name="">
            <a:extLst xmlns:a="http://schemas.openxmlformats.org/drawingml/2006/main">
              <a:ext uri="{FF2B5EF4-FFF2-40B4-BE49-F238E27FC236}">
                <a16:creationId xmlns:a16="http://schemas.microsoft.com/office/drawing/2014/main" id="{8F6A5923-A83D-45F5-8DAD-2A0A4941EEB9}"/>
              </a:ext>
            </a:extLst>
          </p:cNvPr>
          <p:cNvSpPr>
            <a:spLocks xmlns:a="http://schemas.openxmlformats.org/drawingml/2006/main" noGrp="1"/>
          </p:cNvSpPr>
          <p:nvPr/>
        </p:nvSpPr>
        <p:spPr>
          <a:xfrm xmlns:a="http://schemas.openxmlformats.org/drawingml/2006/main">
            <a:off x="7905750" y="1524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p>
        </p:txBody>
      </p:sp>
      <p:sp>
        <p:nvSpPr>
          <p:cNvPr id="9" name="">
            <a:extLst xmlns:a="http://schemas.openxmlformats.org/drawingml/2006/main">
              <a:ext uri="{FF2B5EF4-FFF2-40B4-BE49-F238E27FC236}">
                <a16:creationId xmlns:a16="http://schemas.microsoft.com/office/drawing/2014/main" id="{970ED8F3-54B7-4155-B711-41DC3AE0D203}"/>
              </a:ext>
            </a:extLst>
          </p:cNvPr>
          <p:cNvSpPr>
            <a:spLocks xmlns:a="http://schemas.openxmlformats.org/drawingml/2006/main" noGrp="1"/>
          </p:cNvSpPr>
          <p:nvPr/>
        </p:nvSpPr>
        <p:spPr>
          <a:xfrm xmlns:a="http://schemas.openxmlformats.org/drawingml/2006/main">
            <a:off x="7905750" y="18764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vl1pPr algn="l">
              <a:buNone/>
              <a:defRPr sz="2850" b="1">
                <a:solidFill>
                  <a:srgbClr val="D64545"/>
                </a:solidFill>
                <a:latin typeface="Helvetica Neue"/>
                <a:ea typeface="Helvetica Neue"/>
                <a:cs typeface="Helvetica Neue"/>
              </a:defRPr>
            </a:lvl1pPr>
            <a:lvl2pPr algn="l">
              <a:buNone/>
              <a:defRPr sz="2850" b="1">
                <a:solidFill>
                  <a:srgbClr val="D64545"/>
                </a:solidFill>
                <a:latin typeface="Helvetica Neue"/>
                <a:ea typeface="Helvetica Neue"/>
                <a:cs typeface="Helvetica Neue"/>
              </a:defRPr>
            </a:lvl2pPr>
            <a:lvl3pPr algn="l">
              <a:buNone/>
              <a:defRPr sz="2850" b="1">
                <a:solidFill>
                  <a:srgbClr val="D64545"/>
                </a:solidFill>
                <a:latin typeface="Helvetica Neue"/>
                <a:ea typeface="Helvetica Neue"/>
                <a:cs typeface="Helvetica Neue"/>
              </a:defRPr>
            </a:lvl3pPr>
            <a:lvl4pPr algn="l">
              <a:buNone/>
              <a:defRPr sz="2850" b="1">
                <a:solidFill>
                  <a:srgbClr val="D64545"/>
                </a:solidFill>
                <a:latin typeface="Helvetica Neue"/>
                <a:ea typeface="Helvetica Neue"/>
                <a:cs typeface="Helvetica Neue"/>
              </a:defRPr>
            </a:lvl4pPr>
            <a:lvl5pPr algn="l">
              <a:buNone/>
              <a:defRPr sz="2850" b="1">
                <a:solidFill>
                  <a:srgbClr val="D64545"/>
                </a:solidFill>
                <a:latin typeface="Helvetica Neue"/>
                <a:ea typeface="Helvetica Neue"/>
                <a:cs typeface="Helvetica Neue"/>
              </a:defRPr>
            </a:lvl5pPr>
            <a:lvl6pPr algn="l">
              <a:buNone/>
              <a:defRPr sz="2850" b="1">
                <a:solidFill>
                  <a:srgbClr val="D64545"/>
                </a:solidFill>
                <a:latin typeface="Helvetica Neue"/>
                <a:ea typeface="Helvetica Neue"/>
                <a:cs typeface="Helvetica Neue"/>
              </a:defRPr>
            </a:lvl6pPr>
            <a:lvl7pPr algn="l">
              <a:buNone/>
              <a:defRPr sz="2850" b="1">
                <a:solidFill>
                  <a:srgbClr val="D64545"/>
                </a:solidFill>
                <a:latin typeface="Helvetica Neue"/>
                <a:ea typeface="Helvetica Neue"/>
                <a:cs typeface="Helvetica Neue"/>
              </a:defRPr>
            </a:lvl7pPr>
            <a:lvl8pPr algn="l">
              <a:buNone/>
              <a:defRPr sz="2850" b="1">
                <a:solidFill>
                  <a:srgbClr val="D64545"/>
                </a:solidFill>
                <a:latin typeface="Helvetica Neue"/>
                <a:ea typeface="Helvetica Neue"/>
                <a:cs typeface="Helvetica Neue"/>
              </a:defRPr>
            </a:lvl8pPr>
            <a:lvl9pPr algn="l">
              <a:buNone/>
              <a:defRPr sz="2850" b="1">
                <a:solidFill>
                  <a:srgbClr val="D64545"/>
                </a:solidFill>
                <a:latin typeface="Helvetica Neue"/>
                <a:ea typeface="Helvetica Neue"/>
                <a:cs typeface="Helvetica Neue"/>
              </a:defRPr>
            </a:lvl9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p>
        </p:txBody>
      </p:sp>
      <p:sp>
        <p:nvSpPr>
          <p:cNvPr id="10" name="">
            <a:extLst xmlns:a="http://schemas.openxmlformats.org/drawingml/2006/main">
              <a:ext uri="{FF2B5EF4-FFF2-40B4-BE49-F238E27FC236}">
                <a16:creationId xmlns:a16="http://schemas.microsoft.com/office/drawing/2014/main" id="{C2663806-DD9E-41DE-BEFE-FCE830F863A2}"/>
              </a:ext>
            </a:extLst>
          </p:cNvPr>
          <p:cNvSpPr>
            <a:spLocks xmlns:a="http://schemas.openxmlformats.org/drawingml/2006/main" noGrp="1"/>
          </p:cNvSpPr>
          <p:nvPr/>
        </p:nvSpPr>
        <p:spPr>
          <a:xfrm xmlns:a="http://schemas.openxmlformats.org/drawingml/2006/main">
            <a:off x="7905750" y="29051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Energy near 1.2 Hz</a:t>
            </a:r>
          </a:p>
        </p:txBody>
      </p:sp>
      <p:sp>
        <p:nvSpPr>
          <p:cNvPr id="11" name="">
            <a:extLst xmlns:a="http://schemas.openxmlformats.org/drawingml/2006/main">
              <a:ext uri="{FF2B5EF4-FFF2-40B4-BE49-F238E27FC236}">
                <a16:creationId xmlns:a16="http://schemas.microsoft.com/office/drawing/2014/main" id="{050490B1-A714-4665-B745-70207F809E4C}"/>
              </a:ext>
            </a:extLst>
          </p:cNvPr>
          <p:cNvSpPr>
            <a:spLocks xmlns:a="http://schemas.openxmlformats.org/drawingml/2006/main" noGrp="1"/>
          </p:cNvSpPr>
          <p:nvPr/>
        </p:nvSpPr>
        <p:spPr>
          <a:xfrm xmlns:a="http://schemas.openxmlformats.org/drawingml/2006/main">
            <a:off x="7905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E67E22"/>
                </a:solidFill>
                <a:latin typeface="Helvetica Neue"/>
                <a:ea typeface="Helvetica Neue"/>
                <a:cs typeface="Helvetica Neue"/>
              </a:defRPr>
            </a:defPPr>
            <a:lvl1pPr algn="l">
              <a:buNone/>
              <a:defRPr sz="2700" b="1">
                <a:solidFill>
                  <a:srgbClr val="E67E22"/>
                </a:solidFill>
                <a:latin typeface="Helvetica Neue"/>
                <a:ea typeface="Helvetica Neue"/>
                <a:cs typeface="Helvetica Neue"/>
              </a:defRPr>
            </a:lvl1pPr>
            <a:lvl2pPr algn="l">
              <a:buNone/>
              <a:defRPr sz="2700" b="1">
                <a:solidFill>
                  <a:srgbClr val="E67E22"/>
                </a:solidFill>
                <a:latin typeface="Helvetica Neue"/>
                <a:ea typeface="Helvetica Neue"/>
                <a:cs typeface="Helvetica Neue"/>
              </a:defRPr>
            </a:lvl2pPr>
            <a:lvl3pPr algn="l">
              <a:buNone/>
              <a:defRPr sz="2700" b="1">
                <a:solidFill>
                  <a:srgbClr val="E67E22"/>
                </a:solidFill>
                <a:latin typeface="Helvetica Neue"/>
                <a:ea typeface="Helvetica Neue"/>
                <a:cs typeface="Helvetica Neue"/>
              </a:defRPr>
            </a:lvl3pPr>
            <a:lvl4pPr algn="l">
              <a:buNone/>
              <a:defRPr sz="2700" b="1">
                <a:solidFill>
                  <a:srgbClr val="E67E22"/>
                </a:solidFill>
                <a:latin typeface="Helvetica Neue"/>
                <a:ea typeface="Helvetica Neue"/>
                <a:cs typeface="Helvetica Neue"/>
              </a:defRPr>
            </a:lvl4pPr>
            <a:lvl5pPr algn="l">
              <a:buNone/>
              <a:defRPr sz="2700" b="1">
                <a:solidFill>
                  <a:srgbClr val="E67E22"/>
                </a:solidFill>
                <a:latin typeface="Helvetica Neue"/>
                <a:ea typeface="Helvetica Neue"/>
                <a:cs typeface="Helvetica Neue"/>
              </a:defRPr>
            </a:lvl5pPr>
            <a:lvl6pPr algn="l">
              <a:buNone/>
              <a:defRPr sz="2700" b="1">
                <a:solidFill>
                  <a:srgbClr val="E67E22"/>
                </a:solidFill>
                <a:latin typeface="Helvetica Neue"/>
                <a:ea typeface="Helvetica Neue"/>
                <a:cs typeface="Helvetica Neue"/>
              </a:defRPr>
            </a:lvl6pPr>
            <a:lvl7pPr algn="l">
              <a:buNone/>
              <a:defRPr sz="2700" b="1">
                <a:solidFill>
                  <a:srgbClr val="E67E22"/>
                </a:solidFill>
                <a:latin typeface="Helvetica Neue"/>
                <a:ea typeface="Helvetica Neue"/>
                <a:cs typeface="Helvetica Neue"/>
              </a:defRPr>
            </a:lvl7pPr>
            <a:lvl8pPr algn="l">
              <a:buNone/>
              <a:defRPr sz="2700" b="1">
                <a:solidFill>
                  <a:srgbClr val="E67E22"/>
                </a:solidFill>
                <a:latin typeface="Helvetica Neue"/>
                <a:ea typeface="Helvetica Neue"/>
                <a:cs typeface="Helvetica Neue"/>
              </a:defRPr>
            </a:lvl8pPr>
            <a:lvl9pPr algn="l">
              <a:buNone/>
              <a:defRPr sz="2700" b="1">
                <a:solidFill>
                  <a:srgbClr val="E67E22"/>
                </a:solidFill>
                <a:latin typeface="Helvetica Neue"/>
                <a:ea typeface="Helvetica Neue"/>
                <a:cs typeface="Helvetica Neue"/>
              </a:defRPr>
            </a:lvl9pPr>
          </a:lstStyle>
          <a:p xmlns:a="http://schemas.openxmlformats.org/drawingml/2006/main">
            <a:pPr algn="l">
              <a:buNone/>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p>
        </p:txBody>
      </p:sp>
      <p:sp>
        <p:nvSpPr>
          <p:cNvPr id="12" name="">
            <a:extLst xmlns:a="http://schemas.openxmlformats.org/drawingml/2006/main">
              <a:ext uri="{FF2B5EF4-FFF2-40B4-BE49-F238E27FC236}">
                <a16:creationId xmlns:a16="http://schemas.microsoft.com/office/drawing/2014/main" id="{DB1C0E27-BFD3-4CC1-88AC-E620C4AB9FFF}"/>
              </a:ext>
            </a:extLst>
          </p:cNvPr>
          <p:cNvSpPr>
            <a:spLocks xmlns:a="http://schemas.openxmlformats.org/drawingml/2006/main" noGrp="1"/>
          </p:cNvSpPr>
          <p:nvPr/>
        </p:nvSpPr>
        <p:spPr>
          <a:xfrm xmlns:a="http://schemas.openxmlformats.org/drawingml/2006/main">
            <a:off x="7905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p>
        </p:txBody>
      </p:sp>
      <p:sp>
        <p:nvSpPr>
          <p:cNvPr id="13" name="">
            <a:extLst xmlns:a="http://schemas.openxmlformats.org/drawingml/2006/main">
              <a:ext uri="{FF2B5EF4-FFF2-40B4-BE49-F238E27FC236}">
                <a16:creationId xmlns:a16="http://schemas.microsoft.com/office/drawing/2014/main" id="{287A4DEF-062C-408E-B06D-8F56518CD367}"/>
              </a:ext>
            </a:extLst>
          </p:cNvPr>
          <p:cNvSpPr>
            <a:spLocks xmlns:a="http://schemas.openxmlformats.org/drawingml/2006/main" noGrp="1"/>
          </p:cNvSpPr>
          <p:nvPr/>
        </p:nvSpPr>
        <p:spPr>
          <a:xfrm xmlns:a="http://schemas.openxmlformats.org/drawingml/2006/main">
            <a:off x="9810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627D98"/>
                </a:solidFill>
                <a:latin typeface="Helvetica Neue"/>
                <a:ea typeface="Helvetica Neue"/>
                <a:cs typeface="Helvetica Neue"/>
              </a:defRPr>
            </a:defPPr>
            <a:lvl1pPr algn="l">
              <a:buNone/>
              <a:defRPr sz="2700" b="1">
                <a:solidFill>
                  <a:srgbClr val="627D98"/>
                </a:solidFill>
                <a:latin typeface="Helvetica Neue"/>
                <a:ea typeface="Helvetica Neue"/>
                <a:cs typeface="Helvetica Neue"/>
              </a:defRPr>
            </a:lvl1pPr>
            <a:lvl2pPr algn="l">
              <a:buNone/>
              <a:defRPr sz="2700" b="1">
                <a:solidFill>
                  <a:srgbClr val="627D98"/>
                </a:solidFill>
                <a:latin typeface="Helvetica Neue"/>
                <a:ea typeface="Helvetica Neue"/>
                <a:cs typeface="Helvetica Neue"/>
              </a:defRPr>
            </a:lvl2pPr>
            <a:lvl3pPr algn="l">
              <a:buNone/>
              <a:defRPr sz="2700" b="1">
                <a:solidFill>
                  <a:srgbClr val="627D98"/>
                </a:solidFill>
                <a:latin typeface="Helvetica Neue"/>
                <a:ea typeface="Helvetica Neue"/>
                <a:cs typeface="Helvetica Neue"/>
              </a:defRPr>
            </a:lvl3pPr>
            <a:lvl4pPr algn="l">
              <a:buNone/>
              <a:defRPr sz="2700" b="1">
                <a:solidFill>
                  <a:srgbClr val="627D98"/>
                </a:solidFill>
                <a:latin typeface="Helvetica Neue"/>
                <a:ea typeface="Helvetica Neue"/>
                <a:cs typeface="Helvetica Neue"/>
              </a:defRPr>
            </a:lvl4pPr>
            <a:lvl5pPr algn="l">
              <a:buNone/>
              <a:defRPr sz="2700" b="1">
                <a:solidFill>
                  <a:srgbClr val="627D98"/>
                </a:solidFill>
                <a:latin typeface="Helvetica Neue"/>
                <a:ea typeface="Helvetica Neue"/>
                <a:cs typeface="Helvetica Neue"/>
              </a:defRPr>
            </a:lvl5pPr>
            <a:lvl6pPr algn="l">
              <a:buNone/>
              <a:defRPr sz="2700" b="1">
                <a:solidFill>
                  <a:srgbClr val="627D98"/>
                </a:solidFill>
                <a:latin typeface="Helvetica Neue"/>
                <a:ea typeface="Helvetica Neue"/>
                <a:cs typeface="Helvetica Neue"/>
              </a:defRPr>
            </a:lvl6pPr>
            <a:lvl7pPr algn="l">
              <a:buNone/>
              <a:defRPr sz="2700" b="1">
                <a:solidFill>
                  <a:srgbClr val="627D98"/>
                </a:solidFill>
                <a:latin typeface="Helvetica Neue"/>
                <a:ea typeface="Helvetica Neue"/>
                <a:cs typeface="Helvetica Neue"/>
              </a:defRPr>
            </a:lvl7pPr>
            <a:lvl8pPr algn="l">
              <a:buNone/>
              <a:defRPr sz="2700" b="1">
                <a:solidFill>
                  <a:srgbClr val="627D98"/>
                </a:solidFill>
                <a:latin typeface="Helvetica Neue"/>
                <a:ea typeface="Helvetica Neue"/>
                <a:cs typeface="Helvetica Neue"/>
              </a:defRPr>
            </a:lvl8pPr>
            <a:lvl9pPr algn="l">
              <a:buNone/>
              <a:defRPr sz="2700" b="1">
                <a:solidFill>
                  <a:srgbClr val="627D98"/>
                </a:solidFill>
                <a:latin typeface="Helvetica Neue"/>
                <a:ea typeface="Helvetica Neue"/>
                <a:cs typeface="Helvetica Neue"/>
              </a:defRPr>
            </a:lvl9pPr>
          </a:lstStyle>
          <a:p xmlns:a="http://schemas.openxmlformats.org/drawingml/2006/main">
            <a:pPr algn="l">
              <a:buNone/>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p>
        </p:txBody>
      </p:sp>
      <p:sp>
        <p:nvSpPr>
          <p:cNvPr id="14" name="">
            <a:extLst xmlns:a="http://schemas.openxmlformats.org/drawingml/2006/main">
              <a:ext uri="{FF2B5EF4-FFF2-40B4-BE49-F238E27FC236}">
                <a16:creationId xmlns:a16="http://schemas.microsoft.com/office/drawing/2014/main" id="{AF28E45B-D295-4365-B4CF-C7214EEBB0AF}"/>
              </a:ext>
            </a:extLst>
          </p:cNvPr>
          <p:cNvSpPr>
            <a:spLocks xmlns:a="http://schemas.openxmlformats.org/drawingml/2006/main" noGrp="1"/>
          </p:cNvSpPr>
          <p:nvPr/>
        </p:nvSpPr>
        <p:spPr>
          <a:xfrm xmlns:a="http://schemas.openxmlformats.org/drawingml/2006/main">
            <a:off x="9810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p>
        </p:txBody>
      </p:sp>
      <p:sp>
        <p:nvSpPr>
          <p:cNvPr id="15" name="">
            <a:extLst xmlns:a="http://schemas.openxmlformats.org/drawingml/2006/main">
              <a:ext uri="{FF2B5EF4-FFF2-40B4-BE49-F238E27FC236}">
                <a16:creationId xmlns:a16="http://schemas.microsoft.com/office/drawing/2014/main" id="{E72A488A-9B35-4CC0-8CFB-C012AA4B1887}"/>
              </a:ext>
            </a:extLst>
          </p:cNvPr>
          <p:cNvSpPr>
            <a:spLocks xmlns:a="http://schemas.openxmlformats.org/drawingml/2006/main" noGrp="1"/>
          </p:cNvSpPr>
          <p:nvPr/>
        </p:nvSpPr>
        <p:spPr>
          <a:xfrm xmlns:a="http://schemas.openxmlformats.org/drawingml/2006/main">
            <a:off x="7905750" y="4714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Red ratio</a:t>
            </a:r>
          </a:p>
        </p:txBody>
      </p:sp>
      <p:sp>
        <p:nvSpPr>
          <p:cNvPr id="16" name="">
            <a:extLst xmlns:a="http://schemas.openxmlformats.org/drawingml/2006/main">
              <a:ext uri="{FF2B5EF4-FFF2-40B4-BE49-F238E27FC236}">
                <a16:creationId xmlns:a16="http://schemas.microsoft.com/office/drawing/2014/main" id="{6085E173-DF0A-4B27-822E-5387AFFAAA5E}"/>
              </a:ext>
            </a:extLst>
          </p:cNvPr>
          <p:cNvSpPr>
            <a:spLocks xmlns:a="http://schemas.openxmlformats.org/drawingml/2006/main" noGrp="1"/>
          </p:cNvSpPr>
          <p:nvPr/>
        </p:nvSpPr>
        <p:spPr>
          <a:xfrm xmlns:a="http://schemas.openxmlformats.org/drawingml/2006/main">
            <a:off x="7905750" y="50482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02A43"/>
                </a:solidFill>
                <a:latin typeface="Helvetica Neue"/>
                <a:ea typeface="Helvetica Neue"/>
                <a:cs typeface="Helvetica Neue"/>
              </a:defRPr>
            </a:defPPr>
            <a:lvl1pPr algn="l">
              <a:buNone/>
              <a:defRPr sz="2850" b="1">
                <a:solidFill>
                  <a:srgbClr val="102A43"/>
                </a:solidFill>
                <a:latin typeface="Helvetica Neue"/>
                <a:ea typeface="Helvetica Neue"/>
                <a:cs typeface="Helvetica Neue"/>
              </a:defRPr>
            </a:lvl1pPr>
            <a:lvl2pPr algn="l">
              <a:buNone/>
              <a:defRPr sz="2850" b="1">
                <a:solidFill>
                  <a:srgbClr val="102A43"/>
                </a:solidFill>
                <a:latin typeface="Helvetica Neue"/>
                <a:ea typeface="Helvetica Neue"/>
                <a:cs typeface="Helvetica Neue"/>
              </a:defRPr>
            </a:lvl2pPr>
            <a:lvl3pPr algn="l">
              <a:buNone/>
              <a:defRPr sz="2850" b="1">
                <a:solidFill>
                  <a:srgbClr val="102A43"/>
                </a:solidFill>
                <a:latin typeface="Helvetica Neue"/>
                <a:ea typeface="Helvetica Neue"/>
                <a:cs typeface="Helvetica Neue"/>
              </a:defRPr>
            </a:lvl3pPr>
            <a:lvl4pPr algn="l">
              <a:buNone/>
              <a:defRPr sz="2850" b="1">
                <a:solidFill>
                  <a:srgbClr val="102A43"/>
                </a:solidFill>
                <a:latin typeface="Helvetica Neue"/>
                <a:ea typeface="Helvetica Neue"/>
                <a:cs typeface="Helvetica Neue"/>
              </a:defRPr>
            </a:lvl4pPr>
            <a:lvl5pPr algn="l">
              <a:buNone/>
              <a:defRPr sz="2850" b="1">
                <a:solidFill>
                  <a:srgbClr val="102A43"/>
                </a:solidFill>
                <a:latin typeface="Helvetica Neue"/>
                <a:ea typeface="Helvetica Neue"/>
                <a:cs typeface="Helvetica Neue"/>
              </a:defRPr>
            </a:lvl5pPr>
            <a:lvl6pPr algn="l">
              <a:buNone/>
              <a:defRPr sz="2850" b="1">
                <a:solidFill>
                  <a:srgbClr val="102A43"/>
                </a:solidFill>
                <a:latin typeface="Helvetica Neue"/>
                <a:ea typeface="Helvetica Neue"/>
                <a:cs typeface="Helvetica Neue"/>
              </a:defRPr>
            </a:lvl6pPr>
            <a:lvl7pPr algn="l">
              <a:buNone/>
              <a:defRPr sz="2850" b="1">
                <a:solidFill>
                  <a:srgbClr val="102A43"/>
                </a:solidFill>
                <a:latin typeface="Helvetica Neue"/>
                <a:ea typeface="Helvetica Neue"/>
                <a:cs typeface="Helvetica Neue"/>
              </a:defRPr>
            </a:lvl7pPr>
            <a:lvl8pPr algn="l">
              <a:buNone/>
              <a:defRPr sz="2850" b="1">
                <a:solidFill>
                  <a:srgbClr val="102A43"/>
                </a:solidFill>
                <a:latin typeface="Helvetica Neue"/>
                <a:ea typeface="Helvetica Neue"/>
                <a:cs typeface="Helvetica Neue"/>
              </a:defRPr>
            </a:lvl8pPr>
            <a:lvl9pPr algn="l">
              <a:buNone/>
              <a:defRPr sz="2850" b="1">
                <a:solidFill>
                  <a:srgbClr val="102A43"/>
                </a:solidFill>
                <a:latin typeface="Helvetica Neue"/>
                <a:ea typeface="Helvetica Neue"/>
                <a:cs typeface="Helvetica Neue"/>
              </a:defRPr>
            </a:lvl9pPr>
          </a:lstStyle>
          <a:p xmlns:a="http://schemas.openxmlformats.org/drawingml/2006/main">
            <a:pPr algn="l">
              <a:buNone/>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p>
        </p:txBody>
      </p:sp>
      <p:sp>
        <p:nvSpPr>
          <p:cNvPr id="17" name="">
            <a:extLst xmlns:a="http://schemas.openxmlformats.org/drawingml/2006/main">
              <a:ext uri="{FF2B5EF4-FFF2-40B4-BE49-F238E27FC236}">
                <a16:creationId xmlns:a16="http://schemas.microsoft.com/office/drawing/2014/main" id="{26A6F7AA-02C5-4E71-A571-8E4ED41A44C6}"/>
              </a:ext>
            </a:extLst>
          </p:cNvPr>
          <p:cNvSpPr>
            <a:spLocks xmlns:a="http://schemas.openxmlformats.org/drawingml/2006/main" noGrp="1"/>
          </p:cNvSpPr>
          <p:nvPr/>
        </p:nvSpPr>
        <p:spPr>
          <a:xfrm xmlns:a="http://schemas.openxmlformats.org/drawingml/2006/main">
            <a:off x="7905750" y="5772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64545"/>
                </a:solidFill>
                <a:latin typeface="Helvetica Neue"/>
                <a:ea typeface="Helvetica Neue"/>
                <a:cs typeface="Helvetica Neue"/>
              </a:defRPr>
            </a:defPPr>
            <a:lvl1pPr algn="l">
              <a:buNone/>
              <a:defRPr sz="1200" b="0">
                <a:solidFill>
                  <a:srgbClr val="D64545"/>
                </a:solidFill>
                <a:latin typeface="Helvetica Neue"/>
                <a:ea typeface="Helvetica Neue"/>
                <a:cs typeface="Helvetica Neue"/>
              </a:defRPr>
            </a:lvl1pPr>
            <a:lvl2pPr algn="l">
              <a:buNone/>
              <a:defRPr sz="1200" b="0">
                <a:solidFill>
                  <a:srgbClr val="D64545"/>
                </a:solidFill>
                <a:latin typeface="Helvetica Neue"/>
                <a:ea typeface="Helvetica Neue"/>
                <a:cs typeface="Helvetica Neue"/>
              </a:defRPr>
            </a:lvl2pPr>
            <a:lvl3pPr algn="l">
              <a:buNone/>
              <a:defRPr sz="1200" b="0">
                <a:solidFill>
                  <a:srgbClr val="D64545"/>
                </a:solidFill>
                <a:latin typeface="Helvetica Neue"/>
                <a:ea typeface="Helvetica Neue"/>
                <a:cs typeface="Helvetica Neue"/>
              </a:defRPr>
            </a:lvl3pPr>
            <a:lvl4pPr algn="l">
              <a:buNone/>
              <a:defRPr sz="1200" b="0">
                <a:solidFill>
                  <a:srgbClr val="D64545"/>
                </a:solidFill>
                <a:latin typeface="Helvetica Neue"/>
                <a:ea typeface="Helvetica Neue"/>
                <a:cs typeface="Helvetica Neue"/>
              </a:defRPr>
            </a:lvl4pPr>
            <a:lvl5pPr algn="l">
              <a:buNone/>
              <a:defRPr sz="1200" b="0">
                <a:solidFill>
                  <a:srgbClr val="D64545"/>
                </a:solidFill>
                <a:latin typeface="Helvetica Neue"/>
                <a:ea typeface="Helvetica Neue"/>
                <a:cs typeface="Helvetica Neue"/>
              </a:defRPr>
            </a:lvl5pPr>
            <a:lvl6pPr algn="l">
              <a:buNone/>
              <a:defRPr sz="1200" b="0">
                <a:solidFill>
                  <a:srgbClr val="D64545"/>
                </a:solidFill>
                <a:latin typeface="Helvetica Neue"/>
                <a:ea typeface="Helvetica Neue"/>
                <a:cs typeface="Helvetica Neue"/>
              </a:defRPr>
            </a:lvl6pPr>
            <a:lvl7pPr algn="l">
              <a:buNone/>
              <a:defRPr sz="1200" b="0">
                <a:solidFill>
                  <a:srgbClr val="D64545"/>
                </a:solidFill>
                <a:latin typeface="Helvetica Neue"/>
                <a:ea typeface="Helvetica Neue"/>
                <a:cs typeface="Helvetica Neue"/>
              </a:defRPr>
            </a:lvl7pPr>
            <a:lvl8pPr algn="l">
              <a:buNone/>
              <a:defRPr sz="1200" b="0">
                <a:solidFill>
                  <a:srgbClr val="D64545"/>
                </a:solidFill>
                <a:latin typeface="Helvetica Neue"/>
                <a:ea typeface="Helvetica Neue"/>
                <a:cs typeface="Helvetica Neue"/>
              </a:defRPr>
            </a:lvl8pPr>
            <a:lvl9pPr algn="l">
              <a:buNone/>
              <a:defRPr sz="1200" b="0">
                <a:solidFill>
                  <a:srgbClr val="D64545"/>
                </a:solidFill>
                <a:latin typeface="Helvetica Neue"/>
                <a:ea typeface="Helvetica Neue"/>
                <a:cs typeface="Helvetica Neue"/>
              </a:defRPr>
            </a:lvl9pPr>
          </a:lstStyle>
          <a:p xmlns:a="http://schemas.openxmlformats.org/drawingml/2006/main">
            <a:pPr algn="l">
              <a:buNone/>
              <a:defRPr sz="1200" b="0">
                <a:solidFill>
                  <a:srgbClr val="D64545"/>
                </a:solidFill>
                <a:latin typeface="Helvetica Neue"/>
                <a:ea typeface="Helvetica Neue"/>
                <a:cs typeface="Helvetica Neue"/>
              </a:defRPr>
            </a:pPr>
            <a:r>
              <a:rPr sz="1200" b="0">
                <a:solidFill>
                  <a:srgbClr val="D64545"/>
                </a:solidFill>
                <a:latin typeface="Helvetica Neue"/>
                <a:ea typeface="Helvetica Neue"/>
                <a:cs typeface="Helvetica Neue"/>
              </a:rPr>
              <a:t>Single aligned pair</a:t>
            </a:r>
          </a:p>
        </p:txBody>
      </p:sp>
    </p:spTree>
    <p:extLst>
      <p:ext uri="{BB962C8B-B14F-4D97-AF65-F5344CB8AC3E}">
        <p14:creationId xmlns:p14="http://schemas.microsoft.com/office/powerpoint/2010/main" val="19118544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2C90715-DAB1-42B1-8DEE-F4BF4C645A93}"/>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trace survives three post-processing conditions</a:t>
            </a:r>
          </a:p>
        </p:txBody>
      </p:sp>
      <p:sp>
        <p:nvSpPr>
          <p:cNvPr id="2" name="">
            <a:extLst xmlns:a="http://schemas.openxmlformats.org/drawingml/2006/main">
              <a:ext uri="{FF2B5EF4-FFF2-40B4-BE49-F238E27FC236}">
                <a16:creationId xmlns:a16="http://schemas.microsoft.com/office/drawing/2014/main" id="{286F9596-1311-4CFA-9312-448F41774849}"/>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90DD5B4C-C16C-43B7-BA5B-D7986D425119}"/>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4355C4-37A8-4BE7-B759-A4800965D13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E745E0B0-5FFA-4D0B-B039-7EE7AC7590C0}"/>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p>
        </p:txBody>
      </p:sp>
      <p:graphicFrame>
        <p:nvGraphicFramePr>
          <p:cNvPr id="6" name="Chart">
            <a:extLst xmlns:a="http://schemas.openxmlformats.org/drawingml/2006/main">
              <a:ext uri="{FF2B5EF4-FFF2-40B4-BE49-F238E27FC236}">
                <a16:creationId xmlns:a16="http://schemas.microsoft.com/office/drawing/2014/main" id="{CE6FD0C0-88CB-4A27-A4F4-8D82EBE5CEE4}"/>
              </a:ext>
            </a:extLst>
          </p:cNvPr>
          <p:cNvGraphicFramePr/>
          <p:nvPr/>
        </p:nvGraphicFramePr>
        <p:xfrm>
          <a:off xmlns:a="http://schemas.openxmlformats.org/drawingml/2006/main" x="666750" y="1428750"/>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2d41f6d216a34283"/>
          </a:graphicData>
        </a:graphic>
      </p:graphicFrame>
      <p:sp>
        <p:nvSpPr>
          <p:cNvPr id="7" name="">
            <a:extLst xmlns:a="http://schemas.openxmlformats.org/drawingml/2006/main">
              <a:ext uri="{FF2B5EF4-FFF2-40B4-BE49-F238E27FC236}">
                <a16:creationId xmlns:a16="http://schemas.microsoft.com/office/drawing/2014/main" id="{180945C8-1790-47D8-85D7-56EB30DC4DE2}"/>
              </a:ext>
            </a:extLst>
          </p:cNvPr>
          <p:cNvSpPr>
            <a:spLocks xmlns:a="http://schemas.openxmlformats.org/drawingml/2006/main" noGrp="1"/>
          </p:cNvSpPr>
          <p:nvPr/>
        </p:nvSpPr>
        <p:spPr>
          <a:xfrm xmlns:a="http://schemas.openxmlformats.org/drawingml/2006/main">
            <a:off x="9382125" y="1571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02A43"/>
                </a:solidFill>
                <a:latin typeface="Helvetica Neue"/>
                <a:ea typeface="Helvetica Neue"/>
                <a:cs typeface="Helvetica Neue"/>
              </a:defRPr>
            </a:defPPr>
            <a:lvl1pPr algn="l">
              <a:buNone/>
              <a:defRPr sz="1425" b="1">
                <a:solidFill>
                  <a:srgbClr val="102A43"/>
                </a:solidFill>
                <a:latin typeface="Helvetica Neue"/>
                <a:ea typeface="Helvetica Neue"/>
                <a:cs typeface="Helvetica Neue"/>
              </a:defRPr>
            </a:lvl1pPr>
            <a:lvl2pPr algn="l">
              <a:buNone/>
              <a:defRPr sz="1425" b="1">
                <a:solidFill>
                  <a:srgbClr val="102A43"/>
                </a:solidFill>
                <a:latin typeface="Helvetica Neue"/>
                <a:ea typeface="Helvetica Neue"/>
                <a:cs typeface="Helvetica Neue"/>
              </a:defRPr>
            </a:lvl2pPr>
            <a:lvl3pPr algn="l">
              <a:buNone/>
              <a:defRPr sz="1425" b="1">
                <a:solidFill>
                  <a:srgbClr val="102A43"/>
                </a:solidFill>
                <a:latin typeface="Helvetica Neue"/>
                <a:ea typeface="Helvetica Neue"/>
                <a:cs typeface="Helvetica Neue"/>
              </a:defRPr>
            </a:lvl3pPr>
            <a:lvl4pPr algn="l">
              <a:buNone/>
              <a:defRPr sz="1425" b="1">
                <a:solidFill>
                  <a:srgbClr val="102A43"/>
                </a:solidFill>
                <a:latin typeface="Helvetica Neue"/>
                <a:ea typeface="Helvetica Neue"/>
                <a:cs typeface="Helvetica Neue"/>
              </a:defRPr>
            </a:lvl4pPr>
            <a:lvl5pPr algn="l">
              <a:buNone/>
              <a:defRPr sz="1425" b="1">
                <a:solidFill>
                  <a:srgbClr val="102A43"/>
                </a:solidFill>
                <a:latin typeface="Helvetica Neue"/>
                <a:ea typeface="Helvetica Neue"/>
                <a:cs typeface="Helvetica Neue"/>
              </a:defRPr>
            </a:lvl5pPr>
            <a:lvl6pPr algn="l">
              <a:buNone/>
              <a:defRPr sz="1425" b="1">
                <a:solidFill>
                  <a:srgbClr val="102A43"/>
                </a:solidFill>
                <a:latin typeface="Helvetica Neue"/>
                <a:ea typeface="Helvetica Neue"/>
                <a:cs typeface="Helvetica Neue"/>
              </a:defRPr>
            </a:lvl6pPr>
            <a:lvl7pPr algn="l">
              <a:buNone/>
              <a:defRPr sz="1425" b="1">
                <a:solidFill>
                  <a:srgbClr val="102A43"/>
                </a:solidFill>
                <a:latin typeface="Helvetica Neue"/>
                <a:ea typeface="Helvetica Neue"/>
                <a:cs typeface="Helvetica Neue"/>
              </a:defRPr>
            </a:lvl7pPr>
            <a:lvl8pPr algn="l">
              <a:buNone/>
              <a:defRPr sz="1425" b="1">
                <a:solidFill>
                  <a:srgbClr val="102A43"/>
                </a:solidFill>
                <a:latin typeface="Helvetica Neue"/>
                <a:ea typeface="Helvetica Neue"/>
                <a:cs typeface="Helvetica Neue"/>
              </a:defRPr>
            </a:lvl8pPr>
            <a:lvl9pPr algn="l">
              <a:buNone/>
              <a:defRPr sz="1425" b="1">
                <a:solidFill>
                  <a:srgbClr val="102A43"/>
                </a:solidFill>
                <a:latin typeface="Helvetica Neue"/>
                <a:ea typeface="Helvetica Neue"/>
                <a:cs typeface="Helvetica Neue"/>
              </a:defRPr>
            </a:lvl9pPr>
          </a:lstStyle>
          <a:p xmlns:a="http://schemas.openxmlformats.org/drawingml/2006/main">
            <a:pPr algn="l">
              <a:buNone/>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Attack / neutral</a:t>
            </a:r>
          </a:p>
        </p:txBody>
      </p:sp>
      <p:sp>
        <p:nvSpPr>
          <p:cNvPr id="8" name="">
            <a:extLst xmlns:a="http://schemas.openxmlformats.org/drawingml/2006/main">
              <a:ext uri="{FF2B5EF4-FFF2-40B4-BE49-F238E27FC236}">
                <a16:creationId xmlns:a16="http://schemas.microsoft.com/office/drawing/2014/main" id="{18469AA7-0BEC-4518-B48B-6C3ECA4EB892}"/>
              </a:ext>
            </a:extLst>
          </p:cNvPr>
          <p:cNvSpPr>
            <a:spLocks xmlns:a="http://schemas.openxmlformats.org/drawingml/2006/main" noGrp="1"/>
          </p:cNvSpPr>
          <p:nvPr/>
        </p:nvSpPr>
        <p:spPr>
          <a:xfrm xmlns:a="http://schemas.openxmlformats.org/drawingml/2006/main">
            <a:off x="9382125" y="2095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p>
        </p:txBody>
      </p:sp>
      <p:sp>
        <p:nvSpPr>
          <p:cNvPr id="9" name="">
            <a:extLst xmlns:a="http://schemas.openxmlformats.org/drawingml/2006/main">
              <a:ext uri="{FF2B5EF4-FFF2-40B4-BE49-F238E27FC236}">
                <a16:creationId xmlns:a16="http://schemas.microsoft.com/office/drawing/2014/main" id="{2CE20088-D732-41D1-8D60-1F0106F8A760}"/>
              </a:ext>
            </a:extLst>
          </p:cNvPr>
          <p:cNvSpPr>
            <a:spLocks xmlns:a="http://schemas.openxmlformats.org/drawingml/2006/main" noGrp="1"/>
          </p:cNvSpPr>
          <p:nvPr/>
        </p:nvSpPr>
        <p:spPr>
          <a:xfrm xmlns:a="http://schemas.openxmlformats.org/drawingml/2006/main">
            <a:off x="9382125" y="23622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p>
        </p:txBody>
      </p:sp>
      <p:sp>
        <p:nvSpPr>
          <p:cNvPr id="10" name="">
            <a:extLst xmlns:a="http://schemas.openxmlformats.org/drawingml/2006/main">
              <a:ext uri="{FF2B5EF4-FFF2-40B4-BE49-F238E27FC236}">
                <a16:creationId xmlns:a16="http://schemas.microsoft.com/office/drawing/2014/main" id="{E81CB5DC-E928-4E59-B44D-296E861B4DED}"/>
              </a:ext>
            </a:extLst>
          </p:cNvPr>
          <p:cNvSpPr>
            <a:spLocks xmlns:a="http://schemas.openxmlformats.org/drawingml/2006/main" noGrp="1"/>
          </p:cNvSpPr>
          <p:nvPr/>
        </p:nvSpPr>
        <p:spPr>
          <a:xfrm xmlns:a="http://schemas.openxmlformats.org/drawingml/2006/main">
            <a:off x="9382125" y="29718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p>
        </p:txBody>
      </p:sp>
      <p:sp>
        <p:nvSpPr>
          <p:cNvPr id="11" name="">
            <a:extLst xmlns:a="http://schemas.openxmlformats.org/drawingml/2006/main">
              <a:ext uri="{FF2B5EF4-FFF2-40B4-BE49-F238E27FC236}">
                <a16:creationId xmlns:a16="http://schemas.microsoft.com/office/drawing/2014/main" id="{EE5E1891-1221-49BF-8EE6-82D83BB13235}"/>
              </a:ext>
            </a:extLst>
          </p:cNvPr>
          <p:cNvSpPr>
            <a:spLocks xmlns:a="http://schemas.openxmlformats.org/drawingml/2006/main" noGrp="1"/>
          </p:cNvSpPr>
          <p:nvPr/>
        </p:nvSpPr>
        <p:spPr>
          <a:xfrm xmlns:a="http://schemas.openxmlformats.org/drawingml/2006/main">
            <a:off x="9382125" y="32385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p>
        </p:txBody>
      </p:sp>
      <p:sp>
        <p:nvSpPr>
          <p:cNvPr id="12" name="">
            <a:extLst xmlns:a="http://schemas.openxmlformats.org/drawingml/2006/main">
              <a:ext uri="{FF2B5EF4-FFF2-40B4-BE49-F238E27FC236}">
                <a16:creationId xmlns:a16="http://schemas.microsoft.com/office/drawing/2014/main" id="{A162EB8B-CCE2-4D55-8B11-CC5973B45958}"/>
              </a:ext>
            </a:extLst>
          </p:cNvPr>
          <p:cNvSpPr>
            <a:spLocks xmlns:a="http://schemas.openxmlformats.org/drawingml/2006/main" noGrp="1"/>
          </p:cNvSpPr>
          <p:nvPr/>
        </p:nvSpPr>
        <p:spPr>
          <a:xfrm xmlns:a="http://schemas.openxmlformats.org/drawingml/2006/main">
            <a:off x="9382125" y="3848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p>
        </p:txBody>
      </p:sp>
      <p:sp>
        <p:nvSpPr>
          <p:cNvPr id="13" name="">
            <a:extLst xmlns:a="http://schemas.openxmlformats.org/drawingml/2006/main">
              <a:ext uri="{FF2B5EF4-FFF2-40B4-BE49-F238E27FC236}">
                <a16:creationId xmlns:a16="http://schemas.microsoft.com/office/drawing/2014/main" id="{D9AB9D6D-CAA1-4099-989B-9886AC578266}"/>
              </a:ext>
            </a:extLst>
          </p:cNvPr>
          <p:cNvSpPr>
            <a:spLocks xmlns:a="http://schemas.openxmlformats.org/drawingml/2006/main" noGrp="1"/>
          </p:cNvSpPr>
          <p:nvPr/>
        </p:nvSpPr>
        <p:spPr>
          <a:xfrm xmlns:a="http://schemas.openxmlformats.org/drawingml/2006/main">
            <a:off x="9382125" y="41148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p>
        </p:txBody>
      </p:sp>
      <p:sp>
        <p:nvSpPr>
          <p:cNvPr id="14" name="">
            <a:extLst xmlns:a="http://schemas.openxmlformats.org/drawingml/2006/main">
              <a:ext uri="{FF2B5EF4-FFF2-40B4-BE49-F238E27FC236}">
                <a16:creationId xmlns:a16="http://schemas.microsoft.com/office/drawing/2014/main" id="{D4E61723-5611-4B24-8A7A-1A134E45963E}"/>
              </a:ext>
            </a:extLst>
          </p:cNvPr>
          <p:cNvSpPr>
            <a:spLocks xmlns:a="http://schemas.openxmlformats.org/drawingml/2006/main" noGrp="1"/>
          </p:cNvSpPr>
          <p:nvPr/>
        </p:nvSpPr>
        <p:spPr>
          <a:xfrm xmlns:a="http://schemas.openxmlformats.org/drawingml/2006/main">
            <a:off x="9382125" y="47244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p>
        </p:txBody>
      </p:sp>
      <p:sp>
        <p:nvSpPr>
          <p:cNvPr id="15" name="">
            <a:extLst xmlns:a="http://schemas.openxmlformats.org/drawingml/2006/main">
              <a:ext uri="{FF2B5EF4-FFF2-40B4-BE49-F238E27FC236}">
                <a16:creationId xmlns:a16="http://schemas.microsoft.com/office/drawing/2014/main" id="{B8863984-5DB8-492D-943C-425115C2D3D7}"/>
              </a:ext>
            </a:extLst>
          </p:cNvPr>
          <p:cNvSpPr>
            <a:spLocks xmlns:a="http://schemas.openxmlformats.org/drawingml/2006/main" noGrp="1"/>
          </p:cNvSpPr>
          <p:nvPr/>
        </p:nvSpPr>
        <p:spPr>
          <a:xfrm xmlns:a="http://schemas.openxmlformats.org/drawingml/2006/main">
            <a:off x="9382125" y="49911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p>
        </p:txBody>
      </p:sp>
      <p:sp>
        <p:nvSpPr>
          <p:cNvPr id="16" name="">
            <a:extLst xmlns:a="http://schemas.openxmlformats.org/drawingml/2006/main">
              <a:ext uri="{FF2B5EF4-FFF2-40B4-BE49-F238E27FC236}">
                <a16:creationId xmlns:a16="http://schemas.microsoft.com/office/drawing/2014/main" id="{130414E3-B5E4-472F-BD69-8E438383CBA1}"/>
              </a:ext>
            </a:extLst>
          </p:cNvPr>
          <p:cNvSpPr>
            <a:spLocks xmlns:a="http://schemas.openxmlformats.org/drawingml/2006/main" noGrp="1"/>
          </p:cNvSpPr>
          <p:nvPr/>
        </p:nvSpPr>
        <p:spPr>
          <a:xfrm xmlns:a="http://schemas.openxmlformats.org/drawingml/2006/main">
            <a:off x="666750" y="59055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vl1pPr algn="l">
              <a:buNone/>
              <a:defRPr sz="1500" b="1">
                <a:solidFill>
                  <a:srgbClr val="159E9C"/>
                </a:solidFill>
                <a:latin typeface="Helvetica Neue"/>
                <a:ea typeface="Helvetica Neue"/>
                <a:cs typeface="Helvetica Neue"/>
              </a:defRPr>
            </a:lvl1pPr>
            <a:lvl2pPr algn="l">
              <a:buNone/>
              <a:defRPr sz="1500" b="1">
                <a:solidFill>
                  <a:srgbClr val="159E9C"/>
                </a:solidFill>
                <a:latin typeface="Helvetica Neue"/>
                <a:ea typeface="Helvetica Neue"/>
                <a:cs typeface="Helvetica Neue"/>
              </a:defRPr>
            </a:lvl2pPr>
            <a:lvl3pPr algn="l">
              <a:buNone/>
              <a:defRPr sz="1500" b="1">
                <a:solidFill>
                  <a:srgbClr val="159E9C"/>
                </a:solidFill>
                <a:latin typeface="Helvetica Neue"/>
                <a:ea typeface="Helvetica Neue"/>
                <a:cs typeface="Helvetica Neue"/>
              </a:defRPr>
            </a:lvl3pPr>
            <a:lvl4pPr algn="l">
              <a:buNone/>
              <a:defRPr sz="1500" b="1">
                <a:solidFill>
                  <a:srgbClr val="159E9C"/>
                </a:solidFill>
                <a:latin typeface="Helvetica Neue"/>
                <a:ea typeface="Helvetica Neue"/>
                <a:cs typeface="Helvetica Neue"/>
              </a:defRPr>
            </a:lvl4pPr>
            <a:lvl5pPr algn="l">
              <a:buNone/>
              <a:defRPr sz="1500" b="1">
                <a:solidFill>
                  <a:srgbClr val="159E9C"/>
                </a:solidFill>
                <a:latin typeface="Helvetica Neue"/>
                <a:ea typeface="Helvetica Neue"/>
                <a:cs typeface="Helvetica Neue"/>
              </a:defRPr>
            </a:lvl5pPr>
            <a:lvl6pPr algn="l">
              <a:buNone/>
              <a:defRPr sz="1500" b="1">
                <a:solidFill>
                  <a:srgbClr val="159E9C"/>
                </a:solidFill>
                <a:latin typeface="Helvetica Neue"/>
                <a:ea typeface="Helvetica Neue"/>
                <a:cs typeface="Helvetica Neue"/>
              </a:defRPr>
            </a:lvl6pPr>
            <a:lvl7pPr algn="l">
              <a:buNone/>
              <a:defRPr sz="1500" b="1">
                <a:solidFill>
                  <a:srgbClr val="159E9C"/>
                </a:solidFill>
                <a:latin typeface="Helvetica Neue"/>
                <a:ea typeface="Helvetica Neue"/>
                <a:cs typeface="Helvetica Neue"/>
              </a:defRPr>
            </a:lvl7pPr>
            <a:lvl8pPr algn="l">
              <a:buNone/>
              <a:defRPr sz="1500" b="1">
                <a:solidFill>
                  <a:srgbClr val="159E9C"/>
                </a:solidFill>
                <a:latin typeface="Helvetica Neue"/>
                <a:ea typeface="Helvetica Neue"/>
                <a:cs typeface="Helvetica Neue"/>
              </a:defRPr>
            </a:lvl8pPr>
            <a:lvl9pPr algn="l">
              <a:buNone/>
              <a:defRPr sz="1500" b="1">
                <a:solidFill>
                  <a:srgbClr val="159E9C"/>
                </a:solidFill>
                <a:latin typeface="Helvetica Neue"/>
                <a:ea typeface="Helvetica Neue"/>
                <a:cs typeface="Helvetica Neue"/>
              </a:defRPr>
            </a:lvl9pPr>
          </a:lstStyle>
          <a:p xmlns:a="http://schemas.openxmlformats.org/drawingml/2006/main">
            <a:pPr algn="l">
              <a:buNone/>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Reference rerun matched; Windows magnitudes differed</a:t>
            </a:r>
          </a:p>
        </p:txBody>
      </p:sp>
      <p:sp>
        <p:nvSpPr>
          <p:cNvPr id="17" name="">
            <a:extLst xmlns:a="http://schemas.openxmlformats.org/drawingml/2006/main">
              <a:ext uri="{FF2B5EF4-FFF2-40B4-BE49-F238E27FC236}">
                <a16:creationId xmlns:a16="http://schemas.microsoft.com/office/drawing/2014/main" id="{61A4DC35-3DFD-4BC2-9091-60E7F71D99DB}"/>
              </a:ext>
            </a:extLst>
          </p:cNvPr>
          <p:cNvSpPr>
            <a:spLocks xmlns:a="http://schemas.openxmlformats.org/drawingml/2006/main" noGrp="1"/>
          </p:cNvSpPr>
          <p:nvPr/>
        </p:nvSpPr>
        <p:spPr>
          <a:xfrm xmlns:a="http://schemas.openxmlformats.org/drawingml/2006/main">
            <a:off x="5905500" y="590550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D64545"/>
                </a:solidFill>
                <a:latin typeface="Helvetica Neue"/>
                <a:ea typeface="Helvetica Neue"/>
                <a:cs typeface="Helvetica Neue"/>
              </a:defRPr>
            </a:defPPr>
            <a:lvl1pPr algn="r">
              <a:buNone/>
              <a:defRPr sz="1350" b="1">
                <a:solidFill>
                  <a:srgbClr val="D64545"/>
                </a:solidFill>
                <a:latin typeface="Helvetica Neue"/>
                <a:ea typeface="Helvetica Neue"/>
                <a:cs typeface="Helvetica Neue"/>
              </a:defRPr>
            </a:lvl1pPr>
            <a:lvl2pPr algn="r">
              <a:buNone/>
              <a:defRPr sz="1350" b="1">
                <a:solidFill>
                  <a:srgbClr val="D64545"/>
                </a:solidFill>
                <a:latin typeface="Helvetica Neue"/>
                <a:ea typeface="Helvetica Neue"/>
                <a:cs typeface="Helvetica Neue"/>
              </a:defRPr>
            </a:lvl2pPr>
            <a:lvl3pPr algn="r">
              <a:buNone/>
              <a:defRPr sz="1350" b="1">
                <a:solidFill>
                  <a:srgbClr val="D64545"/>
                </a:solidFill>
                <a:latin typeface="Helvetica Neue"/>
                <a:ea typeface="Helvetica Neue"/>
                <a:cs typeface="Helvetica Neue"/>
              </a:defRPr>
            </a:lvl3pPr>
            <a:lvl4pPr algn="r">
              <a:buNone/>
              <a:defRPr sz="1350" b="1">
                <a:solidFill>
                  <a:srgbClr val="D64545"/>
                </a:solidFill>
                <a:latin typeface="Helvetica Neue"/>
                <a:ea typeface="Helvetica Neue"/>
                <a:cs typeface="Helvetica Neue"/>
              </a:defRPr>
            </a:lvl4pPr>
            <a:lvl5pPr algn="r">
              <a:buNone/>
              <a:defRPr sz="1350" b="1">
                <a:solidFill>
                  <a:srgbClr val="D64545"/>
                </a:solidFill>
                <a:latin typeface="Helvetica Neue"/>
                <a:ea typeface="Helvetica Neue"/>
                <a:cs typeface="Helvetica Neue"/>
              </a:defRPr>
            </a:lvl5pPr>
            <a:lvl6pPr algn="r">
              <a:buNone/>
              <a:defRPr sz="1350" b="1">
                <a:solidFill>
                  <a:srgbClr val="D64545"/>
                </a:solidFill>
                <a:latin typeface="Helvetica Neue"/>
                <a:ea typeface="Helvetica Neue"/>
                <a:cs typeface="Helvetica Neue"/>
              </a:defRPr>
            </a:lvl6pPr>
            <a:lvl7pPr algn="r">
              <a:buNone/>
              <a:defRPr sz="1350" b="1">
                <a:solidFill>
                  <a:srgbClr val="D64545"/>
                </a:solidFill>
                <a:latin typeface="Helvetica Neue"/>
                <a:ea typeface="Helvetica Neue"/>
                <a:cs typeface="Helvetica Neue"/>
              </a:defRPr>
            </a:lvl7pPr>
            <a:lvl8pPr algn="r">
              <a:buNone/>
              <a:defRPr sz="1350" b="1">
                <a:solidFill>
                  <a:srgbClr val="D64545"/>
                </a:solidFill>
                <a:latin typeface="Helvetica Neue"/>
                <a:ea typeface="Helvetica Neue"/>
                <a:cs typeface="Helvetica Neue"/>
              </a:defRPr>
            </a:lvl8pPr>
            <a:lvl9pPr algn="r">
              <a:buNone/>
              <a:defRPr sz="1350" b="1">
                <a:solidFill>
                  <a:srgbClr val="D64545"/>
                </a:solidFill>
                <a:latin typeface="Helvetica Neue"/>
                <a:ea typeface="Helvetica Neue"/>
                <a:cs typeface="Helvetica Neue"/>
              </a:defRPr>
            </a:lvl9pPr>
          </a:lstStyle>
          <a:p xmlns:a="http://schemas.openxmlformats.org/drawingml/2006/main">
            <a:pPr algn="r">
              <a:buNone/>
              <a:defRPr sz="1350" b="1">
                <a:solidFill>
                  <a:srgbClr val="D64545"/>
                </a:solidFill>
                <a:latin typeface="Helvetica Neue"/>
                <a:ea typeface="Helvetica Neue"/>
                <a:cs typeface="Helvetica Neue"/>
              </a:defRPr>
            </a:pPr>
            <a:r>
              <a:rPr sz="1350" b="1">
                <a:solidFill>
                  <a:srgbClr val="D64545"/>
                </a:solidFill>
                <a:latin typeface="Helvetica Neue"/>
                <a:ea typeface="Helvetica Neue"/>
                <a:cs typeface="Helvetica Neue"/>
              </a:rPr>
              <a:t>Synthetic periodic light also triggers the metric</a:t>
            </a:r>
          </a:p>
        </p:txBody>
      </p:sp>
    </p:spTree>
    <p:extLst>
      <p:ext uri="{BB962C8B-B14F-4D97-AF65-F5344CB8AC3E}">
        <p14:creationId xmlns:p14="http://schemas.microsoft.com/office/powerpoint/2010/main" val="18757963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EEFD45-FCC7-416B-B565-C7AE7A6CCE14}"/>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p>
        </p:txBody>
      </p:sp>
      <p:sp>
        <p:nvSpPr>
          <p:cNvPr id="2" name="">
            <a:extLst xmlns:a="http://schemas.openxmlformats.org/drawingml/2006/main">
              <a:ext uri="{FF2B5EF4-FFF2-40B4-BE49-F238E27FC236}">
                <a16:creationId xmlns:a16="http://schemas.microsoft.com/office/drawing/2014/main" id="{ABDC06AC-140B-4968-B69E-B55C0D8FADD7}"/>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B12A5CFA-CDBA-443A-9235-BDF1210F583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101F42-44C0-45F2-BB7A-91C1A007907B}"/>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75FC3AB1-3A4B-477F-8CFE-386162D5DF49}"/>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p>
        </p:txBody>
      </p:sp>
      <p:sp>
        <p:nvSpPr>
          <p:cNvPr id="6" name="">
            <a:extLst xmlns:a="http://schemas.openxmlformats.org/drawingml/2006/main">
              <a:ext uri="{FF2B5EF4-FFF2-40B4-BE49-F238E27FC236}">
                <a16:creationId xmlns:a16="http://schemas.microsoft.com/office/drawing/2014/main" id="{277625D2-FC49-4623-A007-6813909FAF5F}"/>
              </a:ext>
            </a:extLst>
          </p:cNvPr>
          <p:cNvSpPr>
            <a:spLocks xmlns:a="http://schemas.openxmlformats.org/drawingml/2006/main" noGrp="1"/>
          </p:cNvSpPr>
          <p:nvPr/>
        </p:nvSpPr>
        <p:spPr>
          <a:xfrm xmlns:a="http://schemas.openxmlformats.org/drawingml/2006/main">
            <a:off x="762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9E9C"/>
                </a:solidFill>
                <a:latin typeface="Helvetica Neue"/>
                <a:ea typeface="Helvetica Neue"/>
                <a:cs typeface="Helvetica Neue"/>
              </a:defRPr>
            </a:defPPr>
            <a:lvl1pPr algn="l">
              <a:buNone/>
              <a:defRPr sz="2250" b="1">
                <a:solidFill>
                  <a:srgbClr val="159E9C"/>
                </a:solidFill>
                <a:latin typeface="Helvetica Neue"/>
                <a:ea typeface="Helvetica Neue"/>
                <a:cs typeface="Helvetica Neue"/>
              </a:defRPr>
            </a:lvl1pPr>
            <a:lvl2pPr algn="l">
              <a:buNone/>
              <a:defRPr sz="2250" b="1">
                <a:solidFill>
                  <a:srgbClr val="159E9C"/>
                </a:solidFill>
                <a:latin typeface="Helvetica Neue"/>
                <a:ea typeface="Helvetica Neue"/>
                <a:cs typeface="Helvetica Neue"/>
              </a:defRPr>
            </a:lvl2pPr>
            <a:lvl3pPr algn="l">
              <a:buNone/>
              <a:defRPr sz="2250" b="1">
                <a:solidFill>
                  <a:srgbClr val="159E9C"/>
                </a:solidFill>
                <a:latin typeface="Helvetica Neue"/>
                <a:ea typeface="Helvetica Neue"/>
                <a:cs typeface="Helvetica Neue"/>
              </a:defRPr>
            </a:lvl3pPr>
            <a:lvl4pPr algn="l">
              <a:buNone/>
              <a:defRPr sz="2250" b="1">
                <a:solidFill>
                  <a:srgbClr val="159E9C"/>
                </a:solidFill>
                <a:latin typeface="Helvetica Neue"/>
                <a:ea typeface="Helvetica Neue"/>
                <a:cs typeface="Helvetica Neue"/>
              </a:defRPr>
            </a:lvl4pPr>
            <a:lvl5pPr algn="l">
              <a:buNone/>
              <a:defRPr sz="2250" b="1">
                <a:solidFill>
                  <a:srgbClr val="159E9C"/>
                </a:solidFill>
                <a:latin typeface="Helvetica Neue"/>
                <a:ea typeface="Helvetica Neue"/>
                <a:cs typeface="Helvetica Neue"/>
              </a:defRPr>
            </a:lvl5pPr>
            <a:lvl6pPr algn="l">
              <a:buNone/>
              <a:defRPr sz="2250" b="1">
                <a:solidFill>
                  <a:srgbClr val="159E9C"/>
                </a:solidFill>
                <a:latin typeface="Helvetica Neue"/>
                <a:ea typeface="Helvetica Neue"/>
                <a:cs typeface="Helvetica Neue"/>
              </a:defRPr>
            </a:lvl6pPr>
            <a:lvl7pPr algn="l">
              <a:buNone/>
              <a:defRPr sz="2250" b="1">
                <a:solidFill>
                  <a:srgbClr val="159E9C"/>
                </a:solidFill>
                <a:latin typeface="Helvetica Neue"/>
                <a:ea typeface="Helvetica Neue"/>
                <a:cs typeface="Helvetica Neue"/>
              </a:defRPr>
            </a:lvl7pPr>
            <a:lvl8pPr algn="l">
              <a:buNone/>
              <a:defRPr sz="2250" b="1">
                <a:solidFill>
                  <a:srgbClr val="159E9C"/>
                </a:solidFill>
                <a:latin typeface="Helvetica Neue"/>
                <a:ea typeface="Helvetica Neue"/>
                <a:cs typeface="Helvetica Neue"/>
              </a:defRPr>
            </a:lvl8pPr>
            <a:lvl9pPr algn="l">
              <a:buNone/>
              <a:defRPr sz="2250" b="1">
                <a:solidFill>
                  <a:srgbClr val="159E9C"/>
                </a:solidFill>
                <a:latin typeface="Helvetica Neue"/>
                <a:ea typeface="Helvetica Neue"/>
                <a:cs typeface="Helvetica Neue"/>
              </a:defRPr>
            </a:lvl9pPr>
          </a:lstStyle>
          <a:p xmlns:a="http://schemas.openxmlformats.org/drawingml/2006/main">
            <a:pPr algn="l">
              <a:buNone/>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Lip channel</a:t>
            </a:r>
          </a:p>
        </p:txBody>
      </p:sp>
      <p:sp>
        <p:nvSpPr>
          <p:cNvPr id="7" name="">
            <a:extLst xmlns:a="http://schemas.openxmlformats.org/drawingml/2006/main">
              <a:ext uri="{FF2B5EF4-FFF2-40B4-BE49-F238E27FC236}">
                <a16:creationId xmlns:a16="http://schemas.microsoft.com/office/drawing/2014/main" id="{741CECAF-ED99-43CF-8F8F-C297289371DF}"/>
              </a:ext>
            </a:extLst>
          </p:cNvPr>
          <p:cNvSpPr>
            <a:spLocks xmlns:a="http://schemas.openxmlformats.org/drawingml/2006/main" noGrp="1"/>
          </p:cNvSpPr>
          <p:nvPr/>
        </p:nvSpPr>
        <p:spPr>
          <a:xfrm xmlns:a="http://schemas.openxmlformats.org/drawingml/2006/main">
            <a:off x="762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vl1pPr algn="l">
              <a:buNone/>
              <a:defRPr sz="1725" b="1">
                <a:solidFill>
                  <a:srgbClr val="102A43"/>
                </a:solidFill>
                <a:latin typeface="Helvetica Neue"/>
                <a:ea typeface="Helvetica Neue"/>
                <a:cs typeface="Helvetica Neue"/>
              </a:defRPr>
            </a:lvl1pPr>
            <a:lvl2pPr algn="l">
              <a:buNone/>
              <a:defRPr sz="1725" b="1">
                <a:solidFill>
                  <a:srgbClr val="102A43"/>
                </a:solidFill>
                <a:latin typeface="Helvetica Neue"/>
                <a:ea typeface="Helvetica Neue"/>
                <a:cs typeface="Helvetica Neue"/>
              </a:defRPr>
            </a:lvl2pPr>
            <a:lvl3pPr algn="l">
              <a:buNone/>
              <a:defRPr sz="1725" b="1">
                <a:solidFill>
                  <a:srgbClr val="102A43"/>
                </a:solidFill>
                <a:latin typeface="Helvetica Neue"/>
                <a:ea typeface="Helvetica Neue"/>
                <a:cs typeface="Helvetica Neue"/>
              </a:defRPr>
            </a:lvl3pPr>
            <a:lvl4pPr algn="l">
              <a:buNone/>
              <a:defRPr sz="1725" b="1">
                <a:solidFill>
                  <a:srgbClr val="102A43"/>
                </a:solidFill>
                <a:latin typeface="Helvetica Neue"/>
                <a:ea typeface="Helvetica Neue"/>
                <a:cs typeface="Helvetica Neue"/>
              </a:defRPr>
            </a:lvl4pPr>
            <a:lvl5pPr algn="l">
              <a:buNone/>
              <a:defRPr sz="1725" b="1">
                <a:solidFill>
                  <a:srgbClr val="102A43"/>
                </a:solidFill>
                <a:latin typeface="Helvetica Neue"/>
                <a:ea typeface="Helvetica Neue"/>
                <a:cs typeface="Helvetica Neue"/>
              </a:defRPr>
            </a:lvl5pPr>
            <a:lvl6pPr algn="l">
              <a:buNone/>
              <a:defRPr sz="1725" b="1">
                <a:solidFill>
                  <a:srgbClr val="102A43"/>
                </a:solidFill>
                <a:latin typeface="Helvetica Neue"/>
                <a:ea typeface="Helvetica Neue"/>
                <a:cs typeface="Helvetica Neue"/>
              </a:defRPr>
            </a:lvl6pPr>
            <a:lvl7pPr algn="l">
              <a:buNone/>
              <a:defRPr sz="1725" b="1">
                <a:solidFill>
                  <a:srgbClr val="102A43"/>
                </a:solidFill>
                <a:latin typeface="Helvetica Neue"/>
                <a:ea typeface="Helvetica Neue"/>
                <a:cs typeface="Helvetica Neue"/>
              </a:defRPr>
            </a:lvl7pPr>
            <a:lvl8pPr algn="l">
              <a:buNone/>
              <a:defRPr sz="1725" b="1">
                <a:solidFill>
                  <a:srgbClr val="102A43"/>
                </a:solidFill>
                <a:latin typeface="Helvetica Neue"/>
                <a:ea typeface="Helvetica Neue"/>
                <a:cs typeface="Helvetica Neue"/>
              </a:defRPr>
            </a:lvl8pPr>
            <a:lvl9pPr algn="l">
              <a:buNone/>
              <a:defRPr sz="1725" b="1">
                <a:solidFill>
                  <a:srgbClr val="102A43"/>
                </a:solidFill>
                <a:latin typeface="Helvetica Neue"/>
                <a:ea typeface="Helvetica Neue"/>
                <a:cs typeface="Helvetica Neue"/>
              </a:defRPr>
            </a:lvl9pPr>
          </a:lstStyle>
          <a:p xmlns:a="http://schemas.openxmlformats.org/drawingml/2006/main">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Global lip dynamics were most stable on new segments</a:t>
            </a:r>
          </a:p>
        </p:txBody>
      </p:sp>
      <p:sp>
        <p:nvSpPr>
          <p:cNvPr id="8" name="">
            <a:extLst xmlns:a="http://schemas.openxmlformats.org/drawingml/2006/main">
              <a:ext uri="{FF2B5EF4-FFF2-40B4-BE49-F238E27FC236}">
                <a16:creationId xmlns:a16="http://schemas.microsoft.com/office/drawing/2014/main" id="{A4FA709D-9A70-4DC9-8B83-AD4FF8F666A2}"/>
              </a:ext>
            </a:extLst>
          </p:cNvPr>
          <p:cNvSpPr>
            <a:spLocks xmlns:a="http://schemas.openxmlformats.org/drawingml/2006/main" noGrp="1"/>
          </p:cNvSpPr>
          <p:nvPr/>
        </p:nvSpPr>
        <p:spPr>
          <a:xfrm xmlns:a="http://schemas.openxmlformats.org/drawingml/2006/main">
            <a:off x="762000" y="30956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New-pair mean: F1 0.762, AUROC 0.843</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Compact window: 0.677, 0.739</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Weak viseme: 0.600, 0.671</a:t>
            </a:r>
          </a:p>
        </p:txBody>
      </p:sp>
      <p:sp>
        <p:nvSpPr>
          <p:cNvPr id="9" name="">
            <a:extLst xmlns:a="http://schemas.openxmlformats.org/drawingml/2006/main">
              <a:ext uri="{FF2B5EF4-FFF2-40B4-BE49-F238E27FC236}">
                <a16:creationId xmlns:a16="http://schemas.microsoft.com/office/drawing/2014/main" id="{E1562DB7-0B12-4EC8-BAA3-878FE9B0E952}"/>
              </a:ext>
            </a:extLst>
          </p:cNvPr>
          <p:cNvSpPr>
            <a:spLocks xmlns:a="http://schemas.openxmlformats.org/drawingml/2006/main" noGrp="1"/>
          </p:cNvSpPr>
          <p:nvPr/>
        </p:nvSpPr>
        <p:spPr>
          <a:xfrm xmlns:a="http://schemas.openxmlformats.org/drawingml/2006/main">
            <a:off x="6096000" y="1428750"/>
            <a:ext cx="0" cy="333375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10" name="">
            <a:extLst xmlns:a="http://schemas.openxmlformats.org/drawingml/2006/main">
              <a:ext uri="{FF2B5EF4-FFF2-40B4-BE49-F238E27FC236}">
                <a16:creationId xmlns:a16="http://schemas.microsoft.com/office/drawing/2014/main" id="{7989412C-60F9-4E5A-8E0B-437338246131}"/>
              </a:ext>
            </a:extLst>
          </p:cNvPr>
          <p:cNvSpPr>
            <a:spLocks xmlns:a="http://schemas.openxmlformats.org/drawingml/2006/main" noGrp="1"/>
          </p:cNvSpPr>
          <p:nvPr/>
        </p:nvSpPr>
        <p:spPr>
          <a:xfrm xmlns:a="http://schemas.openxmlformats.org/drawingml/2006/main">
            <a:off x="6858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D64545"/>
                </a:solidFill>
                <a:latin typeface="Helvetica Neue"/>
                <a:ea typeface="Helvetica Neue"/>
                <a:cs typeface="Helvetica Neue"/>
              </a:defRPr>
            </a:defPPr>
            <a:lvl1pPr algn="l">
              <a:buNone/>
              <a:defRPr sz="2250" b="1">
                <a:solidFill>
                  <a:srgbClr val="D64545"/>
                </a:solidFill>
                <a:latin typeface="Helvetica Neue"/>
                <a:ea typeface="Helvetica Neue"/>
                <a:cs typeface="Helvetica Neue"/>
              </a:defRPr>
            </a:lvl1pPr>
            <a:lvl2pPr algn="l">
              <a:buNone/>
              <a:defRPr sz="2250" b="1">
                <a:solidFill>
                  <a:srgbClr val="D64545"/>
                </a:solidFill>
                <a:latin typeface="Helvetica Neue"/>
                <a:ea typeface="Helvetica Neue"/>
                <a:cs typeface="Helvetica Neue"/>
              </a:defRPr>
            </a:lvl2pPr>
            <a:lvl3pPr algn="l">
              <a:buNone/>
              <a:defRPr sz="2250" b="1">
                <a:solidFill>
                  <a:srgbClr val="D64545"/>
                </a:solidFill>
                <a:latin typeface="Helvetica Neue"/>
                <a:ea typeface="Helvetica Neue"/>
                <a:cs typeface="Helvetica Neue"/>
              </a:defRPr>
            </a:lvl3pPr>
            <a:lvl4pPr algn="l">
              <a:buNone/>
              <a:defRPr sz="2250" b="1">
                <a:solidFill>
                  <a:srgbClr val="D64545"/>
                </a:solidFill>
                <a:latin typeface="Helvetica Neue"/>
                <a:ea typeface="Helvetica Neue"/>
                <a:cs typeface="Helvetica Neue"/>
              </a:defRPr>
            </a:lvl4pPr>
            <a:lvl5pPr algn="l">
              <a:buNone/>
              <a:defRPr sz="2250" b="1">
                <a:solidFill>
                  <a:srgbClr val="D64545"/>
                </a:solidFill>
                <a:latin typeface="Helvetica Neue"/>
                <a:ea typeface="Helvetica Neue"/>
                <a:cs typeface="Helvetica Neue"/>
              </a:defRPr>
            </a:lvl5pPr>
            <a:lvl6pPr algn="l">
              <a:buNone/>
              <a:defRPr sz="2250" b="1">
                <a:solidFill>
                  <a:srgbClr val="D64545"/>
                </a:solidFill>
                <a:latin typeface="Helvetica Neue"/>
                <a:ea typeface="Helvetica Neue"/>
                <a:cs typeface="Helvetica Neue"/>
              </a:defRPr>
            </a:lvl6pPr>
            <a:lvl7pPr algn="l">
              <a:buNone/>
              <a:defRPr sz="2250" b="1">
                <a:solidFill>
                  <a:srgbClr val="D64545"/>
                </a:solidFill>
                <a:latin typeface="Helvetica Neue"/>
                <a:ea typeface="Helvetica Neue"/>
                <a:cs typeface="Helvetica Neue"/>
              </a:defRPr>
            </a:lvl7pPr>
            <a:lvl8pPr algn="l">
              <a:buNone/>
              <a:defRPr sz="2250" b="1">
                <a:solidFill>
                  <a:srgbClr val="D64545"/>
                </a:solidFill>
                <a:latin typeface="Helvetica Neue"/>
                <a:ea typeface="Helvetica Neue"/>
                <a:cs typeface="Helvetica Neue"/>
              </a:defRPr>
            </a:lvl8pPr>
            <a:lvl9pPr algn="l">
              <a:buNone/>
              <a:defRPr sz="2250" b="1">
                <a:solidFill>
                  <a:srgbClr val="D64545"/>
                </a:solidFill>
                <a:latin typeface="Helvetica Neue"/>
                <a:ea typeface="Helvetica Neue"/>
                <a:cs typeface="Helvetica Neue"/>
              </a:defRPr>
            </a:lvl9pPr>
          </a:lstStyle>
          <a:p xmlns:a="http://schemas.openxmlformats.org/drawingml/2006/main">
            <a:pPr algn="l">
              <a:buNone/>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Chromatic channel</a:t>
            </a:r>
          </a:p>
        </p:txBody>
      </p:sp>
      <p:sp>
        <p:nvSpPr>
          <p:cNvPr id="11" name="">
            <a:extLst xmlns:a="http://schemas.openxmlformats.org/drawingml/2006/main">
              <a:ext uri="{FF2B5EF4-FFF2-40B4-BE49-F238E27FC236}">
                <a16:creationId xmlns:a16="http://schemas.microsoft.com/office/drawing/2014/main" id="{F528A858-F86B-4C8B-B636-502B2FF41490}"/>
              </a:ext>
            </a:extLst>
          </p:cNvPr>
          <p:cNvSpPr>
            <a:spLocks xmlns:a="http://schemas.openxmlformats.org/drawingml/2006/main" noGrp="1"/>
          </p:cNvSpPr>
          <p:nvPr/>
        </p:nvSpPr>
        <p:spPr>
          <a:xfrm xmlns:a="http://schemas.openxmlformats.org/drawingml/2006/main">
            <a:off x="6858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vl1pPr algn="l">
              <a:buNone/>
              <a:defRPr sz="1725" b="1">
                <a:solidFill>
                  <a:srgbClr val="102A43"/>
                </a:solidFill>
                <a:latin typeface="Helvetica Neue"/>
                <a:ea typeface="Helvetica Neue"/>
                <a:cs typeface="Helvetica Neue"/>
              </a:defRPr>
            </a:lvl1pPr>
            <a:lvl2pPr algn="l">
              <a:buNone/>
              <a:defRPr sz="1725" b="1">
                <a:solidFill>
                  <a:srgbClr val="102A43"/>
                </a:solidFill>
                <a:latin typeface="Helvetica Neue"/>
                <a:ea typeface="Helvetica Neue"/>
                <a:cs typeface="Helvetica Neue"/>
              </a:defRPr>
            </a:lvl2pPr>
            <a:lvl3pPr algn="l">
              <a:buNone/>
              <a:defRPr sz="1725" b="1">
                <a:solidFill>
                  <a:srgbClr val="102A43"/>
                </a:solidFill>
                <a:latin typeface="Helvetica Neue"/>
                <a:ea typeface="Helvetica Neue"/>
                <a:cs typeface="Helvetica Neue"/>
              </a:defRPr>
            </a:lvl3pPr>
            <a:lvl4pPr algn="l">
              <a:buNone/>
              <a:defRPr sz="1725" b="1">
                <a:solidFill>
                  <a:srgbClr val="102A43"/>
                </a:solidFill>
                <a:latin typeface="Helvetica Neue"/>
                <a:ea typeface="Helvetica Neue"/>
                <a:cs typeface="Helvetica Neue"/>
              </a:defRPr>
            </a:lvl4pPr>
            <a:lvl5pPr algn="l">
              <a:buNone/>
              <a:defRPr sz="1725" b="1">
                <a:solidFill>
                  <a:srgbClr val="102A43"/>
                </a:solidFill>
                <a:latin typeface="Helvetica Neue"/>
                <a:ea typeface="Helvetica Neue"/>
                <a:cs typeface="Helvetica Neue"/>
              </a:defRPr>
            </a:lvl5pPr>
            <a:lvl6pPr algn="l">
              <a:buNone/>
              <a:defRPr sz="1725" b="1">
                <a:solidFill>
                  <a:srgbClr val="102A43"/>
                </a:solidFill>
                <a:latin typeface="Helvetica Neue"/>
                <a:ea typeface="Helvetica Neue"/>
                <a:cs typeface="Helvetica Neue"/>
              </a:defRPr>
            </a:lvl6pPr>
            <a:lvl7pPr algn="l">
              <a:buNone/>
              <a:defRPr sz="1725" b="1">
                <a:solidFill>
                  <a:srgbClr val="102A43"/>
                </a:solidFill>
                <a:latin typeface="Helvetica Neue"/>
                <a:ea typeface="Helvetica Neue"/>
                <a:cs typeface="Helvetica Neue"/>
              </a:defRPr>
            </a:lvl7pPr>
            <a:lvl8pPr algn="l">
              <a:buNone/>
              <a:defRPr sz="1725" b="1">
                <a:solidFill>
                  <a:srgbClr val="102A43"/>
                </a:solidFill>
                <a:latin typeface="Helvetica Neue"/>
                <a:ea typeface="Helvetica Neue"/>
                <a:cs typeface="Helvetica Neue"/>
              </a:defRPr>
            </a:lvl8pPr>
            <a:lvl9pPr algn="l">
              <a:buNone/>
              <a:defRPr sz="1725" b="1">
                <a:solidFill>
                  <a:srgbClr val="102A43"/>
                </a:solidFill>
                <a:latin typeface="Helvetica Neue"/>
                <a:ea typeface="Helvetica Neue"/>
                <a:cs typeface="Helvetica Neue"/>
              </a:defRPr>
            </a:lvl9pPr>
          </a:lstStyle>
          <a:p xmlns:a="http://schemas.openxmlformats.org/drawingml/2006/main">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 strong 1.2 Hz trace survives three transformations in one pair</a:t>
            </a:r>
          </a:p>
        </p:txBody>
      </p:sp>
      <p:sp>
        <p:nvSpPr>
          <p:cNvPr id="12" name="">
            <a:extLst xmlns:a="http://schemas.openxmlformats.org/drawingml/2006/main">
              <a:ext uri="{FF2B5EF4-FFF2-40B4-BE49-F238E27FC236}">
                <a16:creationId xmlns:a16="http://schemas.microsoft.com/office/drawing/2014/main" id="{3961EB1C-EE1C-4240-93F9-6C6F7C48E7BB}"/>
              </a:ext>
            </a:extLst>
          </p:cNvPr>
          <p:cNvSpPr>
            <a:spLocks xmlns:a="http://schemas.openxmlformats.org/drawingml/2006/main" noGrp="1"/>
          </p:cNvSpPr>
          <p:nvPr/>
        </p:nvSpPr>
        <p:spPr>
          <a:xfrm xmlns:a="http://schemas.openxmlformats.org/drawingml/2006/main">
            <a:off x="6858000" y="30956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one attacked pair plus codec and synthetic-light controls.</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Scope limit: the frequency metric is not attack-specific.</a:t>
            </a:r>
          </a:p>
        </p:txBody>
      </p:sp>
      <p:sp>
        <p:nvSpPr>
          <p:cNvPr id="13" name="">
            <a:extLst xmlns:a="http://schemas.openxmlformats.org/drawingml/2006/main">
              <a:ext uri="{FF2B5EF4-FFF2-40B4-BE49-F238E27FC236}">
                <a16:creationId xmlns:a16="http://schemas.microsoft.com/office/drawing/2014/main" id="{45E636B6-E7DC-4181-B5A7-49ADD30D05B6}"/>
              </a:ext>
            </a:extLst>
          </p:cNvPr>
          <p:cNvSpPr>
            <a:spLocks xmlns:a="http://schemas.openxmlformats.org/drawingml/2006/main" noGrp="1"/>
          </p:cNvSpPr>
          <p:nvPr/>
        </p:nvSpPr>
        <p:spPr>
          <a:xfrm xmlns:a="http://schemas.openxmlformats.org/drawingml/2006/main">
            <a:off x="762000" y="5095875"/>
            <a:ext cx="10668000" cy="8572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CD937A0-722C-4268-A58A-63D84AB745A8}"/>
              </a:ext>
            </a:extLst>
          </p:cNvPr>
          <p:cNvSpPr>
            <a:spLocks xmlns:a="http://schemas.openxmlformats.org/drawingml/2006/main" noGrp="1"/>
          </p:cNvSpPr>
          <p:nvPr/>
        </p:nvSpPr>
        <p:spPr>
          <a:xfrm xmlns:a="http://schemas.openxmlformats.org/drawingml/2006/main">
            <a:off x="1047750" y="5219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vl1pPr algn="l">
              <a:buNone/>
              <a:defRPr sz="1500" b="1">
                <a:solidFill>
                  <a:srgbClr val="159E9C"/>
                </a:solidFill>
                <a:latin typeface="Helvetica Neue"/>
                <a:ea typeface="Helvetica Neue"/>
                <a:cs typeface="Helvetica Neue"/>
              </a:defRPr>
            </a:lvl1pPr>
            <a:lvl2pPr algn="l">
              <a:buNone/>
              <a:defRPr sz="1500" b="1">
                <a:solidFill>
                  <a:srgbClr val="159E9C"/>
                </a:solidFill>
                <a:latin typeface="Helvetica Neue"/>
                <a:ea typeface="Helvetica Neue"/>
                <a:cs typeface="Helvetica Neue"/>
              </a:defRPr>
            </a:lvl2pPr>
            <a:lvl3pPr algn="l">
              <a:buNone/>
              <a:defRPr sz="1500" b="1">
                <a:solidFill>
                  <a:srgbClr val="159E9C"/>
                </a:solidFill>
                <a:latin typeface="Helvetica Neue"/>
                <a:ea typeface="Helvetica Neue"/>
                <a:cs typeface="Helvetica Neue"/>
              </a:defRPr>
            </a:lvl3pPr>
            <a:lvl4pPr algn="l">
              <a:buNone/>
              <a:defRPr sz="1500" b="1">
                <a:solidFill>
                  <a:srgbClr val="159E9C"/>
                </a:solidFill>
                <a:latin typeface="Helvetica Neue"/>
                <a:ea typeface="Helvetica Neue"/>
                <a:cs typeface="Helvetica Neue"/>
              </a:defRPr>
            </a:lvl4pPr>
            <a:lvl5pPr algn="l">
              <a:buNone/>
              <a:defRPr sz="1500" b="1">
                <a:solidFill>
                  <a:srgbClr val="159E9C"/>
                </a:solidFill>
                <a:latin typeface="Helvetica Neue"/>
                <a:ea typeface="Helvetica Neue"/>
                <a:cs typeface="Helvetica Neue"/>
              </a:defRPr>
            </a:lvl5pPr>
            <a:lvl6pPr algn="l">
              <a:buNone/>
              <a:defRPr sz="1500" b="1">
                <a:solidFill>
                  <a:srgbClr val="159E9C"/>
                </a:solidFill>
                <a:latin typeface="Helvetica Neue"/>
                <a:ea typeface="Helvetica Neue"/>
                <a:cs typeface="Helvetica Neue"/>
              </a:defRPr>
            </a:lvl6pPr>
            <a:lvl7pPr algn="l">
              <a:buNone/>
              <a:defRPr sz="1500" b="1">
                <a:solidFill>
                  <a:srgbClr val="159E9C"/>
                </a:solidFill>
                <a:latin typeface="Helvetica Neue"/>
                <a:ea typeface="Helvetica Neue"/>
                <a:cs typeface="Helvetica Neue"/>
              </a:defRPr>
            </a:lvl7pPr>
            <a:lvl8pPr algn="l">
              <a:buNone/>
              <a:defRPr sz="1500" b="1">
                <a:solidFill>
                  <a:srgbClr val="159E9C"/>
                </a:solidFill>
                <a:latin typeface="Helvetica Neue"/>
                <a:ea typeface="Helvetica Neue"/>
                <a:cs typeface="Helvetica Neue"/>
              </a:defRPr>
            </a:lvl8pPr>
            <a:lvl9pPr algn="l">
              <a:buNone/>
              <a:defRPr sz="1500" b="1">
                <a:solidFill>
                  <a:srgbClr val="159E9C"/>
                </a:solidFill>
                <a:latin typeface="Helvetica Neue"/>
                <a:ea typeface="Helvetica Neue"/>
                <a:cs typeface="Helvetica Neue"/>
              </a:defRPr>
            </a:lvl9pPr>
          </a:lstStyle>
          <a:p xmlns:a="http://schemas.openxmlformats.org/drawingml/2006/main">
            <a:pPr algn="l">
              <a:buNone/>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Integrated Light response</a:t>
            </a:r>
          </a:p>
        </p:txBody>
      </p:sp>
      <p:sp>
        <p:nvSpPr>
          <p:cNvPr id="15" name="">
            <a:extLst xmlns:a="http://schemas.openxmlformats.org/drawingml/2006/main">
              <a:ext uri="{FF2B5EF4-FFF2-40B4-BE49-F238E27FC236}">
                <a16:creationId xmlns:a16="http://schemas.microsoft.com/office/drawing/2014/main" id="{B5CFE316-3E54-4F23-B7B0-0B61FD72BBDC}"/>
              </a:ext>
            </a:extLst>
          </p:cNvPr>
          <p:cNvSpPr>
            <a:spLocks xmlns:a="http://schemas.openxmlformats.org/drawingml/2006/main" noGrp="1"/>
          </p:cNvSpPr>
          <p:nvPr/>
        </p:nvSpPr>
        <p:spPr>
          <a:xfrm xmlns:a="http://schemas.openxmlformats.org/drawingml/2006/main">
            <a:off x="3905250" y="5191125"/>
            <a:ext cx="709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725" b="1">
                <a:solidFill>
                  <a:srgbClr val="FFFFFF"/>
                </a:solidFill>
                <a:latin typeface="Helvetica Neue"/>
                <a:ea typeface="Helvetica Neue"/>
                <a:cs typeface="Helvetica Neue"/>
              </a:defRPr>
            </a:defPPr>
            <a:lvl1pPr algn="ctr">
              <a:buNone/>
              <a:defRPr sz="1725" b="1">
                <a:solidFill>
                  <a:srgbClr val="FFFFFF"/>
                </a:solidFill>
                <a:latin typeface="Helvetica Neue"/>
                <a:ea typeface="Helvetica Neue"/>
                <a:cs typeface="Helvetica Neue"/>
              </a:defRPr>
            </a:lvl1pPr>
            <a:lvl2pPr algn="ctr">
              <a:buNone/>
              <a:defRPr sz="1725" b="1">
                <a:solidFill>
                  <a:srgbClr val="FFFFFF"/>
                </a:solidFill>
                <a:latin typeface="Helvetica Neue"/>
                <a:ea typeface="Helvetica Neue"/>
                <a:cs typeface="Helvetica Neue"/>
              </a:defRPr>
            </a:lvl2pPr>
            <a:lvl3pPr algn="ctr">
              <a:buNone/>
              <a:defRPr sz="1725" b="1">
                <a:solidFill>
                  <a:srgbClr val="FFFFFF"/>
                </a:solidFill>
                <a:latin typeface="Helvetica Neue"/>
                <a:ea typeface="Helvetica Neue"/>
                <a:cs typeface="Helvetica Neue"/>
              </a:defRPr>
            </a:lvl3pPr>
            <a:lvl4pPr algn="ctr">
              <a:buNone/>
              <a:defRPr sz="1725" b="1">
                <a:solidFill>
                  <a:srgbClr val="FFFFFF"/>
                </a:solidFill>
                <a:latin typeface="Helvetica Neue"/>
                <a:ea typeface="Helvetica Neue"/>
                <a:cs typeface="Helvetica Neue"/>
              </a:defRPr>
            </a:lvl4pPr>
            <a:lvl5pPr algn="ctr">
              <a:buNone/>
              <a:defRPr sz="1725" b="1">
                <a:solidFill>
                  <a:srgbClr val="FFFFFF"/>
                </a:solidFill>
                <a:latin typeface="Helvetica Neue"/>
                <a:ea typeface="Helvetica Neue"/>
                <a:cs typeface="Helvetica Neue"/>
              </a:defRPr>
            </a:lvl5pPr>
            <a:lvl6pPr algn="ctr">
              <a:buNone/>
              <a:defRPr sz="1725" b="1">
                <a:solidFill>
                  <a:srgbClr val="FFFFFF"/>
                </a:solidFill>
                <a:latin typeface="Helvetica Neue"/>
                <a:ea typeface="Helvetica Neue"/>
                <a:cs typeface="Helvetica Neue"/>
              </a:defRPr>
            </a:lvl6pPr>
            <a:lvl7pPr algn="ctr">
              <a:buNone/>
              <a:defRPr sz="1725" b="1">
                <a:solidFill>
                  <a:srgbClr val="FFFFFF"/>
                </a:solidFill>
                <a:latin typeface="Helvetica Neue"/>
                <a:ea typeface="Helvetica Neue"/>
                <a:cs typeface="Helvetica Neue"/>
              </a:defRPr>
            </a:lvl7pPr>
            <a:lvl8pPr algn="ctr">
              <a:buNone/>
              <a:defRPr sz="1725" b="1">
                <a:solidFill>
                  <a:srgbClr val="FFFFFF"/>
                </a:solidFill>
                <a:latin typeface="Helvetica Neue"/>
                <a:ea typeface="Helvetica Neue"/>
                <a:cs typeface="Helvetica Neue"/>
              </a:defRPr>
            </a:lvl8pPr>
            <a:lvl9pPr algn="ctr">
              <a:buNone/>
              <a:defRPr sz="1725" b="1">
                <a:solidFill>
                  <a:srgbClr val="FFFFFF"/>
                </a:solidFill>
                <a:latin typeface="Helvetica Neue"/>
                <a:ea typeface="Helvetica Neue"/>
                <a:cs typeface="Helvetica Neue"/>
              </a:defRPr>
            </a:lvl9pPr>
          </a:lstStyle>
          <a:p xmlns:a="http://schemas.openxmlformats.org/drawingml/2006/main">
            <a:pPr algn="ct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channels stay separate because one peer pair cannot calibrate a fusion score</a:t>
            </a:r>
          </a:p>
        </p:txBody>
      </p:sp>
      <p:sp>
        <p:nvSpPr>
          <p:cNvPr id="16" name="">
            <a:extLst xmlns:a="http://schemas.openxmlformats.org/drawingml/2006/main">
              <a:ext uri="{FF2B5EF4-FFF2-40B4-BE49-F238E27FC236}">
                <a16:creationId xmlns:a16="http://schemas.microsoft.com/office/drawing/2014/main" id="{047B39B0-308E-47E2-8780-19E93B887F7F}"/>
              </a:ext>
            </a:extLst>
          </p:cNvPr>
          <p:cNvSpPr>
            <a:spLocks xmlns:a="http://schemas.openxmlformats.org/drawingml/2006/main" noGrp="1"/>
          </p:cNvSpPr>
          <p:nvPr/>
        </p:nvSpPr>
        <p:spPr>
          <a:xfrm xmlns:a="http://schemas.openxmlformats.org/drawingml/2006/main">
            <a:off x="2381250" y="605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2F6BFF"/>
                </a:solidFill>
                <a:latin typeface="Helvetica Neue"/>
                <a:ea typeface="Helvetica Neue"/>
                <a:cs typeface="Helvetica Neue"/>
              </a:defRPr>
            </a:defPPr>
            <a:lvl1pPr algn="ctr">
              <a:buNone/>
              <a:defRPr sz="1425" b="1">
                <a:solidFill>
                  <a:srgbClr val="2F6BFF"/>
                </a:solidFill>
                <a:latin typeface="Helvetica Neue"/>
                <a:ea typeface="Helvetica Neue"/>
                <a:cs typeface="Helvetica Neue"/>
              </a:defRPr>
            </a:lvl1pPr>
            <a:lvl2pPr algn="ctr">
              <a:buNone/>
              <a:defRPr sz="1425" b="1">
                <a:solidFill>
                  <a:srgbClr val="2F6BFF"/>
                </a:solidFill>
                <a:latin typeface="Helvetica Neue"/>
                <a:ea typeface="Helvetica Neue"/>
                <a:cs typeface="Helvetica Neue"/>
              </a:defRPr>
            </a:lvl2pPr>
            <a:lvl3pPr algn="ctr">
              <a:buNone/>
              <a:defRPr sz="1425" b="1">
                <a:solidFill>
                  <a:srgbClr val="2F6BFF"/>
                </a:solidFill>
                <a:latin typeface="Helvetica Neue"/>
                <a:ea typeface="Helvetica Neue"/>
                <a:cs typeface="Helvetica Neue"/>
              </a:defRPr>
            </a:lvl3pPr>
            <a:lvl4pPr algn="ctr">
              <a:buNone/>
              <a:defRPr sz="1425" b="1">
                <a:solidFill>
                  <a:srgbClr val="2F6BFF"/>
                </a:solidFill>
                <a:latin typeface="Helvetica Neue"/>
                <a:ea typeface="Helvetica Neue"/>
                <a:cs typeface="Helvetica Neue"/>
              </a:defRPr>
            </a:lvl4pPr>
            <a:lvl5pPr algn="ctr">
              <a:buNone/>
              <a:defRPr sz="1425" b="1">
                <a:solidFill>
                  <a:srgbClr val="2F6BFF"/>
                </a:solidFill>
                <a:latin typeface="Helvetica Neue"/>
                <a:ea typeface="Helvetica Neue"/>
                <a:cs typeface="Helvetica Neue"/>
              </a:defRPr>
            </a:lvl5pPr>
            <a:lvl6pPr algn="ctr">
              <a:buNone/>
              <a:defRPr sz="1425" b="1">
                <a:solidFill>
                  <a:srgbClr val="2F6BFF"/>
                </a:solidFill>
                <a:latin typeface="Helvetica Neue"/>
                <a:ea typeface="Helvetica Neue"/>
                <a:cs typeface="Helvetica Neue"/>
              </a:defRPr>
            </a:lvl6pPr>
            <a:lvl7pPr algn="ctr">
              <a:buNone/>
              <a:defRPr sz="1425" b="1">
                <a:solidFill>
                  <a:srgbClr val="2F6BFF"/>
                </a:solidFill>
                <a:latin typeface="Helvetica Neue"/>
                <a:ea typeface="Helvetica Neue"/>
                <a:cs typeface="Helvetica Neue"/>
              </a:defRPr>
            </a:lvl7pPr>
            <a:lvl8pPr algn="ctr">
              <a:buNone/>
              <a:defRPr sz="1425" b="1">
                <a:solidFill>
                  <a:srgbClr val="2F6BFF"/>
                </a:solidFill>
                <a:latin typeface="Helvetica Neue"/>
                <a:ea typeface="Helvetica Neue"/>
                <a:cs typeface="Helvetica Neue"/>
              </a:defRPr>
            </a:lvl8pPr>
            <a:lvl9pPr algn="ctr">
              <a:buNone/>
              <a:defRPr sz="1425" b="1">
                <a:solidFill>
                  <a:srgbClr val="2F6BFF"/>
                </a:solidFill>
                <a:latin typeface="Helvetica Neue"/>
                <a:ea typeface="Helvetica Neue"/>
                <a:cs typeface="Helvetica Neue"/>
              </a:defRPr>
            </a:lvl9pPr>
          </a:lstStyle>
          <a:p xmlns:a="http://schemas.openxmlformats.org/drawingml/2006/main">
            <a:pPr algn="ctr">
              <a:buNone/>
              <a:defRPr sz="1425" b="1">
                <a:solidFill>
                  <a:srgbClr val="2F6BFF"/>
                </a:solidFill>
                <a:latin typeface="Helvetica Neue"/>
                <a:ea typeface="Helvetica Neue"/>
                <a:cs typeface="Helvetica Neue"/>
              </a:defRPr>
            </a:pPr>
            <a:r>
              <a:rPr sz="1425" b="1">
                <a:solidFill>
                  <a:srgbClr val="2F6BFF"/>
                </a:solidFill>
                <a:latin typeface="Helvetica Neue"/>
                <a:ea typeface="Helvetica Neue"/>
                <a:cs typeface="Helvetica Neue"/>
              </a:rPr>
              <a:t>Course pipeline complete; the negative confirmation determines the final model.</a:t>
            </a:r>
          </a:p>
        </p:txBody>
      </p:sp>
    </p:spTree>
    <p:extLst>
      <p:ext uri="{BB962C8B-B14F-4D97-AF65-F5344CB8AC3E}">
        <p14:creationId xmlns:p14="http://schemas.microsoft.com/office/powerpoint/2010/main" val="812952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2026-10-20T12:06:22.9920000Z</dcterms:created>
  <dcterms:modified xsi:type="dcterms:W3CDTF">2026-10-20T12:06:22.9920000Z</dcterms:modified>
</coreProperties>
</file>